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65" r:id="rId5"/>
    <p:sldId id="266" r:id="rId6"/>
    <p:sldId id="267" r:id="rId7"/>
    <p:sldId id="817" r:id="rId8"/>
    <p:sldId id="819" r:id="rId9"/>
    <p:sldId id="818" r:id="rId10"/>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6517" autoAdjust="0"/>
  </p:normalViewPr>
  <p:slideViewPr>
    <p:cSldViewPr>
      <p:cViewPr varScale="1">
        <p:scale>
          <a:sx n="108" d="100"/>
          <a:sy n="108" d="100"/>
        </p:scale>
        <p:origin x="1182"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17/11/2020</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2</a:t>
            </a:fld>
            <a:endParaRPr lang="nl-BE"/>
          </a:p>
        </p:txBody>
      </p:sp>
    </p:spTree>
    <p:extLst>
      <p:ext uri="{BB962C8B-B14F-4D97-AF65-F5344CB8AC3E}">
        <p14:creationId xmlns:p14="http://schemas.microsoft.com/office/powerpoint/2010/main" val="473566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err="1"/>
              <a:t>Grondbeginselen</a:t>
            </a:r>
            <a:r>
              <a:rPr lang="en-GB"/>
              <a:t> / Test Management</a:t>
            </a:r>
          </a:p>
          <a:p>
            <a:r>
              <a:rPr lang="en-GB"/>
              <a:t>6 </a:t>
            </a:r>
            <a:r>
              <a:rPr lang="en-GB" err="1"/>
              <a:t>werkuur</a:t>
            </a:r>
            <a:endParaRPr lang="en-US"/>
          </a:p>
        </p:txBody>
      </p:sp>
      <p:sp>
        <p:nvSpPr>
          <p:cNvPr id="3" name="Text Placeholder 2"/>
          <p:cNvSpPr>
            <a:spLocks noGrp="1"/>
          </p:cNvSpPr>
          <p:nvPr>
            <p:ph type="body" sz="quarter" idx="11"/>
          </p:nvPr>
        </p:nvSpPr>
        <p:spPr/>
        <p:txBody>
          <a:bodyPr/>
          <a:lstStyle/>
          <a:p>
            <a:r>
              <a:rPr lang="en-GB"/>
              <a:t>Software </a:t>
            </a:r>
            <a:r>
              <a:rPr lang="en-GB" err="1"/>
              <a:t>Testen</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B8BA-BECC-4D6E-B4BA-6CBD4055F741}"/>
              </a:ext>
            </a:extLst>
          </p:cNvPr>
          <p:cNvSpPr>
            <a:spLocks noGrp="1"/>
          </p:cNvSpPr>
          <p:nvPr>
            <p:ph type="title"/>
          </p:nvPr>
        </p:nvSpPr>
        <p:spPr/>
        <p:txBody>
          <a:bodyPr/>
          <a:lstStyle/>
          <a:p>
            <a:r>
              <a:rPr lang="en-US"/>
              <a:t>ERD (Entity Relationship Diagram)</a:t>
            </a:r>
            <a:endParaRPr lang="nl-BE"/>
          </a:p>
        </p:txBody>
      </p:sp>
      <p:sp>
        <p:nvSpPr>
          <p:cNvPr id="3" name="Slide Number Placeholder 2">
            <a:extLst>
              <a:ext uri="{FF2B5EF4-FFF2-40B4-BE49-F238E27FC236}">
                <a16:creationId xmlns:a16="http://schemas.microsoft.com/office/drawing/2014/main" id="{70CBBD79-E5C8-4CF3-B371-AD846A72D5B4}"/>
              </a:ext>
            </a:extLst>
          </p:cNvPr>
          <p:cNvSpPr>
            <a:spLocks noGrp="1"/>
          </p:cNvSpPr>
          <p:nvPr>
            <p:ph type="sldNum" sz="quarter" idx="7"/>
          </p:nvPr>
        </p:nvSpPr>
        <p:spPr/>
        <p:txBody>
          <a:bodyPr/>
          <a:lstStyle/>
          <a:p>
            <a:fld id="{B6F15528-21DE-4FAA-801E-634DDDAF4B2B}" type="slidenum">
              <a:rPr lang="en-US" smtClean="0"/>
              <a:pPr/>
              <a:t>4</a:t>
            </a:fld>
            <a:endParaRPr lang="en-US"/>
          </a:p>
        </p:txBody>
      </p:sp>
      <p:sp>
        <p:nvSpPr>
          <p:cNvPr id="4" name="Text Placeholder 3">
            <a:extLst>
              <a:ext uri="{FF2B5EF4-FFF2-40B4-BE49-F238E27FC236}">
                <a16:creationId xmlns:a16="http://schemas.microsoft.com/office/drawing/2014/main" id="{25C6BF46-1ED5-42CF-BF64-532DE6D4B5B1}"/>
              </a:ext>
            </a:extLst>
          </p:cNvPr>
          <p:cNvSpPr>
            <a:spLocks noGrp="1"/>
          </p:cNvSpPr>
          <p:nvPr>
            <p:ph type="body" sz="quarter" idx="10"/>
          </p:nvPr>
        </p:nvSpPr>
        <p:spPr/>
        <p:txBody>
          <a:bodyPr/>
          <a:lstStyle/>
          <a:p>
            <a:r>
              <a:rPr lang="en-US"/>
              <a:t>Op volgende pagina, ingezoomd</a:t>
            </a:r>
            <a:endParaRPr lang="nl-BE"/>
          </a:p>
        </p:txBody>
      </p:sp>
      <p:pic>
        <p:nvPicPr>
          <p:cNvPr id="10" name="Picture 9" descr="Diagram&#10;&#10;Description automatically generated">
            <a:extLst>
              <a:ext uri="{FF2B5EF4-FFF2-40B4-BE49-F238E27FC236}">
                <a16:creationId xmlns:a16="http://schemas.microsoft.com/office/drawing/2014/main" id="{CC3978B0-A881-413A-A85E-546E9CDF41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11848" y="2313985"/>
            <a:ext cx="5387082" cy="4266203"/>
          </a:xfrm>
          <a:prstGeom prst="rect">
            <a:avLst/>
          </a:prstGeom>
        </p:spPr>
      </p:pic>
    </p:spTree>
    <p:extLst>
      <p:ext uri="{BB962C8B-B14F-4D97-AF65-F5344CB8AC3E}">
        <p14:creationId xmlns:p14="http://schemas.microsoft.com/office/powerpoint/2010/main" val="655220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B8BA-BECC-4D6E-B4BA-6CBD4055F741}"/>
              </a:ext>
            </a:extLst>
          </p:cNvPr>
          <p:cNvSpPr>
            <a:spLocks noGrp="1"/>
          </p:cNvSpPr>
          <p:nvPr>
            <p:ph type="title"/>
          </p:nvPr>
        </p:nvSpPr>
        <p:spPr/>
        <p:txBody>
          <a:bodyPr/>
          <a:lstStyle/>
          <a:p>
            <a:r>
              <a:rPr lang="en-US"/>
              <a:t>ERD (Entity Relationship Diagram)</a:t>
            </a:r>
            <a:endParaRPr lang="nl-BE"/>
          </a:p>
        </p:txBody>
      </p:sp>
      <p:sp>
        <p:nvSpPr>
          <p:cNvPr id="3" name="Slide Number Placeholder 2">
            <a:extLst>
              <a:ext uri="{FF2B5EF4-FFF2-40B4-BE49-F238E27FC236}">
                <a16:creationId xmlns:a16="http://schemas.microsoft.com/office/drawing/2014/main" id="{70CBBD79-E5C8-4CF3-B371-AD846A72D5B4}"/>
              </a:ext>
            </a:extLst>
          </p:cNvPr>
          <p:cNvSpPr>
            <a:spLocks noGrp="1"/>
          </p:cNvSpPr>
          <p:nvPr>
            <p:ph type="sldNum" sz="quarter" idx="7"/>
          </p:nvPr>
        </p:nvSpPr>
        <p:spPr/>
        <p:txBody>
          <a:bodyPr/>
          <a:lstStyle/>
          <a:p>
            <a:fld id="{B6F15528-21DE-4FAA-801E-634DDDAF4B2B}" type="slidenum">
              <a:rPr lang="en-US" smtClean="0"/>
              <a:pPr/>
              <a:t>5</a:t>
            </a:fld>
            <a:endParaRPr lang="en-US"/>
          </a:p>
        </p:txBody>
      </p:sp>
      <p:sp>
        <p:nvSpPr>
          <p:cNvPr id="4" name="Text Placeholder 3">
            <a:extLst>
              <a:ext uri="{FF2B5EF4-FFF2-40B4-BE49-F238E27FC236}">
                <a16:creationId xmlns:a16="http://schemas.microsoft.com/office/drawing/2014/main" id="{25C6BF46-1ED5-42CF-BF64-532DE6D4B5B1}"/>
              </a:ext>
            </a:extLst>
          </p:cNvPr>
          <p:cNvSpPr>
            <a:spLocks noGrp="1"/>
          </p:cNvSpPr>
          <p:nvPr>
            <p:ph type="body" sz="quarter" idx="10"/>
          </p:nvPr>
        </p:nvSpPr>
        <p:spPr/>
        <p:txBody>
          <a:bodyPr/>
          <a:lstStyle/>
          <a:p>
            <a:endParaRPr lang="nl-BE"/>
          </a:p>
        </p:txBody>
      </p:sp>
      <p:pic>
        <p:nvPicPr>
          <p:cNvPr id="10" name="Picture 9" descr="Diagram&#10;&#10;Description automatically generated">
            <a:extLst>
              <a:ext uri="{FF2B5EF4-FFF2-40B4-BE49-F238E27FC236}">
                <a16:creationId xmlns:a16="http://schemas.microsoft.com/office/drawing/2014/main" id="{CC3978B0-A881-413A-A85E-546E9CDF41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81" y="0"/>
            <a:ext cx="9622037" cy="7620000"/>
          </a:xfrm>
          <a:prstGeom prst="rect">
            <a:avLst/>
          </a:prstGeom>
        </p:spPr>
      </p:pic>
    </p:spTree>
    <p:extLst>
      <p:ext uri="{BB962C8B-B14F-4D97-AF65-F5344CB8AC3E}">
        <p14:creationId xmlns:p14="http://schemas.microsoft.com/office/powerpoint/2010/main" val="699242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B8BA-BECC-4D6E-B4BA-6CBD4055F741}"/>
              </a:ext>
            </a:extLst>
          </p:cNvPr>
          <p:cNvSpPr>
            <a:spLocks noGrp="1"/>
          </p:cNvSpPr>
          <p:nvPr>
            <p:ph type="title"/>
          </p:nvPr>
        </p:nvSpPr>
        <p:spPr/>
        <p:txBody>
          <a:bodyPr/>
          <a:lstStyle/>
          <a:p>
            <a:r>
              <a:rPr lang="en-US"/>
              <a:t>Een BPMN met een Workflow uit de praktijk</a:t>
            </a:r>
            <a:endParaRPr lang="nl-BE"/>
          </a:p>
        </p:txBody>
      </p:sp>
      <p:sp>
        <p:nvSpPr>
          <p:cNvPr id="3" name="Slide Number Placeholder 2">
            <a:extLst>
              <a:ext uri="{FF2B5EF4-FFF2-40B4-BE49-F238E27FC236}">
                <a16:creationId xmlns:a16="http://schemas.microsoft.com/office/drawing/2014/main" id="{70CBBD79-E5C8-4CF3-B371-AD846A72D5B4}"/>
              </a:ext>
            </a:extLst>
          </p:cNvPr>
          <p:cNvSpPr>
            <a:spLocks noGrp="1"/>
          </p:cNvSpPr>
          <p:nvPr>
            <p:ph type="sldNum" sz="quarter" idx="7"/>
          </p:nvPr>
        </p:nvSpPr>
        <p:spPr/>
        <p:txBody>
          <a:bodyPr/>
          <a:lstStyle/>
          <a:p>
            <a:fld id="{B6F15528-21DE-4FAA-801E-634DDDAF4B2B}" type="slidenum">
              <a:rPr lang="en-US" smtClean="0"/>
              <a:pPr/>
              <a:t>6</a:t>
            </a:fld>
            <a:endParaRPr lang="en-US"/>
          </a:p>
        </p:txBody>
      </p:sp>
      <p:sp>
        <p:nvSpPr>
          <p:cNvPr id="4" name="Text Placeholder 3">
            <a:extLst>
              <a:ext uri="{FF2B5EF4-FFF2-40B4-BE49-F238E27FC236}">
                <a16:creationId xmlns:a16="http://schemas.microsoft.com/office/drawing/2014/main" id="{25C6BF46-1ED5-42CF-BF64-532DE6D4B5B1}"/>
              </a:ext>
            </a:extLst>
          </p:cNvPr>
          <p:cNvSpPr>
            <a:spLocks noGrp="1"/>
          </p:cNvSpPr>
          <p:nvPr>
            <p:ph type="body" sz="quarter" idx="10"/>
          </p:nvPr>
        </p:nvSpPr>
        <p:spPr/>
        <p:txBody>
          <a:bodyPr/>
          <a:lstStyle/>
          <a:p>
            <a:endParaRPr lang="nl-BE"/>
          </a:p>
        </p:txBody>
      </p:sp>
      <p:pic>
        <p:nvPicPr>
          <p:cNvPr id="6" name="Picture 5" descr="Diagram&#10;&#10;Description automatically generated">
            <a:extLst>
              <a:ext uri="{FF2B5EF4-FFF2-40B4-BE49-F238E27FC236}">
                <a16:creationId xmlns:a16="http://schemas.microsoft.com/office/drawing/2014/main" id="{F17F1813-75D5-47DC-943A-C7BF3DA31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59127"/>
            <a:ext cx="10160000" cy="5731417"/>
          </a:xfrm>
          <a:prstGeom prst="rect">
            <a:avLst/>
          </a:prstGeom>
        </p:spPr>
      </p:pic>
    </p:spTree>
    <p:extLst>
      <p:ext uri="{BB962C8B-B14F-4D97-AF65-F5344CB8AC3E}">
        <p14:creationId xmlns:p14="http://schemas.microsoft.com/office/powerpoint/2010/main" val="1940197273"/>
      </p:ext>
    </p:extLst>
  </p:cSld>
  <p:clrMapOvr>
    <a:masterClrMapping/>
  </p:clrMapOvr>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3.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2406</TotalTime>
  <Words>61</Words>
  <Application>Microsoft Office PowerPoint</Application>
  <PresentationFormat>Custom</PresentationFormat>
  <Paragraphs>19</Paragraphs>
  <Slides>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SyntraWestBase</vt:lpstr>
      <vt:lpstr>PowerPoint Presentation</vt:lpstr>
      <vt:lpstr>PowerPoint Presentation</vt:lpstr>
      <vt:lpstr>PowerPoint Presentation</vt:lpstr>
      <vt:lpstr>ERD (Entity Relationship Diagram)</vt:lpstr>
      <vt:lpstr>ERD (Entity Relationship Diagram)</vt:lpstr>
      <vt:lpstr>Een BPMN met een Workflow uit de praktijk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372</cp:revision>
  <dcterms:created xsi:type="dcterms:W3CDTF">2020-09-23T07:49:56Z</dcterms:created>
  <dcterms:modified xsi:type="dcterms:W3CDTF">2020-11-17T11:26:33Z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