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65" r:id="rId5"/>
    <p:sldId id="267" r:id="rId6"/>
    <p:sldId id="816" r:id="rId7"/>
    <p:sldId id="817" r:id="rId8"/>
    <p:sldId id="818" r:id="rId9"/>
    <p:sldId id="819" r:id="rId10"/>
    <p:sldId id="820" r:id="rId11"/>
    <p:sldId id="821" r:id="rId12"/>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5" autoAdjust="0"/>
    <p:restoredTop sz="62199" autoAdjust="0"/>
  </p:normalViewPr>
  <p:slideViewPr>
    <p:cSldViewPr>
      <p:cViewPr varScale="1">
        <p:scale>
          <a:sx n="40" d="100"/>
          <a:sy n="40" d="100"/>
        </p:scale>
        <p:origin x="1872" y="54"/>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20/10/2020</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3</a:t>
            </a:fld>
            <a:endParaRPr lang="nl-BE"/>
          </a:p>
        </p:txBody>
      </p:sp>
    </p:spTree>
    <p:extLst>
      <p:ext uri="{BB962C8B-B14F-4D97-AF65-F5344CB8AC3E}">
        <p14:creationId xmlns:p14="http://schemas.microsoft.com/office/powerpoint/2010/main" val="3021033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a:t>
            </a:fld>
            <a:endParaRPr lang="nl-BE"/>
          </a:p>
        </p:txBody>
      </p:sp>
    </p:spTree>
    <p:extLst>
      <p:ext uri="{BB962C8B-B14F-4D97-AF65-F5344CB8AC3E}">
        <p14:creationId xmlns:p14="http://schemas.microsoft.com/office/powerpoint/2010/main" val="1023273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5</a:t>
            </a:fld>
            <a:endParaRPr lang="nl-BE"/>
          </a:p>
        </p:txBody>
      </p:sp>
    </p:spTree>
    <p:extLst>
      <p:ext uri="{BB962C8B-B14F-4D97-AF65-F5344CB8AC3E}">
        <p14:creationId xmlns:p14="http://schemas.microsoft.com/office/powerpoint/2010/main" val="502576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6</a:t>
            </a:fld>
            <a:endParaRPr lang="nl-BE"/>
          </a:p>
        </p:txBody>
      </p:sp>
    </p:spTree>
    <p:extLst>
      <p:ext uri="{BB962C8B-B14F-4D97-AF65-F5344CB8AC3E}">
        <p14:creationId xmlns:p14="http://schemas.microsoft.com/office/powerpoint/2010/main" val="32649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7</a:t>
            </a:fld>
            <a:endParaRPr lang="nl-BE"/>
          </a:p>
        </p:txBody>
      </p:sp>
    </p:spTree>
    <p:extLst>
      <p:ext uri="{BB962C8B-B14F-4D97-AF65-F5344CB8AC3E}">
        <p14:creationId xmlns:p14="http://schemas.microsoft.com/office/powerpoint/2010/main" val="1239778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8</a:t>
            </a:fld>
            <a:endParaRPr lang="nl-BE"/>
          </a:p>
        </p:txBody>
      </p:sp>
    </p:spTree>
    <p:extLst>
      <p:ext uri="{BB962C8B-B14F-4D97-AF65-F5344CB8AC3E}">
        <p14:creationId xmlns:p14="http://schemas.microsoft.com/office/powerpoint/2010/main" val="2234532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65200" y="3817114"/>
            <a:ext cx="8686800" cy="381000"/>
          </a:xfrm>
        </p:spPr>
        <p:txBody>
          <a:bodyPr/>
          <a:lstStyle/>
          <a:p>
            <a:r>
              <a:rPr lang="en-GB"/>
              <a:t>Opdracht</a:t>
            </a:r>
          </a:p>
        </p:txBody>
      </p:sp>
      <p:sp>
        <p:nvSpPr>
          <p:cNvPr id="3" name="Text Placeholder 2"/>
          <p:cNvSpPr>
            <a:spLocks noGrp="1"/>
          </p:cNvSpPr>
          <p:nvPr>
            <p:ph type="body" sz="quarter" idx="11"/>
          </p:nvPr>
        </p:nvSpPr>
        <p:spPr/>
        <p:txBody>
          <a:bodyPr/>
          <a:lstStyle/>
          <a:p>
            <a:r>
              <a:rPr lang="en-GB"/>
              <a:t>Software </a:t>
            </a:r>
            <a:r>
              <a:rPr lang="en-GB" err="1"/>
              <a:t>Testen</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paar voorbeelden van login scherm</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pPr lvl="1"/>
            <a:endParaRPr lang="en-GB"/>
          </a:p>
        </p:txBody>
      </p:sp>
      <p:pic>
        <p:nvPicPr>
          <p:cNvPr id="6" name="Picture 5">
            <a:extLst>
              <a:ext uri="{FF2B5EF4-FFF2-40B4-BE49-F238E27FC236}">
                <a16:creationId xmlns:a16="http://schemas.microsoft.com/office/drawing/2014/main" id="{5AD3D64F-565E-40BD-B424-204B6BA0F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217" y="1289720"/>
            <a:ext cx="5697565" cy="5462344"/>
          </a:xfrm>
          <a:prstGeom prst="rect">
            <a:avLst/>
          </a:prstGeom>
        </p:spPr>
      </p:pic>
    </p:spTree>
    <p:extLst>
      <p:ext uri="{BB962C8B-B14F-4D97-AF65-F5344CB8AC3E}">
        <p14:creationId xmlns:p14="http://schemas.microsoft.com/office/powerpoint/2010/main" val="6328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paar voorbeelden van login scherm</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pPr lvl="1"/>
            <a:endParaRPr lang="en-GB"/>
          </a:p>
        </p:txBody>
      </p:sp>
      <p:pic>
        <p:nvPicPr>
          <p:cNvPr id="6" name="Picture 5">
            <a:extLst>
              <a:ext uri="{FF2B5EF4-FFF2-40B4-BE49-F238E27FC236}">
                <a16:creationId xmlns:a16="http://schemas.microsoft.com/office/drawing/2014/main" id="{1938D3C7-1EF9-49FC-9A0B-DFA4C25323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4413" y="1202095"/>
            <a:ext cx="6831173" cy="5416193"/>
          </a:xfrm>
          <a:prstGeom prst="rect">
            <a:avLst/>
          </a:prstGeom>
        </p:spPr>
      </p:pic>
    </p:spTree>
    <p:extLst>
      <p:ext uri="{BB962C8B-B14F-4D97-AF65-F5344CB8AC3E}">
        <p14:creationId xmlns:p14="http://schemas.microsoft.com/office/powerpoint/2010/main" val="69231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paar voorbeelden van login scherm</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pPr lvl="1"/>
            <a:endParaRPr lang="en-GB"/>
          </a:p>
        </p:txBody>
      </p:sp>
      <p:pic>
        <p:nvPicPr>
          <p:cNvPr id="6" name="Picture 5">
            <a:extLst>
              <a:ext uri="{FF2B5EF4-FFF2-40B4-BE49-F238E27FC236}">
                <a16:creationId xmlns:a16="http://schemas.microsoft.com/office/drawing/2014/main" id="{9BA66487-E0DD-4F22-8F24-8798DEA0EE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43" y="1418197"/>
            <a:ext cx="6427314" cy="5184775"/>
          </a:xfrm>
          <a:prstGeom prst="rect">
            <a:avLst/>
          </a:prstGeom>
        </p:spPr>
      </p:pic>
    </p:spTree>
    <p:extLst>
      <p:ext uri="{BB962C8B-B14F-4D97-AF65-F5344CB8AC3E}">
        <p14:creationId xmlns:p14="http://schemas.microsoft.com/office/powerpoint/2010/main" val="1121017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paar voorbeelden van foto’s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6</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pPr lvl="1"/>
            <a:endParaRPr lang="en-GB"/>
          </a:p>
        </p:txBody>
      </p:sp>
      <p:pic>
        <p:nvPicPr>
          <p:cNvPr id="6" name="Picture 5">
            <a:extLst>
              <a:ext uri="{FF2B5EF4-FFF2-40B4-BE49-F238E27FC236}">
                <a16:creationId xmlns:a16="http://schemas.microsoft.com/office/drawing/2014/main" id="{54891CE9-6173-4F98-A67C-6CC26D969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3484" y="1415838"/>
            <a:ext cx="6913032" cy="5184774"/>
          </a:xfrm>
          <a:prstGeom prst="rect">
            <a:avLst/>
          </a:prstGeom>
        </p:spPr>
      </p:pic>
    </p:spTree>
    <p:extLst>
      <p:ext uri="{BB962C8B-B14F-4D97-AF65-F5344CB8AC3E}">
        <p14:creationId xmlns:p14="http://schemas.microsoft.com/office/powerpoint/2010/main" val="339129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paar voorbeelden van foto’s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7</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pPr lvl="1"/>
            <a:r>
              <a:rPr lang="en-GB"/>
              <a:t>PlayStation Game Fifa 15</a:t>
            </a:r>
          </a:p>
        </p:txBody>
      </p:sp>
      <p:pic>
        <p:nvPicPr>
          <p:cNvPr id="5" name="Picture 9" descr="ANd9GcSA_fTfByAiZKK2TXkSA86vIldLQzZo1hoOw5h_F6zYMemZGAgsUw">
            <a:extLst>
              <a:ext uri="{FF2B5EF4-FFF2-40B4-BE49-F238E27FC236}">
                <a16:creationId xmlns:a16="http://schemas.microsoft.com/office/drawing/2014/main" id="{FABB0405-60B2-4831-A2F7-7E3EDAD1B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104" y="1721768"/>
            <a:ext cx="3456483" cy="191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descr="a11x5c">
            <a:extLst>
              <a:ext uri="{FF2B5EF4-FFF2-40B4-BE49-F238E27FC236}">
                <a16:creationId xmlns:a16="http://schemas.microsoft.com/office/drawing/2014/main" id="{C9505450-E275-4478-9C1D-C9D0412F807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6104" y="3749086"/>
            <a:ext cx="3456483" cy="276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1411750584000-Screen-Shot-2014-09-26-at-93009-AM">
            <a:extLst>
              <a:ext uri="{FF2B5EF4-FFF2-40B4-BE49-F238E27FC236}">
                <a16:creationId xmlns:a16="http://schemas.microsoft.com/office/drawing/2014/main" id="{A95B860D-5EF7-4A23-B312-7F5364607C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918" y="2025650"/>
            <a:ext cx="5349508" cy="4016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059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paar voorbeelden van foto’s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8</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pPr lvl="1"/>
            <a:endParaRPr lang="en-GB"/>
          </a:p>
        </p:txBody>
      </p:sp>
      <p:pic>
        <p:nvPicPr>
          <p:cNvPr id="7" name="Picture 6">
            <a:extLst>
              <a:ext uri="{FF2B5EF4-FFF2-40B4-BE49-F238E27FC236}">
                <a16:creationId xmlns:a16="http://schemas.microsoft.com/office/drawing/2014/main" id="{698FD462-EE5C-455A-A6A9-F84F6E14C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3652" y="2369840"/>
            <a:ext cx="6272695" cy="3320840"/>
          </a:xfrm>
          <a:prstGeom prst="rect">
            <a:avLst/>
          </a:prstGeom>
        </p:spPr>
      </p:pic>
    </p:spTree>
    <p:extLst>
      <p:ext uri="{BB962C8B-B14F-4D97-AF65-F5344CB8AC3E}">
        <p14:creationId xmlns:p14="http://schemas.microsoft.com/office/powerpoint/2010/main" val="98735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2.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3.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1926</TotalTime>
  <Words>75</Words>
  <Application>Microsoft Office PowerPoint</Application>
  <PresentationFormat>Custom</PresentationFormat>
  <Paragraphs>28</Paragraphs>
  <Slides>8</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SyntraWestBase</vt:lpstr>
      <vt:lpstr>PowerPoint Presentation</vt:lpstr>
      <vt:lpstr>PowerPoint Presentation</vt:lpstr>
      <vt:lpstr>Een paar voorbeelden van login scherm</vt:lpstr>
      <vt:lpstr>Een paar voorbeelden van login scherm</vt:lpstr>
      <vt:lpstr>Een paar voorbeelden van login scherm</vt:lpstr>
      <vt:lpstr>Een paar voorbeelden van foto’s</vt:lpstr>
      <vt:lpstr>Een paar voorbeelden van foto’s</vt:lpstr>
      <vt:lpstr>Een paar voorbeelden van foto’s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327</cp:revision>
  <dcterms:created xsi:type="dcterms:W3CDTF">2020-09-23T07:49:56Z</dcterms:created>
  <dcterms:modified xsi:type="dcterms:W3CDTF">2020-10-20T06:48:11Z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