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65" r:id="rId5"/>
    <p:sldId id="266" r:id="rId6"/>
    <p:sldId id="267" r:id="rId7"/>
    <p:sldId id="809" r:id="rId8"/>
    <p:sldId id="810" r:id="rId9"/>
    <p:sldId id="812" r:id="rId10"/>
    <p:sldId id="813" r:id="rId11"/>
    <p:sldId id="814" r:id="rId12"/>
    <p:sldId id="815" r:id="rId13"/>
    <p:sldId id="816" r:id="rId14"/>
    <p:sldId id="825" r:id="rId15"/>
    <p:sldId id="826" r:id="rId16"/>
    <p:sldId id="817" r:id="rId17"/>
    <p:sldId id="819" r:id="rId18"/>
    <p:sldId id="818" r:id="rId19"/>
    <p:sldId id="824" r:id="rId20"/>
    <p:sldId id="820" r:id="rId21"/>
    <p:sldId id="821" r:id="rId22"/>
    <p:sldId id="822" r:id="rId23"/>
    <p:sldId id="823" r:id="rId24"/>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6EE276-0C62-4F10-95A1-7753D537804A}" v="3573" dt="2021-03-16T11:26:15.02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5" autoAdjust="0"/>
    <p:restoredTop sz="85911" autoAdjust="0"/>
  </p:normalViewPr>
  <p:slideViewPr>
    <p:cSldViewPr>
      <p:cViewPr varScale="1">
        <p:scale>
          <a:sx n="57" d="100"/>
          <a:sy n="57" d="100"/>
        </p:scale>
        <p:origin x="1338" y="72"/>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t Van De Walle" userId="503d699d-879a-4b2b-8e3d-903b3421bd06" providerId="ADAL" clId="{6F6EE276-0C62-4F10-95A1-7753D537804A}"/>
    <pc:docChg chg="undo custSel addSld delSld modSld sldOrd">
      <pc:chgData name="Vincent Van De Walle" userId="503d699d-879a-4b2b-8e3d-903b3421bd06" providerId="ADAL" clId="{6F6EE276-0C62-4F10-95A1-7753D537804A}" dt="2021-03-16T11:26:15.027" v="4219" actId="20577"/>
      <pc:docMkLst>
        <pc:docMk/>
      </pc:docMkLst>
      <pc:sldChg chg="modSp">
        <pc:chgData name="Vincent Van De Walle" userId="503d699d-879a-4b2b-8e3d-903b3421bd06" providerId="ADAL" clId="{6F6EE276-0C62-4F10-95A1-7753D537804A}" dt="2021-03-16T08:41:22.574" v="580" actId="20577"/>
        <pc:sldMkLst>
          <pc:docMk/>
          <pc:sldMk cId="1822669653" sldId="268"/>
        </pc:sldMkLst>
        <pc:spChg chg="mod">
          <ac:chgData name="Vincent Van De Walle" userId="503d699d-879a-4b2b-8e3d-903b3421bd06" providerId="ADAL" clId="{6F6EE276-0C62-4F10-95A1-7753D537804A}" dt="2021-03-16T08:41:22.574" v="580" actId="20577"/>
          <ac:spMkLst>
            <pc:docMk/>
            <pc:sldMk cId="1822669653" sldId="268"/>
            <ac:spMk id="4" creationId="{219F28A5-E5A3-44D7-A4B9-C8F5E83913F6}"/>
          </ac:spMkLst>
        </pc:spChg>
      </pc:sldChg>
      <pc:sldChg chg="modSp modAnim">
        <pc:chgData name="Vincent Van De Walle" userId="503d699d-879a-4b2b-8e3d-903b3421bd06" providerId="ADAL" clId="{6F6EE276-0C62-4F10-95A1-7753D537804A}" dt="2021-03-16T08:43:51.790" v="670" actId="20577"/>
        <pc:sldMkLst>
          <pc:docMk/>
          <pc:sldMk cId="1581157286" sldId="269"/>
        </pc:sldMkLst>
        <pc:spChg chg="mod">
          <ac:chgData name="Vincent Van De Walle" userId="503d699d-879a-4b2b-8e3d-903b3421bd06" providerId="ADAL" clId="{6F6EE276-0C62-4F10-95A1-7753D537804A}" dt="2021-03-16T08:43:51.790" v="670" actId="20577"/>
          <ac:spMkLst>
            <pc:docMk/>
            <pc:sldMk cId="1581157286" sldId="269"/>
            <ac:spMk id="4" creationId="{219F28A5-E5A3-44D7-A4B9-C8F5E83913F6}"/>
          </ac:spMkLst>
        </pc:spChg>
      </pc:sldChg>
      <pc:sldChg chg="modSp">
        <pc:chgData name="Vincent Van De Walle" userId="503d699d-879a-4b2b-8e3d-903b3421bd06" providerId="ADAL" clId="{6F6EE276-0C62-4F10-95A1-7753D537804A}" dt="2021-03-16T08:41:59.453" v="592" actId="20577"/>
        <pc:sldMkLst>
          <pc:docMk/>
          <pc:sldMk cId="320376348" sldId="271"/>
        </pc:sldMkLst>
        <pc:spChg chg="mod">
          <ac:chgData name="Vincent Van De Walle" userId="503d699d-879a-4b2b-8e3d-903b3421bd06" providerId="ADAL" clId="{6F6EE276-0C62-4F10-95A1-7753D537804A}" dt="2021-03-16T08:41:59.453" v="592" actId="20577"/>
          <ac:spMkLst>
            <pc:docMk/>
            <pc:sldMk cId="320376348" sldId="271"/>
            <ac:spMk id="4" creationId="{219F28A5-E5A3-44D7-A4B9-C8F5E83913F6}"/>
          </ac:spMkLst>
        </pc:spChg>
      </pc:sldChg>
      <pc:sldChg chg="modSp">
        <pc:chgData name="Vincent Van De Walle" userId="503d699d-879a-4b2b-8e3d-903b3421bd06" providerId="ADAL" clId="{6F6EE276-0C62-4F10-95A1-7753D537804A}" dt="2021-03-16T08:41:37.263" v="583" actId="20577"/>
        <pc:sldMkLst>
          <pc:docMk/>
          <pc:sldMk cId="4224806642" sldId="272"/>
        </pc:sldMkLst>
        <pc:spChg chg="mod">
          <ac:chgData name="Vincent Van De Walle" userId="503d699d-879a-4b2b-8e3d-903b3421bd06" providerId="ADAL" clId="{6F6EE276-0C62-4F10-95A1-7753D537804A}" dt="2021-03-16T08:41:37.263" v="583" actId="20577"/>
          <ac:spMkLst>
            <pc:docMk/>
            <pc:sldMk cId="4224806642" sldId="272"/>
            <ac:spMk id="4" creationId="{219F28A5-E5A3-44D7-A4B9-C8F5E83913F6}"/>
          </ac:spMkLst>
        </pc:spChg>
      </pc:sldChg>
      <pc:sldChg chg="modSp">
        <pc:chgData name="Vincent Van De Walle" userId="503d699d-879a-4b2b-8e3d-903b3421bd06" providerId="ADAL" clId="{6F6EE276-0C62-4F10-95A1-7753D537804A}" dt="2021-03-16T08:41:44.415" v="588" actId="20577"/>
        <pc:sldMkLst>
          <pc:docMk/>
          <pc:sldMk cId="2240228024" sldId="273"/>
        </pc:sldMkLst>
        <pc:spChg chg="mod">
          <ac:chgData name="Vincent Van De Walle" userId="503d699d-879a-4b2b-8e3d-903b3421bd06" providerId="ADAL" clId="{6F6EE276-0C62-4F10-95A1-7753D537804A}" dt="2021-03-16T08:41:44.415" v="588" actId="20577"/>
          <ac:spMkLst>
            <pc:docMk/>
            <pc:sldMk cId="2240228024" sldId="273"/>
            <ac:spMk id="4" creationId="{219F28A5-E5A3-44D7-A4B9-C8F5E83913F6}"/>
          </ac:spMkLst>
        </pc:spChg>
      </pc:sldChg>
      <pc:sldChg chg="modSp">
        <pc:chgData name="Vincent Van De Walle" userId="503d699d-879a-4b2b-8e3d-903b3421bd06" providerId="ADAL" clId="{6F6EE276-0C62-4F10-95A1-7753D537804A}" dt="2021-03-16T08:42:10.766" v="593" actId="20577"/>
        <pc:sldMkLst>
          <pc:docMk/>
          <pc:sldMk cId="413082495" sldId="276"/>
        </pc:sldMkLst>
        <pc:spChg chg="mod">
          <ac:chgData name="Vincent Van De Walle" userId="503d699d-879a-4b2b-8e3d-903b3421bd06" providerId="ADAL" clId="{6F6EE276-0C62-4F10-95A1-7753D537804A}" dt="2021-03-16T08:42:10.766" v="593" actId="20577"/>
          <ac:spMkLst>
            <pc:docMk/>
            <pc:sldMk cId="413082495" sldId="276"/>
            <ac:spMk id="4" creationId="{219F28A5-E5A3-44D7-A4B9-C8F5E83913F6}"/>
          </ac:spMkLst>
        </pc:spChg>
      </pc:sldChg>
      <pc:sldChg chg="modSp modAnim">
        <pc:chgData name="Vincent Van De Walle" userId="503d699d-879a-4b2b-8e3d-903b3421bd06" providerId="ADAL" clId="{6F6EE276-0C62-4F10-95A1-7753D537804A}" dt="2021-03-16T08:35:53.569" v="60" actId="20577"/>
        <pc:sldMkLst>
          <pc:docMk/>
          <pc:sldMk cId="3053052711" sldId="277"/>
        </pc:sldMkLst>
        <pc:spChg chg="mod">
          <ac:chgData name="Vincent Van De Walle" userId="503d699d-879a-4b2b-8e3d-903b3421bd06" providerId="ADAL" clId="{6F6EE276-0C62-4F10-95A1-7753D537804A}" dt="2021-03-16T08:35:53.569" v="60" actId="20577"/>
          <ac:spMkLst>
            <pc:docMk/>
            <pc:sldMk cId="3053052711" sldId="277"/>
            <ac:spMk id="4" creationId="{219F28A5-E5A3-44D7-A4B9-C8F5E83913F6}"/>
          </ac:spMkLst>
        </pc:spChg>
      </pc:sldChg>
      <pc:sldChg chg="modSp modAnim">
        <pc:chgData name="Vincent Van De Walle" userId="503d699d-879a-4b2b-8e3d-903b3421bd06" providerId="ADAL" clId="{6F6EE276-0C62-4F10-95A1-7753D537804A}" dt="2021-03-16T08:42:26.063" v="601" actId="20577"/>
        <pc:sldMkLst>
          <pc:docMk/>
          <pc:sldMk cId="399987063" sldId="279"/>
        </pc:sldMkLst>
        <pc:spChg chg="mod">
          <ac:chgData name="Vincent Van De Walle" userId="503d699d-879a-4b2b-8e3d-903b3421bd06" providerId="ADAL" clId="{6F6EE276-0C62-4F10-95A1-7753D537804A}" dt="2021-03-16T08:42:26.063" v="601" actId="20577"/>
          <ac:spMkLst>
            <pc:docMk/>
            <pc:sldMk cId="399987063" sldId="279"/>
            <ac:spMk id="4" creationId="{219F28A5-E5A3-44D7-A4B9-C8F5E83913F6}"/>
          </ac:spMkLst>
        </pc:spChg>
      </pc:sldChg>
      <pc:sldChg chg="delSp modSp add modAnim">
        <pc:chgData name="Vincent Van De Walle" userId="503d699d-879a-4b2b-8e3d-903b3421bd06" providerId="ADAL" clId="{6F6EE276-0C62-4F10-95A1-7753D537804A}" dt="2021-03-16T08:44:59.070" v="675" actId="20577"/>
        <pc:sldMkLst>
          <pc:docMk/>
          <pc:sldMk cId="4284277471" sldId="280"/>
        </pc:sldMkLst>
        <pc:spChg chg="mod">
          <ac:chgData name="Vincent Van De Walle" userId="503d699d-879a-4b2b-8e3d-903b3421bd06" providerId="ADAL" clId="{6F6EE276-0C62-4F10-95A1-7753D537804A}" dt="2021-03-16T08:39:54.509" v="494" actId="20577"/>
          <ac:spMkLst>
            <pc:docMk/>
            <pc:sldMk cId="4284277471" sldId="280"/>
            <ac:spMk id="2" creationId="{CDC83056-688D-4DCE-8143-316A31D9473A}"/>
          </ac:spMkLst>
        </pc:spChg>
        <pc:spChg chg="mod">
          <ac:chgData name="Vincent Van De Walle" userId="503d699d-879a-4b2b-8e3d-903b3421bd06" providerId="ADAL" clId="{6F6EE276-0C62-4F10-95A1-7753D537804A}" dt="2021-03-16T08:44:59.070" v="675" actId="20577"/>
          <ac:spMkLst>
            <pc:docMk/>
            <pc:sldMk cId="4284277471" sldId="280"/>
            <ac:spMk id="4" creationId="{219F28A5-E5A3-44D7-A4B9-C8F5E83913F6}"/>
          </ac:spMkLst>
        </pc:spChg>
        <pc:picChg chg="del">
          <ac:chgData name="Vincent Van De Walle" userId="503d699d-879a-4b2b-8e3d-903b3421bd06" providerId="ADAL" clId="{6F6EE276-0C62-4F10-95A1-7753D537804A}" dt="2021-03-16T08:37:31.805" v="102" actId="478"/>
          <ac:picMkLst>
            <pc:docMk/>
            <pc:sldMk cId="4284277471" sldId="280"/>
            <ac:picMk id="7" creationId="{74263E69-4E26-4180-A84E-ADE120B6FF30}"/>
          </ac:picMkLst>
        </pc:picChg>
      </pc:sldChg>
      <pc:sldChg chg="modSp add modAnim">
        <pc:chgData name="Vincent Van De Walle" userId="503d699d-879a-4b2b-8e3d-903b3421bd06" providerId="ADAL" clId="{6F6EE276-0C62-4F10-95A1-7753D537804A}" dt="2021-03-16T08:53:47.164" v="930" actId="20577"/>
        <pc:sldMkLst>
          <pc:docMk/>
          <pc:sldMk cId="1242222880" sldId="281"/>
        </pc:sldMkLst>
        <pc:spChg chg="mod">
          <ac:chgData name="Vincent Van De Walle" userId="503d699d-879a-4b2b-8e3d-903b3421bd06" providerId="ADAL" clId="{6F6EE276-0C62-4F10-95A1-7753D537804A}" dt="2021-03-16T08:52:25.244" v="834" actId="20577"/>
          <ac:spMkLst>
            <pc:docMk/>
            <pc:sldMk cId="1242222880" sldId="281"/>
            <ac:spMk id="2" creationId="{CDC83056-688D-4DCE-8143-316A31D9473A}"/>
          </ac:spMkLst>
        </pc:spChg>
        <pc:spChg chg="mod">
          <ac:chgData name="Vincent Van De Walle" userId="503d699d-879a-4b2b-8e3d-903b3421bd06" providerId="ADAL" clId="{6F6EE276-0C62-4F10-95A1-7753D537804A}" dt="2021-03-16T08:53:47.164" v="930" actId="20577"/>
          <ac:spMkLst>
            <pc:docMk/>
            <pc:sldMk cId="1242222880" sldId="281"/>
            <ac:spMk id="4" creationId="{219F28A5-E5A3-44D7-A4B9-C8F5E83913F6}"/>
          </ac:spMkLst>
        </pc:spChg>
      </pc:sldChg>
      <pc:sldChg chg="addSp modSp add modAnim">
        <pc:chgData name="Vincent Van De Walle" userId="503d699d-879a-4b2b-8e3d-903b3421bd06" providerId="ADAL" clId="{6F6EE276-0C62-4F10-95A1-7753D537804A}" dt="2021-03-16T08:58:08.701" v="1085" actId="20577"/>
        <pc:sldMkLst>
          <pc:docMk/>
          <pc:sldMk cId="3734050107" sldId="282"/>
        </pc:sldMkLst>
        <pc:spChg chg="mod">
          <ac:chgData name="Vincent Van De Walle" userId="503d699d-879a-4b2b-8e3d-903b3421bd06" providerId="ADAL" clId="{6F6EE276-0C62-4F10-95A1-7753D537804A}" dt="2021-03-16T08:55:40.716" v="962" actId="20577"/>
          <ac:spMkLst>
            <pc:docMk/>
            <pc:sldMk cId="3734050107" sldId="282"/>
            <ac:spMk id="2" creationId="{CDC83056-688D-4DCE-8143-316A31D9473A}"/>
          </ac:spMkLst>
        </pc:spChg>
        <pc:spChg chg="mod">
          <ac:chgData name="Vincent Van De Walle" userId="503d699d-879a-4b2b-8e3d-903b3421bd06" providerId="ADAL" clId="{6F6EE276-0C62-4F10-95A1-7753D537804A}" dt="2021-03-16T08:58:08.701" v="1085" actId="20577"/>
          <ac:spMkLst>
            <pc:docMk/>
            <pc:sldMk cId="3734050107" sldId="282"/>
            <ac:spMk id="4" creationId="{219F28A5-E5A3-44D7-A4B9-C8F5E83913F6}"/>
          </ac:spMkLst>
        </pc:spChg>
        <pc:graphicFrameChg chg="add mod">
          <ac:chgData name="Vincent Van De Walle" userId="503d699d-879a-4b2b-8e3d-903b3421bd06" providerId="ADAL" clId="{6F6EE276-0C62-4F10-95A1-7753D537804A}" dt="2021-03-16T08:55:51.018" v="963" actId="1076"/>
          <ac:graphicFrameMkLst>
            <pc:docMk/>
            <pc:sldMk cId="3734050107" sldId="282"/>
            <ac:graphicFrameMk id="6" creationId="{15BF6460-085D-493D-9832-5065E48B5481}"/>
          </ac:graphicFrameMkLst>
        </pc:graphicFrameChg>
      </pc:sldChg>
      <pc:sldChg chg="addSp modSp add">
        <pc:chgData name="Vincent Van De Walle" userId="503d699d-879a-4b2b-8e3d-903b3421bd06" providerId="ADAL" clId="{6F6EE276-0C62-4F10-95A1-7753D537804A}" dt="2021-03-16T08:58:33.492" v="1086" actId="11529"/>
        <pc:sldMkLst>
          <pc:docMk/>
          <pc:sldMk cId="3175741161" sldId="283"/>
        </pc:sldMkLst>
        <pc:spChg chg="add mod">
          <ac:chgData name="Vincent Van De Walle" userId="503d699d-879a-4b2b-8e3d-903b3421bd06" providerId="ADAL" clId="{6F6EE276-0C62-4F10-95A1-7753D537804A}" dt="2021-03-16T08:58:33.492" v="1086" actId="11529"/>
          <ac:spMkLst>
            <pc:docMk/>
            <pc:sldMk cId="3175741161" sldId="283"/>
            <ac:spMk id="7" creationId="{1AFEF360-D5F8-4642-8059-5335A55B93AD}"/>
          </ac:spMkLst>
        </pc:spChg>
      </pc:sldChg>
      <pc:sldChg chg="modSp add modAnim">
        <pc:chgData name="Vincent Van De Walle" userId="503d699d-879a-4b2b-8e3d-903b3421bd06" providerId="ADAL" clId="{6F6EE276-0C62-4F10-95A1-7753D537804A}" dt="2021-03-16T09:02:40.399" v="1204"/>
        <pc:sldMkLst>
          <pc:docMk/>
          <pc:sldMk cId="3993525912" sldId="284"/>
        </pc:sldMkLst>
        <pc:spChg chg="mod">
          <ac:chgData name="Vincent Van De Walle" userId="503d699d-879a-4b2b-8e3d-903b3421bd06" providerId="ADAL" clId="{6F6EE276-0C62-4F10-95A1-7753D537804A}" dt="2021-03-16T09:01:41.462" v="1145" actId="20577"/>
          <ac:spMkLst>
            <pc:docMk/>
            <pc:sldMk cId="3993525912" sldId="284"/>
            <ac:spMk id="2" creationId="{CDC83056-688D-4DCE-8143-316A31D9473A}"/>
          </ac:spMkLst>
        </pc:spChg>
        <pc:spChg chg="mod">
          <ac:chgData name="Vincent Van De Walle" userId="503d699d-879a-4b2b-8e3d-903b3421bd06" providerId="ADAL" clId="{6F6EE276-0C62-4F10-95A1-7753D537804A}" dt="2021-03-16T09:02:13.484" v="1201" actId="20577"/>
          <ac:spMkLst>
            <pc:docMk/>
            <pc:sldMk cId="3993525912" sldId="284"/>
            <ac:spMk id="4" creationId="{219F28A5-E5A3-44D7-A4B9-C8F5E83913F6}"/>
          </ac:spMkLst>
        </pc:spChg>
        <pc:spChg chg="mod">
          <ac:chgData name="Vincent Van De Walle" userId="503d699d-879a-4b2b-8e3d-903b3421bd06" providerId="ADAL" clId="{6F6EE276-0C62-4F10-95A1-7753D537804A}" dt="2021-03-16T08:59:18.107" v="1100" actId="1076"/>
          <ac:spMkLst>
            <pc:docMk/>
            <pc:sldMk cId="3993525912" sldId="284"/>
            <ac:spMk id="7" creationId="{1AFEF360-D5F8-4642-8059-5335A55B93AD}"/>
          </ac:spMkLst>
        </pc:spChg>
        <pc:graphicFrameChg chg="mod modGraphic">
          <ac:chgData name="Vincent Van De Walle" userId="503d699d-879a-4b2b-8e3d-903b3421bd06" providerId="ADAL" clId="{6F6EE276-0C62-4F10-95A1-7753D537804A}" dt="2021-03-16T09:02:23.501" v="1203" actId="14734"/>
          <ac:graphicFrameMkLst>
            <pc:docMk/>
            <pc:sldMk cId="3993525912" sldId="284"/>
            <ac:graphicFrameMk id="6" creationId="{15BF6460-085D-493D-9832-5065E48B5481}"/>
          </ac:graphicFrameMkLst>
        </pc:graphicFrameChg>
      </pc:sldChg>
      <pc:sldChg chg="addSp delSp modSp add ord delAnim modAnim">
        <pc:chgData name="Vincent Van De Walle" userId="503d699d-879a-4b2b-8e3d-903b3421bd06" providerId="ADAL" clId="{6F6EE276-0C62-4F10-95A1-7753D537804A}" dt="2021-03-16T09:14:11.650" v="1482" actId="20577"/>
        <pc:sldMkLst>
          <pc:docMk/>
          <pc:sldMk cId="2686983124" sldId="285"/>
        </pc:sldMkLst>
        <pc:spChg chg="mod">
          <ac:chgData name="Vincent Van De Walle" userId="503d699d-879a-4b2b-8e3d-903b3421bd06" providerId="ADAL" clId="{6F6EE276-0C62-4F10-95A1-7753D537804A}" dt="2021-03-16T09:03:57.235" v="1250" actId="20577"/>
          <ac:spMkLst>
            <pc:docMk/>
            <pc:sldMk cId="2686983124" sldId="285"/>
            <ac:spMk id="2" creationId="{CDC83056-688D-4DCE-8143-316A31D9473A}"/>
          </ac:spMkLst>
        </pc:spChg>
        <pc:spChg chg="del mod">
          <ac:chgData name="Vincent Van De Walle" userId="503d699d-879a-4b2b-8e3d-903b3421bd06" providerId="ADAL" clId="{6F6EE276-0C62-4F10-95A1-7753D537804A}" dt="2021-03-16T09:06:56.194" v="1339" actId="478"/>
          <ac:spMkLst>
            <pc:docMk/>
            <pc:sldMk cId="2686983124" sldId="285"/>
            <ac:spMk id="4" creationId="{219F28A5-E5A3-44D7-A4B9-C8F5E83913F6}"/>
          </ac:spMkLst>
        </pc:spChg>
        <pc:spChg chg="mod">
          <ac:chgData name="Vincent Van De Walle" userId="503d699d-879a-4b2b-8e3d-903b3421bd06" providerId="ADAL" clId="{6F6EE276-0C62-4F10-95A1-7753D537804A}" dt="2021-03-16T09:09:58.427" v="1421" actId="1035"/>
          <ac:spMkLst>
            <pc:docMk/>
            <pc:sldMk cId="2686983124" sldId="285"/>
            <ac:spMk id="5" creationId="{72DC91F9-0F25-4755-B1B7-22ACB713DBFD}"/>
          </ac:spMkLst>
        </pc:spChg>
        <pc:spChg chg="add mod">
          <ac:chgData name="Vincent Van De Walle" userId="503d699d-879a-4b2b-8e3d-903b3421bd06" providerId="ADAL" clId="{6F6EE276-0C62-4F10-95A1-7753D537804A}" dt="2021-03-16T09:09:58.427" v="1421" actId="1035"/>
          <ac:spMkLst>
            <pc:docMk/>
            <pc:sldMk cId="2686983124" sldId="285"/>
            <ac:spMk id="7" creationId="{0A903C1A-BF72-4008-AEA8-045DB0CC783F}"/>
          </ac:spMkLst>
        </pc:spChg>
        <pc:spChg chg="add mod">
          <ac:chgData name="Vincent Van De Walle" userId="503d699d-879a-4b2b-8e3d-903b3421bd06" providerId="ADAL" clId="{6F6EE276-0C62-4F10-95A1-7753D537804A}" dt="2021-03-16T09:10:08.356" v="1422" actId="1076"/>
          <ac:spMkLst>
            <pc:docMk/>
            <pc:sldMk cId="2686983124" sldId="285"/>
            <ac:spMk id="8" creationId="{D9993CE3-0B4C-42F3-8FAA-A59ED305DB4A}"/>
          </ac:spMkLst>
        </pc:spChg>
        <pc:spChg chg="add mod">
          <ac:chgData name="Vincent Van De Walle" userId="503d699d-879a-4b2b-8e3d-903b3421bd06" providerId="ADAL" clId="{6F6EE276-0C62-4F10-95A1-7753D537804A}" dt="2021-03-16T09:09:58.427" v="1421" actId="1035"/>
          <ac:spMkLst>
            <pc:docMk/>
            <pc:sldMk cId="2686983124" sldId="285"/>
            <ac:spMk id="9" creationId="{7B43C617-D1D8-4EE4-9924-4374903C952F}"/>
          </ac:spMkLst>
        </pc:spChg>
        <pc:spChg chg="add mod">
          <ac:chgData name="Vincent Van De Walle" userId="503d699d-879a-4b2b-8e3d-903b3421bd06" providerId="ADAL" clId="{6F6EE276-0C62-4F10-95A1-7753D537804A}" dt="2021-03-16T09:09:58.427" v="1421" actId="1035"/>
          <ac:spMkLst>
            <pc:docMk/>
            <pc:sldMk cId="2686983124" sldId="285"/>
            <ac:spMk id="10" creationId="{E63D934B-1132-48C5-9CE4-7947F78D15A5}"/>
          </ac:spMkLst>
        </pc:spChg>
        <pc:spChg chg="add mod">
          <ac:chgData name="Vincent Van De Walle" userId="503d699d-879a-4b2b-8e3d-903b3421bd06" providerId="ADAL" clId="{6F6EE276-0C62-4F10-95A1-7753D537804A}" dt="2021-03-16T09:09:58.427" v="1421" actId="1035"/>
          <ac:spMkLst>
            <pc:docMk/>
            <pc:sldMk cId="2686983124" sldId="285"/>
            <ac:spMk id="11" creationId="{B3614814-A657-4C2E-BB95-17347D8E0E83}"/>
          </ac:spMkLst>
        </pc:spChg>
        <pc:spChg chg="add mod">
          <ac:chgData name="Vincent Van De Walle" userId="503d699d-879a-4b2b-8e3d-903b3421bd06" providerId="ADAL" clId="{6F6EE276-0C62-4F10-95A1-7753D537804A}" dt="2021-03-16T09:09:58.427" v="1421" actId="1035"/>
          <ac:spMkLst>
            <pc:docMk/>
            <pc:sldMk cId="2686983124" sldId="285"/>
            <ac:spMk id="12" creationId="{F65CD788-6F97-46C5-BFC6-E4756674FF55}"/>
          </ac:spMkLst>
        </pc:spChg>
        <pc:spChg chg="add mod">
          <ac:chgData name="Vincent Van De Walle" userId="503d699d-879a-4b2b-8e3d-903b3421bd06" providerId="ADAL" clId="{6F6EE276-0C62-4F10-95A1-7753D537804A}" dt="2021-03-16T09:09:58.427" v="1421" actId="1035"/>
          <ac:spMkLst>
            <pc:docMk/>
            <pc:sldMk cId="2686983124" sldId="285"/>
            <ac:spMk id="13" creationId="{FF33E5A0-129B-4DAE-81DE-DF44CCC58293}"/>
          </ac:spMkLst>
        </pc:spChg>
        <pc:spChg chg="add mod">
          <ac:chgData name="Vincent Van De Walle" userId="503d699d-879a-4b2b-8e3d-903b3421bd06" providerId="ADAL" clId="{6F6EE276-0C62-4F10-95A1-7753D537804A}" dt="2021-03-16T09:09:58.427" v="1421" actId="1035"/>
          <ac:spMkLst>
            <pc:docMk/>
            <pc:sldMk cId="2686983124" sldId="285"/>
            <ac:spMk id="14" creationId="{A46229E6-D77E-450D-AD35-65F91B10DA77}"/>
          </ac:spMkLst>
        </pc:spChg>
        <pc:spChg chg="add mod">
          <ac:chgData name="Vincent Van De Walle" userId="503d699d-879a-4b2b-8e3d-903b3421bd06" providerId="ADAL" clId="{6F6EE276-0C62-4F10-95A1-7753D537804A}" dt="2021-03-16T09:09:58.427" v="1421" actId="1035"/>
          <ac:spMkLst>
            <pc:docMk/>
            <pc:sldMk cId="2686983124" sldId="285"/>
            <ac:spMk id="15" creationId="{BB6CA77F-1E69-41B8-B606-BEA36ED24FD8}"/>
          </ac:spMkLst>
        </pc:spChg>
        <pc:spChg chg="add mod">
          <ac:chgData name="Vincent Van De Walle" userId="503d699d-879a-4b2b-8e3d-903b3421bd06" providerId="ADAL" clId="{6F6EE276-0C62-4F10-95A1-7753D537804A}" dt="2021-03-16T09:09:58.427" v="1421" actId="1035"/>
          <ac:spMkLst>
            <pc:docMk/>
            <pc:sldMk cId="2686983124" sldId="285"/>
            <ac:spMk id="16" creationId="{59EC3713-44A3-4E7A-B301-3FAF03B0717B}"/>
          </ac:spMkLst>
        </pc:spChg>
        <pc:spChg chg="add mod">
          <ac:chgData name="Vincent Van De Walle" userId="503d699d-879a-4b2b-8e3d-903b3421bd06" providerId="ADAL" clId="{6F6EE276-0C62-4F10-95A1-7753D537804A}" dt="2021-03-16T09:09:58.427" v="1421" actId="1035"/>
          <ac:spMkLst>
            <pc:docMk/>
            <pc:sldMk cId="2686983124" sldId="285"/>
            <ac:spMk id="17" creationId="{9AA08443-E43E-452C-875A-B9BEAFB1C88B}"/>
          </ac:spMkLst>
        </pc:spChg>
        <pc:spChg chg="add del">
          <ac:chgData name="Vincent Van De Walle" userId="503d699d-879a-4b2b-8e3d-903b3421bd06" providerId="ADAL" clId="{6F6EE276-0C62-4F10-95A1-7753D537804A}" dt="2021-03-16T09:07:05.650" v="1343"/>
          <ac:spMkLst>
            <pc:docMk/>
            <pc:sldMk cId="2686983124" sldId="285"/>
            <ac:spMk id="18" creationId="{772948D7-B056-4A29-9DF9-555F605514D6}"/>
          </ac:spMkLst>
        </pc:spChg>
        <pc:spChg chg="add del">
          <ac:chgData name="Vincent Van De Walle" userId="503d699d-879a-4b2b-8e3d-903b3421bd06" providerId="ADAL" clId="{6F6EE276-0C62-4F10-95A1-7753D537804A}" dt="2021-03-16T09:07:05.650" v="1343"/>
          <ac:spMkLst>
            <pc:docMk/>
            <pc:sldMk cId="2686983124" sldId="285"/>
            <ac:spMk id="19" creationId="{5F045B78-53D2-4E3D-9D33-922732520887}"/>
          </ac:spMkLst>
        </pc:spChg>
        <pc:spChg chg="add del">
          <ac:chgData name="Vincent Van De Walle" userId="503d699d-879a-4b2b-8e3d-903b3421bd06" providerId="ADAL" clId="{6F6EE276-0C62-4F10-95A1-7753D537804A}" dt="2021-03-16T09:07:05.650" v="1343"/>
          <ac:spMkLst>
            <pc:docMk/>
            <pc:sldMk cId="2686983124" sldId="285"/>
            <ac:spMk id="20" creationId="{A6533161-63F9-4CE7-B729-50BB34EA7184}"/>
          </ac:spMkLst>
        </pc:spChg>
        <pc:spChg chg="add del">
          <ac:chgData name="Vincent Van De Walle" userId="503d699d-879a-4b2b-8e3d-903b3421bd06" providerId="ADAL" clId="{6F6EE276-0C62-4F10-95A1-7753D537804A}" dt="2021-03-16T09:07:05.650" v="1343"/>
          <ac:spMkLst>
            <pc:docMk/>
            <pc:sldMk cId="2686983124" sldId="285"/>
            <ac:spMk id="21" creationId="{8E66EDDD-94E2-4711-B054-6BF21DAC1B43}"/>
          </ac:spMkLst>
        </pc:spChg>
        <pc:spChg chg="add del">
          <ac:chgData name="Vincent Van De Walle" userId="503d699d-879a-4b2b-8e3d-903b3421bd06" providerId="ADAL" clId="{6F6EE276-0C62-4F10-95A1-7753D537804A}" dt="2021-03-16T09:07:05.650" v="1343"/>
          <ac:spMkLst>
            <pc:docMk/>
            <pc:sldMk cId="2686983124" sldId="285"/>
            <ac:spMk id="22" creationId="{25CB244E-12B5-498E-B451-39B1D78029C2}"/>
          </ac:spMkLst>
        </pc:spChg>
        <pc:spChg chg="add del">
          <ac:chgData name="Vincent Van De Walle" userId="503d699d-879a-4b2b-8e3d-903b3421bd06" providerId="ADAL" clId="{6F6EE276-0C62-4F10-95A1-7753D537804A}" dt="2021-03-16T09:07:05.650" v="1343"/>
          <ac:spMkLst>
            <pc:docMk/>
            <pc:sldMk cId="2686983124" sldId="285"/>
            <ac:spMk id="23" creationId="{82699871-8C5A-4EE1-83F5-4F09FBA64B23}"/>
          </ac:spMkLst>
        </pc:spChg>
        <pc:spChg chg="add del">
          <ac:chgData name="Vincent Van De Walle" userId="503d699d-879a-4b2b-8e3d-903b3421bd06" providerId="ADAL" clId="{6F6EE276-0C62-4F10-95A1-7753D537804A}" dt="2021-03-16T09:07:05.650" v="1343"/>
          <ac:spMkLst>
            <pc:docMk/>
            <pc:sldMk cId="2686983124" sldId="285"/>
            <ac:spMk id="24" creationId="{C18B47B5-1423-445C-9349-BDDB7C3B1A39}"/>
          </ac:spMkLst>
        </pc:spChg>
        <pc:spChg chg="add del">
          <ac:chgData name="Vincent Van De Walle" userId="503d699d-879a-4b2b-8e3d-903b3421bd06" providerId="ADAL" clId="{6F6EE276-0C62-4F10-95A1-7753D537804A}" dt="2021-03-16T09:07:05.650" v="1343"/>
          <ac:spMkLst>
            <pc:docMk/>
            <pc:sldMk cId="2686983124" sldId="285"/>
            <ac:spMk id="25" creationId="{C0212E3B-A688-44DC-A222-ABB87606FFDC}"/>
          </ac:spMkLst>
        </pc:spChg>
        <pc:spChg chg="add del">
          <ac:chgData name="Vincent Van De Walle" userId="503d699d-879a-4b2b-8e3d-903b3421bd06" providerId="ADAL" clId="{6F6EE276-0C62-4F10-95A1-7753D537804A}" dt="2021-03-16T09:07:05.650" v="1343"/>
          <ac:spMkLst>
            <pc:docMk/>
            <pc:sldMk cId="2686983124" sldId="285"/>
            <ac:spMk id="26" creationId="{248E5BF1-A806-4988-88B9-CDB8EDEAC4CD}"/>
          </ac:spMkLst>
        </pc:spChg>
        <pc:spChg chg="add del">
          <ac:chgData name="Vincent Van De Walle" userId="503d699d-879a-4b2b-8e3d-903b3421bd06" providerId="ADAL" clId="{6F6EE276-0C62-4F10-95A1-7753D537804A}" dt="2021-03-16T09:07:05.170" v="1342"/>
          <ac:spMkLst>
            <pc:docMk/>
            <pc:sldMk cId="2686983124" sldId="285"/>
            <ac:spMk id="27" creationId="{E10D01B1-2A51-43B7-80CC-DBCDDDB976B3}"/>
          </ac:spMkLst>
        </pc:spChg>
        <pc:spChg chg="add del">
          <ac:chgData name="Vincent Van De Walle" userId="503d699d-879a-4b2b-8e3d-903b3421bd06" providerId="ADAL" clId="{6F6EE276-0C62-4F10-95A1-7753D537804A}" dt="2021-03-16T09:07:05.170" v="1342"/>
          <ac:spMkLst>
            <pc:docMk/>
            <pc:sldMk cId="2686983124" sldId="285"/>
            <ac:spMk id="28" creationId="{8C1DB661-BE17-4F8D-89DE-F52F21BA9245}"/>
          </ac:spMkLst>
        </pc:spChg>
        <pc:spChg chg="add del">
          <ac:chgData name="Vincent Van De Walle" userId="503d699d-879a-4b2b-8e3d-903b3421bd06" providerId="ADAL" clId="{6F6EE276-0C62-4F10-95A1-7753D537804A}" dt="2021-03-16T09:07:05.170" v="1342"/>
          <ac:spMkLst>
            <pc:docMk/>
            <pc:sldMk cId="2686983124" sldId="285"/>
            <ac:spMk id="29" creationId="{39831D44-F73C-4DE1-8982-89BCEF062C6A}"/>
          </ac:spMkLst>
        </pc:spChg>
        <pc:spChg chg="add del">
          <ac:chgData name="Vincent Van De Walle" userId="503d699d-879a-4b2b-8e3d-903b3421bd06" providerId="ADAL" clId="{6F6EE276-0C62-4F10-95A1-7753D537804A}" dt="2021-03-16T09:07:05.170" v="1342"/>
          <ac:spMkLst>
            <pc:docMk/>
            <pc:sldMk cId="2686983124" sldId="285"/>
            <ac:spMk id="30" creationId="{FEC57573-4CE7-41F5-AD5A-82966CC52589}"/>
          </ac:spMkLst>
        </pc:spChg>
        <pc:spChg chg="add del">
          <ac:chgData name="Vincent Van De Walle" userId="503d699d-879a-4b2b-8e3d-903b3421bd06" providerId="ADAL" clId="{6F6EE276-0C62-4F10-95A1-7753D537804A}" dt="2021-03-16T09:07:05.170" v="1342"/>
          <ac:spMkLst>
            <pc:docMk/>
            <pc:sldMk cId="2686983124" sldId="285"/>
            <ac:spMk id="31" creationId="{50D222F8-FA73-4290-B7FB-0E65B1AF593C}"/>
          </ac:spMkLst>
        </pc:spChg>
        <pc:spChg chg="add del">
          <ac:chgData name="Vincent Van De Walle" userId="503d699d-879a-4b2b-8e3d-903b3421bd06" providerId="ADAL" clId="{6F6EE276-0C62-4F10-95A1-7753D537804A}" dt="2021-03-16T09:07:05.170" v="1342"/>
          <ac:spMkLst>
            <pc:docMk/>
            <pc:sldMk cId="2686983124" sldId="285"/>
            <ac:spMk id="32" creationId="{7A3076A0-126C-4057-825A-B5CC7A82A1AA}"/>
          </ac:spMkLst>
        </pc:spChg>
        <pc:spChg chg="add del">
          <ac:chgData name="Vincent Van De Walle" userId="503d699d-879a-4b2b-8e3d-903b3421bd06" providerId="ADAL" clId="{6F6EE276-0C62-4F10-95A1-7753D537804A}" dt="2021-03-16T09:07:05.170" v="1342"/>
          <ac:spMkLst>
            <pc:docMk/>
            <pc:sldMk cId="2686983124" sldId="285"/>
            <ac:spMk id="33" creationId="{F517606B-EF00-4977-B335-5B12CC20BB9B}"/>
          </ac:spMkLst>
        </pc:spChg>
        <pc:spChg chg="add del">
          <ac:chgData name="Vincent Van De Walle" userId="503d699d-879a-4b2b-8e3d-903b3421bd06" providerId="ADAL" clId="{6F6EE276-0C62-4F10-95A1-7753D537804A}" dt="2021-03-16T09:07:05.170" v="1342"/>
          <ac:spMkLst>
            <pc:docMk/>
            <pc:sldMk cId="2686983124" sldId="285"/>
            <ac:spMk id="34" creationId="{5AF2A087-7D49-4CEB-8607-80A866989E24}"/>
          </ac:spMkLst>
        </pc:spChg>
        <pc:spChg chg="add del">
          <ac:chgData name="Vincent Van De Walle" userId="503d699d-879a-4b2b-8e3d-903b3421bd06" providerId="ADAL" clId="{6F6EE276-0C62-4F10-95A1-7753D537804A}" dt="2021-03-16T09:07:05.170" v="1342"/>
          <ac:spMkLst>
            <pc:docMk/>
            <pc:sldMk cId="2686983124" sldId="285"/>
            <ac:spMk id="35" creationId="{3FEED144-C64B-483F-9815-44912F716291}"/>
          </ac:spMkLst>
        </pc:spChg>
        <pc:spChg chg="add mod">
          <ac:chgData name="Vincent Van De Walle" userId="503d699d-879a-4b2b-8e3d-903b3421bd06" providerId="ADAL" clId="{6F6EE276-0C62-4F10-95A1-7753D537804A}" dt="2021-03-16T09:09:58.427" v="1421" actId="1035"/>
          <ac:spMkLst>
            <pc:docMk/>
            <pc:sldMk cId="2686983124" sldId="285"/>
            <ac:spMk id="36" creationId="{39DF9AE9-E259-4007-9537-9610CC9D7419}"/>
          </ac:spMkLst>
        </pc:spChg>
        <pc:spChg chg="add mod">
          <ac:chgData name="Vincent Van De Walle" userId="503d699d-879a-4b2b-8e3d-903b3421bd06" providerId="ADAL" clId="{6F6EE276-0C62-4F10-95A1-7753D537804A}" dt="2021-03-16T09:09:58.427" v="1421" actId="1035"/>
          <ac:spMkLst>
            <pc:docMk/>
            <pc:sldMk cId="2686983124" sldId="285"/>
            <ac:spMk id="37" creationId="{385289FA-0F84-432C-B6D2-FC18A995EA41}"/>
          </ac:spMkLst>
        </pc:spChg>
        <pc:spChg chg="add mod">
          <ac:chgData name="Vincent Van De Walle" userId="503d699d-879a-4b2b-8e3d-903b3421bd06" providerId="ADAL" clId="{6F6EE276-0C62-4F10-95A1-7753D537804A}" dt="2021-03-16T09:09:58.427" v="1421" actId="1035"/>
          <ac:spMkLst>
            <pc:docMk/>
            <pc:sldMk cId="2686983124" sldId="285"/>
            <ac:spMk id="38" creationId="{E8EE705A-ED11-4C5F-815F-0F1352D32046}"/>
          </ac:spMkLst>
        </pc:spChg>
        <pc:spChg chg="add mod">
          <ac:chgData name="Vincent Van De Walle" userId="503d699d-879a-4b2b-8e3d-903b3421bd06" providerId="ADAL" clId="{6F6EE276-0C62-4F10-95A1-7753D537804A}" dt="2021-03-16T09:09:58.427" v="1421" actId="1035"/>
          <ac:spMkLst>
            <pc:docMk/>
            <pc:sldMk cId="2686983124" sldId="285"/>
            <ac:spMk id="39" creationId="{8DEE1987-0CCA-4500-80C7-0C285FD6A3AD}"/>
          </ac:spMkLst>
        </pc:spChg>
        <pc:spChg chg="add mod">
          <ac:chgData name="Vincent Van De Walle" userId="503d699d-879a-4b2b-8e3d-903b3421bd06" providerId="ADAL" clId="{6F6EE276-0C62-4F10-95A1-7753D537804A}" dt="2021-03-16T09:09:58.427" v="1421" actId="1035"/>
          <ac:spMkLst>
            <pc:docMk/>
            <pc:sldMk cId="2686983124" sldId="285"/>
            <ac:spMk id="40" creationId="{28B3D0A4-D4D3-4231-A4E7-E9BD9B4B0464}"/>
          </ac:spMkLst>
        </pc:spChg>
        <pc:spChg chg="add mod">
          <ac:chgData name="Vincent Van De Walle" userId="503d699d-879a-4b2b-8e3d-903b3421bd06" providerId="ADAL" clId="{6F6EE276-0C62-4F10-95A1-7753D537804A}" dt="2021-03-16T09:09:58.427" v="1421" actId="1035"/>
          <ac:spMkLst>
            <pc:docMk/>
            <pc:sldMk cId="2686983124" sldId="285"/>
            <ac:spMk id="41" creationId="{81978282-C848-4592-8E92-2BFDA8EB71E4}"/>
          </ac:spMkLst>
        </pc:spChg>
        <pc:spChg chg="add mod">
          <ac:chgData name="Vincent Van De Walle" userId="503d699d-879a-4b2b-8e3d-903b3421bd06" providerId="ADAL" clId="{6F6EE276-0C62-4F10-95A1-7753D537804A}" dt="2021-03-16T09:09:58.427" v="1421" actId="1035"/>
          <ac:spMkLst>
            <pc:docMk/>
            <pc:sldMk cId="2686983124" sldId="285"/>
            <ac:spMk id="42" creationId="{2B53317E-F047-471F-B874-935F5500DE7C}"/>
          </ac:spMkLst>
        </pc:spChg>
        <pc:spChg chg="add mod">
          <ac:chgData name="Vincent Van De Walle" userId="503d699d-879a-4b2b-8e3d-903b3421bd06" providerId="ADAL" clId="{6F6EE276-0C62-4F10-95A1-7753D537804A}" dt="2021-03-16T09:09:58.427" v="1421" actId="1035"/>
          <ac:spMkLst>
            <pc:docMk/>
            <pc:sldMk cId="2686983124" sldId="285"/>
            <ac:spMk id="43" creationId="{526D427F-F897-4A18-A4DF-71DE7469F393}"/>
          </ac:spMkLst>
        </pc:spChg>
        <pc:spChg chg="add mod">
          <ac:chgData name="Vincent Van De Walle" userId="503d699d-879a-4b2b-8e3d-903b3421bd06" providerId="ADAL" clId="{6F6EE276-0C62-4F10-95A1-7753D537804A}" dt="2021-03-16T09:09:58.427" v="1421" actId="1035"/>
          <ac:spMkLst>
            <pc:docMk/>
            <pc:sldMk cId="2686983124" sldId="285"/>
            <ac:spMk id="44" creationId="{93D43604-ECF3-44BC-9103-096230A6D1C6}"/>
          </ac:spMkLst>
        </pc:spChg>
        <pc:spChg chg="add mod">
          <ac:chgData name="Vincent Van De Walle" userId="503d699d-879a-4b2b-8e3d-903b3421bd06" providerId="ADAL" clId="{6F6EE276-0C62-4F10-95A1-7753D537804A}" dt="2021-03-16T09:09:58.427" v="1421" actId="1035"/>
          <ac:spMkLst>
            <pc:docMk/>
            <pc:sldMk cId="2686983124" sldId="285"/>
            <ac:spMk id="45" creationId="{8E65B85E-2DCD-4996-8FF0-2F3CC2F8031D}"/>
          </ac:spMkLst>
        </pc:spChg>
        <pc:spChg chg="add mod">
          <ac:chgData name="Vincent Van De Walle" userId="503d699d-879a-4b2b-8e3d-903b3421bd06" providerId="ADAL" clId="{6F6EE276-0C62-4F10-95A1-7753D537804A}" dt="2021-03-16T09:09:58.427" v="1421" actId="1035"/>
          <ac:spMkLst>
            <pc:docMk/>
            <pc:sldMk cId="2686983124" sldId="285"/>
            <ac:spMk id="46" creationId="{E2CEED41-569F-43CE-B277-35331646ADF8}"/>
          </ac:spMkLst>
        </pc:spChg>
        <pc:spChg chg="add mod">
          <ac:chgData name="Vincent Van De Walle" userId="503d699d-879a-4b2b-8e3d-903b3421bd06" providerId="ADAL" clId="{6F6EE276-0C62-4F10-95A1-7753D537804A}" dt="2021-03-16T09:09:58.427" v="1421" actId="1035"/>
          <ac:spMkLst>
            <pc:docMk/>
            <pc:sldMk cId="2686983124" sldId="285"/>
            <ac:spMk id="47" creationId="{C261F711-A026-409F-8595-41395DC7D566}"/>
          </ac:spMkLst>
        </pc:spChg>
        <pc:spChg chg="add mod">
          <ac:chgData name="Vincent Van De Walle" userId="503d699d-879a-4b2b-8e3d-903b3421bd06" providerId="ADAL" clId="{6F6EE276-0C62-4F10-95A1-7753D537804A}" dt="2021-03-16T09:09:58.427" v="1421" actId="1035"/>
          <ac:spMkLst>
            <pc:docMk/>
            <pc:sldMk cId="2686983124" sldId="285"/>
            <ac:spMk id="48" creationId="{F3395298-AD5A-4B0A-AF69-34A022E38AE8}"/>
          </ac:spMkLst>
        </pc:spChg>
        <pc:spChg chg="add mod">
          <ac:chgData name="Vincent Van De Walle" userId="503d699d-879a-4b2b-8e3d-903b3421bd06" providerId="ADAL" clId="{6F6EE276-0C62-4F10-95A1-7753D537804A}" dt="2021-03-16T09:09:58.427" v="1421" actId="1035"/>
          <ac:spMkLst>
            <pc:docMk/>
            <pc:sldMk cId="2686983124" sldId="285"/>
            <ac:spMk id="49" creationId="{F5EC3E91-1FE6-4A29-8DF7-B2F461FEAA0E}"/>
          </ac:spMkLst>
        </pc:spChg>
        <pc:spChg chg="add mod">
          <ac:chgData name="Vincent Van De Walle" userId="503d699d-879a-4b2b-8e3d-903b3421bd06" providerId="ADAL" clId="{6F6EE276-0C62-4F10-95A1-7753D537804A}" dt="2021-03-16T09:09:58.427" v="1421" actId="1035"/>
          <ac:spMkLst>
            <pc:docMk/>
            <pc:sldMk cId="2686983124" sldId="285"/>
            <ac:spMk id="50" creationId="{BE994A96-9B93-40C9-BE22-344D74AD0C53}"/>
          </ac:spMkLst>
        </pc:spChg>
        <pc:spChg chg="add mod">
          <ac:chgData name="Vincent Van De Walle" userId="503d699d-879a-4b2b-8e3d-903b3421bd06" providerId="ADAL" clId="{6F6EE276-0C62-4F10-95A1-7753D537804A}" dt="2021-03-16T09:09:58.427" v="1421" actId="1035"/>
          <ac:spMkLst>
            <pc:docMk/>
            <pc:sldMk cId="2686983124" sldId="285"/>
            <ac:spMk id="51" creationId="{A558EB66-F150-42F7-AA0A-A3D470DAEE74}"/>
          </ac:spMkLst>
        </pc:spChg>
        <pc:spChg chg="add mod">
          <ac:chgData name="Vincent Van De Walle" userId="503d699d-879a-4b2b-8e3d-903b3421bd06" providerId="ADAL" clId="{6F6EE276-0C62-4F10-95A1-7753D537804A}" dt="2021-03-16T09:09:58.427" v="1421" actId="1035"/>
          <ac:spMkLst>
            <pc:docMk/>
            <pc:sldMk cId="2686983124" sldId="285"/>
            <ac:spMk id="52" creationId="{3F3AA4CC-24C7-40A6-8B40-20F31BD29AD3}"/>
          </ac:spMkLst>
        </pc:spChg>
        <pc:spChg chg="add mod">
          <ac:chgData name="Vincent Van De Walle" userId="503d699d-879a-4b2b-8e3d-903b3421bd06" providerId="ADAL" clId="{6F6EE276-0C62-4F10-95A1-7753D537804A}" dt="2021-03-16T09:09:58.427" v="1421" actId="1035"/>
          <ac:spMkLst>
            <pc:docMk/>
            <pc:sldMk cId="2686983124" sldId="285"/>
            <ac:spMk id="53" creationId="{89D3C523-2F3E-4421-AF29-B833C2214473}"/>
          </ac:spMkLst>
        </pc:spChg>
        <pc:spChg chg="add mod">
          <ac:chgData name="Vincent Van De Walle" userId="503d699d-879a-4b2b-8e3d-903b3421bd06" providerId="ADAL" clId="{6F6EE276-0C62-4F10-95A1-7753D537804A}" dt="2021-03-16T09:10:18.594" v="1424"/>
          <ac:spMkLst>
            <pc:docMk/>
            <pc:sldMk cId="2686983124" sldId="285"/>
            <ac:spMk id="54" creationId="{DD7B8762-EC06-4CDE-8536-5C7A0431D50B}"/>
          </ac:spMkLst>
        </pc:spChg>
        <pc:spChg chg="add mod">
          <ac:chgData name="Vincent Van De Walle" userId="503d699d-879a-4b2b-8e3d-903b3421bd06" providerId="ADAL" clId="{6F6EE276-0C62-4F10-95A1-7753D537804A}" dt="2021-03-16T09:14:11.650" v="1482" actId="20577"/>
          <ac:spMkLst>
            <pc:docMk/>
            <pc:sldMk cId="2686983124" sldId="285"/>
            <ac:spMk id="55" creationId="{161D22E2-1CEE-46A3-B07B-C05DD5FD631F}"/>
          </ac:spMkLst>
        </pc:spChg>
        <pc:graphicFrameChg chg="mod">
          <ac:chgData name="Vincent Van De Walle" userId="503d699d-879a-4b2b-8e3d-903b3421bd06" providerId="ADAL" clId="{6F6EE276-0C62-4F10-95A1-7753D537804A}" dt="2021-03-16T09:04:13.114" v="1251" actId="1076"/>
          <ac:graphicFrameMkLst>
            <pc:docMk/>
            <pc:sldMk cId="2686983124" sldId="285"/>
            <ac:graphicFrameMk id="6" creationId="{15BF6460-085D-493D-9832-5065E48B5481}"/>
          </ac:graphicFrameMkLst>
        </pc:graphicFrameChg>
      </pc:sldChg>
      <pc:sldChg chg="modSp add">
        <pc:chgData name="Vincent Van De Walle" userId="503d699d-879a-4b2b-8e3d-903b3421bd06" providerId="ADAL" clId="{6F6EE276-0C62-4F10-95A1-7753D537804A}" dt="2021-03-16T09:17:05.866" v="1547" actId="113"/>
        <pc:sldMkLst>
          <pc:docMk/>
          <pc:sldMk cId="747015613" sldId="286"/>
        </pc:sldMkLst>
        <pc:spChg chg="mod">
          <ac:chgData name="Vincent Van De Walle" userId="503d699d-879a-4b2b-8e3d-903b3421bd06" providerId="ADAL" clId="{6F6EE276-0C62-4F10-95A1-7753D537804A}" dt="2021-03-16T09:16:24.688" v="1520" actId="20577"/>
          <ac:spMkLst>
            <pc:docMk/>
            <pc:sldMk cId="747015613" sldId="286"/>
            <ac:spMk id="2" creationId="{CDC83056-688D-4DCE-8143-316A31D9473A}"/>
          </ac:spMkLst>
        </pc:spChg>
        <pc:graphicFrameChg chg="modGraphic">
          <ac:chgData name="Vincent Van De Walle" userId="503d699d-879a-4b2b-8e3d-903b3421bd06" providerId="ADAL" clId="{6F6EE276-0C62-4F10-95A1-7753D537804A}" dt="2021-03-16T09:17:05.866" v="1547" actId="113"/>
          <ac:graphicFrameMkLst>
            <pc:docMk/>
            <pc:sldMk cId="747015613" sldId="286"/>
            <ac:graphicFrameMk id="6" creationId="{15BF6460-085D-493D-9832-5065E48B5481}"/>
          </ac:graphicFrameMkLst>
        </pc:graphicFrameChg>
      </pc:sldChg>
      <pc:sldChg chg="addSp delSp modSp add modAnim">
        <pc:chgData name="Vincent Van De Walle" userId="503d699d-879a-4b2b-8e3d-903b3421bd06" providerId="ADAL" clId="{6F6EE276-0C62-4F10-95A1-7753D537804A}" dt="2021-03-16T09:28:11.088" v="1661" actId="20577"/>
        <pc:sldMkLst>
          <pc:docMk/>
          <pc:sldMk cId="2306426809" sldId="287"/>
        </pc:sldMkLst>
        <pc:spChg chg="del">
          <ac:chgData name="Vincent Van De Walle" userId="503d699d-879a-4b2b-8e3d-903b3421bd06" providerId="ADAL" clId="{6F6EE276-0C62-4F10-95A1-7753D537804A}" dt="2021-03-16T09:19:34.544" v="1549" actId="478"/>
          <ac:spMkLst>
            <pc:docMk/>
            <pc:sldMk cId="2306426809" sldId="287"/>
            <ac:spMk id="9" creationId="{7B43C617-D1D8-4EE4-9924-4374903C952F}"/>
          </ac:spMkLst>
        </pc:spChg>
        <pc:spChg chg="del">
          <ac:chgData name="Vincent Van De Walle" userId="503d699d-879a-4b2b-8e3d-903b3421bd06" providerId="ADAL" clId="{6F6EE276-0C62-4F10-95A1-7753D537804A}" dt="2021-03-16T09:19:51.507" v="1565" actId="478"/>
          <ac:spMkLst>
            <pc:docMk/>
            <pc:sldMk cId="2306426809" sldId="287"/>
            <ac:spMk id="10" creationId="{E63D934B-1132-48C5-9CE4-7947F78D15A5}"/>
          </ac:spMkLst>
        </pc:spChg>
        <pc:spChg chg="del">
          <ac:chgData name="Vincent Van De Walle" userId="503d699d-879a-4b2b-8e3d-903b3421bd06" providerId="ADAL" clId="{6F6EE276-0C62-4F10-95A1-7753D537804A}" dt="2021-03-16T09:19:40.418" v="1553" actId="478"/>
          <ac:spMkLst>
            <pc:docMk/>
            <pc:sldMk cId="2306426809" sldId="287"/>
            <ac:spMk id="11" creationId="{B3614814-A657-4C2E-BB95-17347D8E0E83}"/>
          </ac:spMkLst>
        </pc:spChg>
        <pc:spChg chg="del">
          <ac:chgData name="Vincent Van De Walle" userId="503d699d-879a-4b2b-8e3d-903b3421bd06" providerId="ADAL" clId="{6F6EE276-0C62-4F10-95A1-7753D537804A}" dt="2021-03-16T09:19:47.168" v="1560" actId="478"/>
          <ac:spMkLst>
            <pc:docMk/>
            <pc:sldMk cId="2306426809" sldId="287"/>
            <ac:spMk id="12" creationId="{F65CD788-6F97-46C5-BFC6-E4756674FF55}"/>
          </ac:spMkLst>
        </pc:spChg>
        <pc:spChg chg="del">
          <ac:chgData name="Vincent Van De Walle" userId="503d699d-879a-4b2b-8e3d-903b3421bd06" providerId="ADAL" clId="{6F6EE276-0C62-4F10-95A1-7753D537804A}" dt="2021-03-16T09:19:35.701" v="1550" actId="478"/>
          <ac:spMkLst>
            <pc:docMk/>
            <pc:sldMk cId="2306426809" sldId="287"/>
            <ac:spMk id="13" creationId="{FF33E5A0-129B-4DAE-81DE-DF44CCC58293}"/>
          </ac:spMkLst>
        </pc:spChg>
        <pc:spChg chg="del">
          <ac:chgData name="Vincent Van De Walle" userId="503d699d-879a-4b2b-8e3d-903b3421bd06" providerId="ADAL" clId="{6F6EE276-0C62-4F10-95A1-7753D537804A}" dt="2021-03-16T09:19:41.392" v="1554" actId="478"/>
          <ac:spMkLst>
            <pc:docMk/>
            <pc:sldMk cId="2306426809" sldId="287"/>
            <ac:spMk id="14" creationId="{A46229E6-D77E-450D-AD35-65F91B10DA77}"/>
          </ac:spMkLst>
        </pc:spChg>
        <pc:spChg chg="del">
          <ac:chgData name="Vincent Van De Walle" userId="503d699d-879a-4b2b-8e3d-903b3421bd06" providerId="ADAL" clId="{6F6EE276-0C62-4F10-95A1-7753D537804A}" dt="2021-03-16T09:19:45.184" v="1558" actId="478"/>
          <ac:spMkLst>
            <pc:docMk/>
            <pc:sldMk cId="2306426809" sldId="287"/>
            <ac:spMk id="15" creationId="{BB6CA77F-1E69-41B8-B606-BEA36ED24FD8}"/>
          </ac:spMkLst>
        </pc:spChg>
        <pc:spChg chg="del">
          <ac:chgData name="Vincent Van De Walle" userId="503d699d-879a-4b2b-8e3d-903b3421bd06" providerId="ADAL" clId="{6F6EE276-0C62-4F10-95A1-7753D537804A}" dt="2021-03-16T09:19:50.737" v="1564" actId="478"/>
          <ac:spMkLst>
            <pc:docMk/>
            <pc:sldMk cId="2306426809" sldId="287"/>
            <ac:spMk id="16" creationId="{59EC3713-44A3-4E7A-B301-3FAF03B0717B}"/>
          </ac:spMkLst>
        </pc:spChg>
        <pc:spChg chg="del">
          <ac:chgData name="Vincent Van De Walle" userId="503d699d-879a-4b2b-8e3d-903b3421bd06" providerId="ADAL" clId="{6F6EE276-0C62-4F10-95A1-7753D537804A}" dt="2021-03-16T09:19:38.252" v="1552" actId="478"/>
          <ac:spMkLst>
            <pc:docMk/>
            <pc:sldMk cId="2306426809" sldId="287"/>
            <ac:spMk id="17" creationId="{9AA08443-E43E-452C-875A-B9BEAFB1C88B}"/>
          </ac:spMkLst>
        </pc:spChg>
        <pc:spChg chg="del">
          <ac:chgData name="Vincent Van De Walle" userId="503d699d-879a-4b2b-8e3d-903b3421bd06" providerId="ADAL" clId="{6F6EE276-0C62-4F10-95A1-7753D537804A}" dt="2021-03-16T09:19:42.192" v="1555" actId="478"/>
          <ac:spMkLst>
            <pc:docMk/>
            <pc:sldMk cId="2306426809" sldId="287"/>
            <ac:spMk id="36" creationId="{39DF9AE9-E259-4007-9537-9610CC9D7419}"/>
          </ac:spMkLst>
        </pc:spChg>
        <pc:spChg chg="del">
          <ac:chgData name="Vincent Van De Walle" userId="503d699d-879a-4b2b-8e3d-903b3421bd06" providerId="ADAL" clId="{6F6EE276-0C62-4F10-95A1-7753D537804A}" dt="2021-03-16T09:19:57.616" v="1571" actId="478"/>
          <ac:spMkLst>
            <pc:docMk/>
            <pc:sldMk cId="2306426809" sldId="287"/>
            <ac:spMk id="37" creationId="{385289FA-0F84-432C-B6D2-FC18A995EA41}"/>
          </ac:spMkLst>
        </pc:spChg>
        <pc:spChg chg="del">
          <ac:chgData name="Vincent Van De Walle" userId="503d699d-879a-4b2b-8e3d-903b3421bd06" providerId="ADAL" clId="{6F6EE276-0C62-4F10-95A1-7753D537804A}" dt="2021-03-16T09:19:48.194" v="1561" actId="478"/>
          <ac:spMkLst>
            <pc:docMk/>
            <pc:sldMk cId="2306426809" sldId="287"/>
            <ac:spMk id="38" creationId="{E8EE705A-ED11-4C5F-815F-0F1352D32046}"/>
          </ac:spMkLst>
        </pc:spChg>
        <pc:spChg chg="del">
          <ac:chgData name="Vincent Van De Walle" userId="503d699d-879a-4b2b-8e3d-903b3421bd06" providerId="ADAL" clId="{6F6EE276-0C62-4F10-95A1-7753D537804A}" dt="2021-03-16T09:19:59.503" v="1573" actId="478"/>
          <ac:spMkLst>
            <pc:docMk/>
            <pc:sldMk cId="2306426809" sldId="287"/>
            <ac:spMk id="39" creationId="{8DEE1987-0CCA-4500-80C7-0C285FD6A3AD}"/>
          </ac:spMkLst>
        </pc:spChg>
        <pc:spChg chg="del">
          <ac:chgData name="Vincent Van De Walle" userId="503d699d-879a-4b2b-8e3d-903b3421bd06" providerId="ADAL" clId="{6F6EE276-0C62-4F10-95A1-7753D537804A}" dt="2021-03-16T09:19:44.303" v="1557" actId="478"/>
          <ac:spMkLst>
            <pc:docMk/>
            <pc:sldMk cId="2306426809" sldId="287"/>
            <ac:spMk id="40" creationId="{28B3D0A4-D4D3-4231-A4E7-E9BD9B4B0464}"/>
          </ac:spMkLst>
        </pc:spChg>
        <pc:spChg chg="del">
          <ac:chgData name="Vincent Van De Walle" userId="503d699d-879a-4b2b-8e3d-903b3421bd06" providerId="ADAL" clId="{6F6EE276-0C62-4F10-95A1-7753D537804A}" dt="2021-03-16T09:20:01.456" v="1575" actId="478"/>
          <ac:spMkLst>
            <pc:docMk/>
            <pc:sldMk cId="2306426809" sldId="287"/>
            <ac:spMk id="41" creationId="{81978282-C848-4592-8E92-2BFDA8EB71E4}"/>
          </ac:spMkLst>
        </pc:spChg>
        <pc:spChg chg="del">
          <ac:chgData name="Vincent Van De Walle" userId="503d699d-879a-4b2b-8e3d-903b3421bd06" providerId="ADAL" clId="{6F6EE276-0C62-4F10-95A1-7753D537804A}" dt="2021-03-16T09:19:53.312" v="1567" actId="478"/>
          <ac:spMkLst>
            <pc:docMk/>
            <pc:sldMk cId="2306426809" sldId="287"/>
            <ac:spMk id="42" creationId="{2B53317E-F047-471F-B874-935F5500DE7C}"/>
          </ac:spMkLst>
        </pc:spChg>
        <pc:spChg chg="del">
          <ac:chgData name="Vincent Van De Walle" userId="503d699d-879a-4b2b-8e3d-903b3421bd06" providerId="ADAL" clId="{6F6EE276-0C62-4F10-95A1-7753D537804A}" dt="2021-03-16T09:19:56.737" v="1570" actId="478"/>
          <ac:spMkLst>
            <pc:docMk/>
            <pc:sldMk cId="2306426809" sldId="287"/>
            <ac:spMk id="43" creationId="{526D427F-F897-4A18-A4DF-71DE7469F393}"/>
          </ac:spMkLst>
        </pc:spChg>
        <pc:spChg chg="del">
          <ac:chgData name="Vincent Van De Walle" userId="503d699d-879a-4b2b-8e3d-903b3421bd06" providerId="ADAL" clId="{6F6EE276-0C62-4F10-95A1-7753D537804A}" dt="2021-03-16T09:19:52.673" v="1566" actId="478"/>
          <ac:spMkLst>
            <pc:docMk/>
            <pc:sldMk cId="2306426809" sldId="287"/>
            <ac:spMk id="44" creationId="{93D43604-ECF3-44BC-9103-096230A6D1C6}"/>
          </ac:spMkLst>
        </pc:spChg>
        <pc:spChg chg="del">
          <ac:chgData name="Vincent Van De Walle" userId="503d699d-879a-4b2b-8e3d-903b3421bd06" providerId="ADAL" clId="{6F6EE276-0C62-4F10-95A1-7753D537804A}" dt="2021-03-16T09:19:55.490" v="1569" actId="478"/>
          <ac:spMkLst>
            <pc:docMk/>
            <pc:sldMk cId="2306426809" sldId="287"/>
            <ac:spMk id="45" creationId="{8E65B85E-2DCD-4996-8FF0-2F3CC2F8031D}"/>
          </ac:spMkLst>
        </pc:spChg>
        <pc:spChg chg="del">
          <ac:chgData name="Vincent Van De Walle" userId="503d699d-879a-4b2b-8e3d-903b3421bd06" providerId="ADAL" clId="{6F6EE276-0C62-4F10-95A1-7753D537804A}" dt="2021-03-16T09:19:58.478" v="1572" actId="478"/>
          <ac:spMkLst>
            <pc:docMk/>
            <pc:sldMk cId="2306426809" sldId="287"/>
            <ac:spMk id="46" creationId="{E2CEED41-569F-43CE-B277-35331646ADF8}"/>
          </ac:spMkLst>
        </pc:spChg>
        <pc:spChg chg="del">
          <ac:chgData name="Vincent Van De Walle" userId="503d699d-879a-4b2b-8e3d-903b3421bd06" providerId="ADAL" clId="{6F6EE276-0C62-4F10-95A1-7753D537804A}" dt="2021-03-16T09:19:48.984" v="1562" actId="478"/>
          <ac:spMkLst>
            <pc:docMk/>
            <pc:sldMk cId="2306426809" sldId="287"/>
            <ac:spMk id="47" creationId="{C261F711-A026-409F-8595-41395DC7D566}"/>
          </ac:spMkLst>
        </pc:spChg>
        <pc:spChg chg="del">
          <ac:chgData name="Vincent Van De Walle" userId="503d699d-879a-4b2b-8e3d-903b3421bd06" providerId="ADAL" clId="{6F6EE276-0C62-4F10-95A1-7753D537804A}" dt="2021-03-16T09:20:00.389" v="1574" actId="478"/>
          <ac:spMkLst>
            <pc:docMk/>
            <pc:sldMk cId="2306426809" sldId="287"/>
            <ac:spMk id="48" creationId="{F3395298-AD5A-4B0A-AF69-34A022E38AE8}"/>
          </ac:spMkLst>
        </pc:spChg>
        <pc:spChg chg="del">
          <ac:chgData name="Vincent Van De Walle" userId="503d699d-879a-4b2b-8e3d-903b3421bd06" providerId="ADAL" clId="{6F6EE276-0C62-4F10-95A1-7753D537804A}" dt="2021-03-16T09:19:46.258" v="1559" actId="478"/>
          <ac:spMkLst>
            <pc:docMk/>
            <pc:sldMk cId="2306426809" sldId="287"/>
            <ac:spMk id="49" creationId="{F5EC3E91-1FE6-4A29-8DF7-B2F461FEAA0E}"/>
          </ac:spMkLst>
        </pc:spChg>
        <pc:spChg chg="del">
          <ac:chgData name="Vincent Van De Walle" userId="503d699d-879a-4b2b-8e3d-903b3421bd06" providerId="ADAL" clId="{6F6EE276-0C62-4F10-95A1-7753D537804A}" dt="2021-03-16T09:19:54.435" v="1568" actId="478"/>
          <ac:spMkLst>
            <pc:docMk/>
            <pc:sldMk cId="2306426809" sldId="287"/>
            <ac:spMk id="50" creationId="{BE994A96-9B93-40C9-BE22-344D74AD0C53}"/>
          </ac:spMkLst>
        </pc:spChg>
        <pc:spChg chg="del">
          <ac:chgData name="Vincent Van De Walle" userId="503d699d-879a-4b2b-8e3d-903b3421bd06" providerId="ADAL" clId="{6F6EE276-0C62-4F10-95A1-7753D537804A}" dt="2021-03-16T09:19:43.202" v="1556" actId="478"/>
          <ac:spMkLst>
            <pc:docMk/>
            <pc:sldMk cId="2306426809" sldId="287"/>
            <ac:spMk id="51" creationId="{A558EB66-F150-42F7-AA0A-A3D470DAEE74}"/>
          </ac:spMkLst>
        </pc:spChg>
        <pc:spChg chg="del">
          <ac:chgData name="Vincent Van De Walle" userId="503d699d-879a-4b2b-8e3d-903b3421bd06" providerId="ADAL" clId="{6F6EE276-0C62-4F10-95A1-7753D537804A}" dt="2021-03-16T09:19:50.021" v="1563" actId="478"/>
          <ac:spMkLst>
            <pc:docMk/>
            <pc:sldMk cId="2306426809" sldId="287"/>
            <ac:spMk id="52" creationId="{3F3AA4CC-24C7-40A6-8B40-20F31BD29AD3}"/>
          </ac:spMkLst>
        </pc:spChg>
        <pc:spChg chg="del">
          <ac:chgData name="Vincent Van De Walle" userId="503d699d-879a-4b2b-8e3d-903b3421bd06" providerId="ADAL" clId="{6F6EE276-0C62-4F10-95A1-7753D537804A}" dt="2021-03-16T09:19:37.186" v="1551" actId="478"/>
          <ac:spMkLst>
            <pc:docMk/>
            <pc:sldMk cId="2306426809" sldId="287"/>
            <ac:spMk id="53" creationId="{89D3C523-2F3E-4421-AF29-B833C2214473}"/>
          </ac:spMkLst>
        </pc:spChg>
        <pc:spChg chg="add mod">
          <ac:chgData name="Vincent Van De Walle" userId="503d699d-879a-4b2b-8e3d-903b3421bd06" providerId="ADAL" clId="{6F6EE276-0C62-4F10-95A1-7753D537804A}" dt="2021-03-16T09:28:11.088" v="1661" actId="20577"/>
          <ac:spMkLst>
            <pc:docMk/>
            <pc:sldMk cId="2306426809" sldId="287"/>
            <ac:spMk id="56" creationId="{F196EF60-3849-4601-8FA4-5B334E002839}"/>
          </ac:spMkLst>
        </pc:spChg>
      </pc:sldChg>
      <pc:sldChg chg="addSp modSp add modAnim">
        <pc:chgData name="Vincent Van De Walle" userId="503d699d-879a-4b2b-8e3d-903b3421bd06" providerId="ADAL" clId="{6F6EE276-0C62-4F10-95A1-7753D537804A}" dt="2021-03-16T09:32:29.933" v="1668" actId="14100"/>
        <pc:sldMkLst>
          <pc:docMk/>
          <pc:sldMk cId="3087182449" sldId="288"/>
        </pc:sldMkLst>
        <pc:spChg chg="mod">
          <ac:chgData name="Vincent Van De Walle" userId="503d699d-879a-4b2b-8e3d-903b3421bd06" providerId="ADAL" clId="{6F6EE276-0C62-4F10-95A1-7753D537804A}" dt="2021-03-16T09:32:06.068" v="1663" actId="6549"/>
          <ac:spMkLst>
            <pc:docMk/>
            <pc:sldMk cId="3087182449" sldId="288"/>
            <ac:spMk id="4" creationId="{219F28A5-E5A3-44D7-A4B9-C8F5E83913F6}"/>
          </ac:spMkLst>
        </pc:spChg>
        <pc:picChg chg="add mod">
          <ac:chgData name="Vincent Van De Walle" userId="503d699d-879a-4b2b-8e3d-903b3421bd06" providerId="ADAL" clId="{6F6EE276-0C62-4F10-95A1-7753D537804A}" dt="2021-03-16T09:32:29.933" v="1668" actId="14100"/>
          <ac:picMkLst>
            <pc:docMk/>
            <pc:sldMk cId="3087182449" sldId="288"/>
            <ac:picMk id="7" creationId="{6182433F-9B3B-462B-9C60-D10ED1A7CFAF}"/>
          </ac:picMkLst>
        </pc:picChg>
      </pc:sldChg>
      <pc:sldChg chg="add ord">
        <pc:chgData name="Vincent Van De Walle" userId="503d699d-879a-4b2b-8e3d-903b3421bd06" providerId="ADAL" clId="{6F6EE276-0C62-4F10-95A1-7753D537804A}" dt="2021-03-16T09:34:29.715" v="1670"/>
        <pc:sldMkLst>
          <pc:docMk/>
          <pc:sldMk cId="3927689992" sldId="289"/>
        </pc:sldMkLst>
      </pc:sldChg>
      <pc:sldChg chg="delSp modSp add modAnim">
        <pc:chgData name="Vincent Van De Walle" userId="503d699d-879a-4b2b-8e3d-903b3421bd06" providerId="ADAL" clId="{6F6EE276-0C62-4F10-95A1-7753D537804A}" dt="2021-03-16T09:41:41.587" v="2221" actId="20577"/>
        <pc:sldMkLst>
          <pc:docMk/>
          <pc:sldMk cId="660072936" sldId="290"/>
        </pc:sldMkLst>
        <pc:spChg chg="mod">
          <ac:chgData name="Vincent Van De Walle" userId="503d699d-879a-4b2b-8e3d-903b3421bd06" providerId="ADAL" clId="{6F6EE276-0C62-4F10-95A1-7753D537804A}" dt="2021-03-16T09:38:13.598" v="2005" actId="20577"/>
          <ac:spMkLst>
            <pc:docMk/>
            <pc:sldMk cId="660072936" sldId="290"/>
            <ac:spMk id="2" creationId="{CDC83056-688D-4DCE-8143-316A31D9473A}"/>
          </ac:spMkLst>
        </pc:spChg>
        <pc:spChg chg="mod">
          <ac:chgData name="Vincent Van De Walle" userId="503d699d-879a-4b2b-8e3d-903b3421bd06" providerId="ADAL" clId="{6F6EE276-0C62-4F10-95A1-7753D537804A}" dt="2021-03-16T09:41:41.587" v="2221" actId="20577"/>
          <ac:spMkLst>
            <pc:docMk/>
            <pc:sldMk cId="660072936" sldId="290"/>
            <ac:spMk id="4" creationId="{219F28A5-E5A3-44D7-A4B9-C8F5E83913F6}"/>
          </ac:spMkLst>
        </pc:spChg>
        <pc:picChg chg="del">
          <ac:chgData name="Vincent Van De Walle" userId="503d699d-879a-4b2b-8e3d-903b3421bd06" providerId="ADAL" clId="{6F6EE276-0C62-4F10-95A1-7753D537804A}" dt="2021-03-16T09:34:45.868" v="1672" actId="478"/>
          <ac:picMkLst>
            <pc:docMk/>
            <pc:sldMk cId="660072936" sldId="290"/>
            <ac:picMk id="7" creationId="{6182433F-9B3B-462B-9C60-D10ED1A7CFAF}"/>
          </ac:picMkLst>
        </pc:picChg>
      </pc:sldChg>
      <pc:sldChg chg="modSp add modAnim">
        <pc:chgData name="Vincent Van De Walle" userId="503d699d-879a-4b2b-8e3d-903b3421bd06" providerId="ADAL" clId="{6F6EE276-0C62-4F10-95A1-7753D537804A}" dt="2021-03-16T09:46:16.815" v="2276" actId="20577"/>
        <pc:sldMkLst>
          <pc:docMk/>
          <pc:sldMk cId="1407414997" sldId="291"/>
        </pc:sldMkLst>
        <pc:spChg chg="mod">
          <ac:chgData name="Vincent Van De Walle" userId="503d699d-879a-4b2b-8e3d-903b3421bd06" providerId="ADAL" clId="{6F6EE276-0C62-4F10-95A1-7753D537804A}" dt="2021-03-16T09:46:16.815" v="2276" actId="20577"/>
          <ac:spMkLst>
            <pc:docMk/>
            <pc:sldMk cId="1407414997" sldId="291"/>
            <ac:spMk id="4" creationId="{219F28A5-E5A3-44D7-A4B9-C8F5E83913F6}"/>
          </ac:spMkLst>
        </pc:spChg>
      </pc:sldChg>
      <pc:sldChg chg="modSp add modAnim">
        <pc:chgData name="Vincent Van De Walle" userId="503d699d-879a-4b2b-8e3d-903b3421bd06" providerId="ADAL" clId="{6F6EE276-0C62-4F10-95A1-7753D537804A}" dt="2021-03-16T09:52:49.726" v="2389" actId="20577"/>
        <pc:sldMkLst>
          <pc:docMk/>
          <pc:sldMk cId="2733191797" sldId="292"/>
        </pc:sldMkLst>
        <pc:spChg chg="mod">
          <ac:chgData name="Vincent Van De Walle" userId="503d699d-879a-4b2b-8e3d-903b3421bd06" providerId="ADAL" clId="{6F6EE276-0C62-4F10-95A1-7753D537804A}" dt="2021-03-16T09:52:49.726" v="2389" actId="20577"/>
          <ac:spMkLst>
            <pc:docMk/>
            <pc:sldMk cId="2733191797" sldId="292"/>
            <ac:spMk id="2" creationId="{CDC83056-688D-4DCE-8143-316A31D9473A}"/>
          </ac:spMkLst>
        </pc:spChg>
        <pc:spChg chg="mod">
          <ac:chgData name="Vincent Van De Walle" userId="503d699d-879a-4b2b-8e3d-903b3421bd06" providerId="ADAL" clId="{6F6EE276-0C62-4F10-95A1-7753D537804A}" dt="2021-03-16T09:49:18.093" v="2388" actId="20577"/>
          <ac:spMkLst>
            <pc:docMk/>
            <pc:sldMk cId="2733191797" sldId="292"/>
            <ac:spMk id="4" creationId="{219F28A5-E5A3-44D7-A4B9-C8F5E83913F6}"/>
          </ac:spMkLst>
        </pc:spChg>
      </pc:sldChg>
      <pc:sldChg chg="addSp modSp add modAnim">
        <pc:chgData name="Vincent Van De Walle" userId="503d699d-879a-4b2b-8e3d-903b3421bd06" providerId="ADAL" clId="{6F6EE276-0C62-4F10-95A1-7753D537804A}" dt="2021-03-16T10:17:52.638" v="2847"/>
        <pc:sldMkLst>
          <pc:docMk/>
          <pc:sldMk cId="3730101872" sldId="293"/>
        </pc:sldMkLst>
        <pc:spChg chg="mod">
          <ac:chgData name="Vincent Van De Walle" userId="503d699d-879a-4b2b-8e3d-903b3421bd06" providerId="ADAL" clId="{6F6EE276-0C62-4F10-95A1-7753D537804A}" dt="2021-03-16T10:12:01.123" v="2762" actId="15"/>
          <ac:spMkLst>
            <pc:docMk/>
            <pc:sldMk cId="3730101872" sldId="293"/>
            <ac:spMk id="4" creationId="{219F28A5-E5A3-44D7-A4B9-C8F5E83913F6}"/>
          </ac:spMkLst>
        </pc:spChg>
        <pc:picChg chg="add mod">
          <ac:chgData name="Vincent Van De Walle" userId="503d699d-879a-4b2b-8e3d-903b3421bd06" providerId="ADAL" clId="{6F6EE276-0C62-4F10-95A1-7753D537804A}" dt="2021-03-16T10:12:22.209" v="2766" actId="1035"/>
          <ac:picMkLst>
            <pc:docMk/>
            <pc:sldMk cId="3730101872" sldId="293"/>
            <ac:picMk id="7" creationId="{AAC0FE09-6823-4F33-9987-924050A69396}"/>
          </ac:picMkLst>
        </pc:picChg>
      </pc:sldChg>
      <pc:sldChg chg="addSp modSp add modAnim">
        <pc:chgData name="Vincent Van De Walle" userId="503d699d-879a-4b2b-8e3d-903b3421bd06" providerId="ADAL" clId="{6F6EE276-0C62-4F10-95A1-7753D537804A}" dt="2021-03-16T10:17:37.546" v="2846"/>
        <pc:sldMkLst>
          <pc:docMk/>
          <pc:sldMk cId="4014906242" sldId="294"/>
        </pc:sldMkLst>
        <pc:spChg chg="mod">
          <ac:chgData name="Vincent Van De Walle" userId="503d699d-879a-4b2b-8e3d-903b3421bd06" providerId="ADAL" clId="{6F6EE276-0C62-4F10-95A1-7753D537804A}" dt="2021-03-16T10:16:55.028" v="2845" actId="20577"/>
          <ac:spMkLst>
            <pc:docMk/>
            <pc:sldMk cId="4014906242" sldId="294"/>
            <ac:spMk id="4" creationId="{219F28A5-E5A3-44D7-A4B9-C8F5E83913F6}"/>
          </ac:spMkLst>
        </pc:spChg>
        <pc:picChg chg="add mod">
          <ac:chgData name="Vincent Van De Walle" userId="503d699d-879a-4b2b-8e3d-903b3421bd06" providerId="ADAL" clId="{6F6EE276-0C62-4F10-95A1-7753D537804A}" dt="2021-03-16T10:09:54.182" v="2744" actId="962"/>
          <ac:picMkLst>
            <pc:docMk/>
            <pc:sldMk cId="4014906242" sldId="294"/>
            <ac:picMk id="7" creationId="{6E3635CE-C800-4E5B-956F-EE3C876705E6}"/>
          </ac:picMkLst>
        </pc:picChg>
      </pc:sldChg>
      <pc:sldChg chg="addSp delSp modSp add delAnim modAnim">
        <pc:chgData name="Vincent Van De Walle" userId="503d699d-879a-4b2b-8e3d-903b3421bd06" providerId="ADAL" clId="{6F6EE276-0C62-4F10-95A1-7753D537804A}" dt="2021-03-16T10:28:34.860" v="2994"/>
        <pc:sldMkLst>
          <pc:docMk/>
          <pc:sldMk cId="1784516251" sldId="295"/>
        </pc:sldMkLst>
        <pc:spChg chg="mod">
          <ac:chgData name="Vincent Van De Walle" userId="503d699d-879a-4b2b-8e3d-903b3421bd06" providerId="ADAL" clId="{6F6EE276-0C62-4F10-95A1-7753D537804A}" dt="2021-03-16T10:23:08.639" v="2966" actId="1076"/>
          <ac:spMkLst>
            <pc:docMk/>
            <pc:sldMk cId="1784516251" sldId="295"/>
            <ac:spMk id="4" creationId="{219F28A5-E5A3-44D7-A4B9-C8F5E83913F6}"/>
          </ac:spMkLst>
        </pc:spChg>
        <pc:spChg chg="add del mod">
          <ac:chgData name="Vincent Van De Walle" userId="503d699d-879a-4b2b-8e3d-903b3421bd06" providerId="ADAL" clId="{6F6EE276-0C62-4F10-95A1-7753D537804A}" dt="2021-03-16T10:20:07.106" v="2871" actId="478"/>
          <ac:spMkLst>
            <pc:docMk/>
            <pc:sldMk cId="1784516251" sldId="295"/>
            <ac:spMk id="6" creationId="{51AEDF48-F1ED-4815-80AC-BA75A709ABB3}"/>
          </ac:spMkLst>
        </pc:spChg>
        <pc:spChg chg="add mod">
          <ac:chgData name="Vincent Van De Walle" userId="503d699d-879a-4b2b-8e3d-903b3421bd06" providerId="ADAL" clId="{6F6EE276-0C62-4F10-95A1-7753D537804A}" dt="2021-03-16T10:21:39.463" v="2923" actId="113"/>
          <ac:spMkLst>
            <pc:docMk/>
            <pc:sldMk cId="1784516251" sldId="295"/>
            <ac:spMk id="8" creationId="{05EFC09A-0FCE-45CB-A917-5275650053DC}"/>
          </ac:spMkLst>
        </pc:spChg>
        <pc:spChg chg="add mod">
          <ac:chgData name="Vincent Van De Walle" userId="503d699d-879a-4b2b-8e3d-903b3421bd06" providerId="ADAL" clId="{6F6EE276-0C62-4F10-95A1-7753D537804A}" dt="2021-03-16T10:22:34.080" v="2942" actId="13822"/>
          <ac:spMkLst>
            <pc:docMk/>
            <pc:sldMk cId="1784516251" sldId="295"/>
            <ac:spMk id="9" creationId="{5BE485C8-48B7-4C58-BDE8-EE6A8FA53798}"/>
          </ac:spMkLst>
        </pc:spChg>
        <pc:spChg chg="add mod">
          <ac:chgData name="Vincent Van De Walle" userId="503d699d-879a-4b2b-8e3d-903b3421bd06" providerId="ADAL" clId="{6F6EE276-0C62-4F10-95A1-7753D537804A}" dt="2021-03-16T10:21:43.808" v="2925" actId="113"/>
          <ac:spMkLst>
            <pc:docMk/>
            <pc:sldMk cId="1784516251" sldId="295"/>
            <ac:spMk id="10" creationId="{AFE789BD-1967-4DD7-BBCC-E34D276C772E}"/>
          </ac:spMkLst>
        </pc:spChg>
        <pc:spChg chg="add mod">
          <ac:chgData name="Vincent Van De Walle" userId="503d699d-879a-4b2b-8e3d-903b3421bd06" providerId="ADAL" clId="{6F6EE276-0C62-4F10-95A1-7753D537804A}" dt="2021-03-16T10:27:41.694" v="2988" actId="20577"/>
          <ac:spMkLst>
            <pc:docMk/>
            <pc:sldMk cId="1784516251" sldId="295"/>
            <ac:spMk id="11" creationId="{A011EABF-96C8-455C-949B-DADDE0FDBB37}"/>
          </ac:spMkLst>
        </pc:spChg>
        <pc:picChg chg="del">
          <ac:chgData name="Vincent Van De Walle" userId="503d699d-879a-4b2b-8e3d-903b3421bd06" providerId="ADAL" clId="{6F6EE276-0C62-4F10-95A1-7753D537804A}" dt="2021-03-16T10:19:11.015" v="2850" actId="478"/>
          <ac:picMkLst>
            <pc:docMk/>
            <pc:sldMk cId="1784516251" sldId="295"/>
            <ac:picMk id="7" creationId="{6E3635CE-C800-4E5B-956F-EE3C876705E6}"/>
          </ac:picMkLst>
        </pc:picChg>
      </pc:sldChg>
      <pc:sldChg chg="addSp modSp add modAnim">
        <pc:chgData name="Vincent Van De Walle" userId="503d699d-879a-4b2b-8e3d-903b3421bd06" providerId="ADAL" clId="{6F6EE276-0C62-4F10-95A1-7753D537804A}" dt="2021-03-16T10:28:44.228" v="2996"/>
        <pc:sldMkLst>
          <pc:docMk/>
          <pc:sldMk cId="2258474837" sldId="296"/>
        </pc:sldMkLst>
        <pc:spChg chg="mod">
          <ac:chgData name="Vincent Van De Walle" userId="503d699d-879a-4b2b-8e3d-903b3421bd06" providerId="ADAL" clId="{6F6EE276-0C62-4F10-95A1-7753D537804A}" dt="2021-03-16T10:22:12.258" v="2939" actId="20577"/>
          <ac:spMkLst>
            <pc:docMk/>
            <pc:sldMk cId="2258474837" sldId="296"/>
            <ac:spMk id="4" creationId="{219F28A5-E5A3-44D7-A4B9-C8F5E83913F6}"/>
          </ac:spMkLst>
        </pc:spChg>
        <pc:spChg chg="mod">
          <ac:chgData name="Vincent Van De Walle" userId="503d699d-879a-4b2b-8e3d-903b3421bd06" providerId="ADAL" clId="{6F6EE276-0C62-4F10-95A1-7753D537804A}" dt="2021-03-16T10:22:22.109" v="2941" actId="14100"/>
          <ac:spMkLst>
            <pc:docMk/>
            <pc:sldMk cId="2258474837" sldId="296"/>
            <ac:spMk id="8" creationId="{05EFC09A-0FCE-45CB-A917-5275650053DC}"/>
          </ac:spMkLst>
        </pc:spChg>
        <pc:spChg chg="mod">
          <ac:chgData name="Vincent Van De Walle" userId="503d699d-879a-4b2b-8e3d-903b3421bd06" providerId="ADAL" clId="{6F6EE276-0C62-4F10-95A1-7753D537804A}" dt="2021-03-16T10:22:38.232" v="2943" actId="13822"/>
          <ac:spMkLst>
            <pc:docMk/>
            <pc:sldMk cId="2258474837" sldId="296"/>
            <ac:spMk id="9" creationId="{5BE485C8-48B7-4C58-BDE8-EE6A8FA53798}"/>
          </ac:spMkLst>
        </pc:spChg>
        <pc:spChg chg="add mod">
          <ac:chgData name="Vincent Van De Walle" userId="503d699d-879a-4b2b-8e3d-903b3421bd06" providerId="ADAL" clId="{6F6EE276-0C62-4F10-95A1-7753D537804A}" dt="2021-03-16T10:28:14.213" v="2991" actId="14100"/>
          <ac:spMkLst>
            <pc:docMk/>
            <pc:sldMk cId="2258474837" sldId="296"/>
            <ac:spMk id="11" creationId="{D67A34C6-017F-452D-9346-B22C837050F5}"/>
          </ac:spMkLst>
        </pc:spChg>
      </pc:sldChg>
      <pc:sldChg chg="add del">
        <pc:chgData name="Vincent Van De Walle" userId="503d699d-879a-4b2b-8e3d-903b3421bd06" providerId="ADAL" clId="{6F6EE276-0C62-4F10-95A1-7753D537804A}" dt="2021-03-16T10:20:38.888" v="2896" actId="2696"/>
        <pc:sldMkLst>
          <pc:docMk/>
          <pc:sldMk cId="4153950307" sldId="296"/>
        </pc:sldMkLst>
      </pc:sldChg>
      <pc:sldChg chg="addSp modSp add modAnim">
        <pc:chgData name="Vincent Van De Walle" userId="503d699d-879a-4b2b-8e3d-903b3421bd06" providerId="ADAL" clId="{6F6EE276-0C62-4F10-95A1-7753D537804A}" dt="2021-03-16T10:29:05.235" v="3000"/>
        <pc:sldMkLst>
          <pc:docMk/>
          <pc:sldMk cId="1174116324" sldId="297"/>
        </pc:sldMkLst>
        <pc:spChg chg="mod">
          <ac:chgData name="Vincent Van De Walle" userId="503d699d-879a-4b2b-8e3d-903b3421bd06" providerId="ADAL" clId="{6F6EE276-0C62-4F10-95A1-7753D537804A}" dt="2021-03-16T10:22:49.876" v="2962" actId="20577"/>
          <ac:spMkLst>
            <pc:docMk/>
            <pc:sldMk cId="1174116324" sldId="297"/>
            <ac:spMk id="4" creationId="{219F28A5-E5A3-44D7-A4B9-C8F5E83913F6}"/>
          </ac:spMkLst>
        </pc:spChg>
        <pc:spChg chg="mod">
          <ac:chgData name="Vincent Van De Walle" userId="503d699d-879a-4b2b-8e3d-903b3421bd06" providerId="ADAL" clId="{6F6EE276-0C62-4F10-95A1-7753D537804A}" dt="2021-03-16T10:28:29.060" v="2993" actId="1076"/>
          <ac:spMkLst>
            <pc:docMk/>
            <pc:sldMk cId="1174116324" sldId="297"/>
            <ac:spMk id="9" creationId="{5BE485C8-48B7-4C58-BDE8-EE6A8FA53798}"/>
          </ac:spMkLst>
        </pc:spChg>
        <pc:spChg chg="add mod">
          <ac:chgData name="Vincent Van De Walle" userId="503d699d-879a-4b2b-8e3d-903b3421bd06" providerId="ADAL" clId="{6F6EE276-0C62-4F10-95A1-7753D537804A}" dt="2021-03-16T10:28:59.509" v="2999" actId="14100"/>
          <ac:spMkLst>
            <pc:docMk/>
            <pc:sldMk cId="1174116324" sldId="297"/>
            <ac:spMk id="11" creationId="{5C9E3BE2-B1A1-406F-B6F5-32533F68C917}"/>
          </ac:spMkLst>
        </pc:spChg>
      </pc:sldChg>
      <pc:sldChg chg="addSp modSp add ord modAnim">
        <pc:chgData name="Vincent Van De Walle" userId="503d699d-879a-4b2b-8e3d-903b3421bd06" providerId="ADAL" clId="{6F6EE276-0C62-4F10-95A1-7753D537804A}" dt="2021-03-16T11:11:44.736" v="3199"/>
        <pc:sldMkLst>
          <pc:docMk/>
          <pc:sldMk cId="3836653638" sldId="298"/>
        </pc:sldMkLst>
        <pc:spChg chg="mod">
          <ac:chgData name="Vincent Van De Walle" userId="503d699d-879a-4b2b-8e3d-903b3421bd06" providerId="ADAL" clId="{6F6EE276-0C62-4F10-95A1-7753D537804A}" dt="2021-03-16T11:09:02.309" v="3018" actId="20577"/>
          <ac:spMkLst>
            <pc:docMk/>
            <pc:sldMk cId="3836653638" sldId="298"/>
            <ac:spMk id="2" creationId="{CDC83056-688D-4DCE-8143-316A31D9473A}"/>
          </ac:spMkLst>
        </pc:spChg>
        <pc:spChg chg="mod">
          <ac:chgData name="Vincent Van De Walle" userId="503d699d-879a-4b2b-8e3d-903b3421bd06" providerId="ADAL" clId="{6F6EE276-0C62-4F10-95A1-7753D537804A}" dt="2021-03-16T11:09:04.837" v="3022" actId="5793"/>
          <ac:spMkLst>
            <pc:docMk/>
            <pc:sldMk cId="3836653638" sldId="298"/>
            <ac:spMk id="4" creationId="{219F28A5-E5A3-44D7-A4B9-C8F5E83913F6}"/>
          </ac:spMkLst>
        </pc:spChg>
        <pc:graphicFrameChg chg="add mod">
          <ac:chgData name="Vincent Van De Walle" userId="503d699d-879a-4b2b-8e3d-903b3421bd06" providerId="ADAL" clId="{6F6EE276-0C62-4F10-95A1-7753D537804A}" dt="2021-03-16T11:11:06.627" v="3196" actId="20577"/>
          <ac:graphicFrameMkLst>
            <pc:docMk/>
            <pc:sldMk cId="3836653638" sldId="298"/>
            <ac:graphicFrameMk id="6" creationId="{950D28E9-EACC-4D33-8EBC-35321020E1D3}"/>
          </ac:graphicFrameMkLst>
        </pc:graphicFrameChg>
      </pc:sldChg>
      <pc:sldChg chg="modSp add ord modAnim">
        <pc:chgData name="Vincent Van De Walle" userId="503d699d-879a-4b2b-8e3d-903b3421bd06" providerId="ADAL" clId="{6F6EE276-0C62-4F10-95A1-7753D537804A}" dt="2021-03-16T11:22:55.260" v="3901"/>
        <pc:sldMkLst>
          <pc:docMk/>
          <pc:sldMk cId="3272131844" sldId="299"/>
        </pc:sldMkLst>
        <pc:spChg chg="mod">
          <ac:chgData name="Vincent Van De Walle" userId="503d699d-879a-4b2b-8e3d-903b3421bd06" providerId="ADAL" clId="{6F6EE276-0C62-4F10-95A1-7753D537804A}" dt="2021-03-16T11:22:29.460" v="3898" actId="20577"/>
          <ac:spMkLst>
            <pc:docMk/>
            <pc:sldMk cId="3272131844" sldId="299"/>
            <ac:spMk id="2" creationId="{CDC83056-688D-4DCE-8143-316A31D9473A}"/>
          </ac:spMkLst>
        </pc:spChg>
        <pc:spChg chg="mod">
          <ac:chgData name="Vincent Van De Walle" userId="503d699d-879a-4b2b-8e3d-903b3421bd06" providerId="ADAL" clId="{6F6EE276-0C62-4F10-95A1-7753D537804A}" dt="2021-03-16T11:19:17.093" v="3873" actId="20577"/>
          <ac:spMkLst>
            <pc:docMk/>
            <pc:sldMk cId="3272131844" sldId="299"/>
            <ac:spMk id="4" creationId="{219F28A5-E5A3-44D7-A4B9-C8F5E83913F6}"/>
          </ac:spMkLst>
        </pc:spChg>
      </pc:sldChg>
      <pc:sldChg chg="modSp add">
        <pc:chgData name="Vincent Van De Walle" userId="503d699d-879a-4b2b-8e3d-903b3421bd06" providerId="ADAL" clId="{6F6EE276-0C62-4F10-95A1-7753D537804A}" dt="2021-03-16T11:26:15.027" v="4219" actId="20577"/>
        <pc:sldMkLst>
          <pc:docMk/>
          <pc:sldMk cId="894554084" sldId="300"/>
        </pc:sldMkLst>
        <pc:spChg chg="mod">
          <ac:chgData name="Vincent Van De Walle" userId="503d699d-879a-4b2b-8e3d-903b3421bd06" providerId="ADAL" clId="{6F6EE276-0C62-4F10-95A1-7753D537804A}" dt="2021-03-16T11:24:09.029" v="3964" actId="20577"/>
          <ac:spMkLst>
            <pc:docMk/>
            <pc:sldMk cId="894554084" sldId="300"/>
            <ac:spMk id="2" creationId="{CDC83056-688D-4DCE-8143-316A31D9473A}"/>
          </ac:spMkLst>
        </pc:spChg>
        <pc:graphicFrameChg chg="mod">
          <ac:chgData name="Vincent Van De Walle" userId="503d699d-879a-4b2b-8e3d-903b3421bd06" providerId="ADAL" clId="{6F6EE276-0C62-4F10-95A1-7753D537804A}" dt="2021-03-16T11:26:15.027" v="4219" actId="20577"/>
          <ac:graphicFrameMkLst>
            <pc:docMk/>
            <pc:sldMk cId="894554084" sldId="300"/>
            <ac:graphicFrameMk id="6" creationId="{950D28E9-EACC-4D33-8EBC-35321020E1D3}"/>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27FBBF-AF2F-4B67-B16D-9374FBD48D41}" type="doc">
      <dgm:prSet loTypeId="urn:microsoft.com/office/officeart/2005/8/layout/cycle3" loCatId="cycle" qsTypeId="urn:microsoft.com/office/officeart/2005/8/quickstyle/simple3" qsCatId="simple" csTypeId="urn:microsoft.com/office/officeart/2005/8/colors/colorful2" csCatId="colorful" phldr="1"/>
      <dgm:spPr/>
      <dgm:t>
        <a:bodyPr/>
        <a:lstStyle/>
        <a:p>
          <a:endParaRPr lang="en-US"/>
        </a:p>
      </dgm:t>
    </dgm:pt>
    <dgm:pt modelId="{EF9A27F5-E6D0-4C4E-9A8B-DCAB5763397D}">
      <dgm:prSet phldrT="[Text]" custT="1"/>
      <dgm:spPr/>
      <dgm:t>
        <a:bodyPr/>
        <a:lstStyle/>
        <a:p>
          <a:pPr algn="ctr"/>
          <a:r>
            <a:rPr lang="en-GB" sz="2800" b="1"/>
            <a:t>Ontdekken</a:t>
          </a:r>
          <a:endParaRPr lang="en-US" sz="2800" b="1"/>
        </a:p>
      </dgm:t>
    </dgm:pt>
    <dgm:pt modelId="{88CE08F9-5400-49C0-A726-64AC480E4B46}" type="parTrans" cxnId="{DDC9D72A-5C04-4D91-86D2-2528DB08DCCD}">
      <dgm:prSet/>
      <dgm:spPr/>
      <dgm:t>
        <a:bodyPr/>
        <a:lstStyle/>
        <a:p>
          <a:pPr algn="ctr"/>
          <a:endParaRPr lang="en-US" sz="2800" b="1"/>
        </a:p>
      </dgm:t>
    </dgm:pt>
    <dgm:pt modelId="{C576BCCE-8791-4441-B018-B4D2D11775D5}" type="sibTrans" cxnId="{DDC9D72A-5C04-4D91-86D2-2528DB08DCCD}">
      <dgm:prSet/>
      <dgm:spPr/>
      <dgm:t>
        <a:bodyPr/>
        <a:lstStyle/>
        <a:p>
          <a:pPr algn="ctr"/>
          <a:endParaRPr lang="en-US" sz="2800" b="1"/>
        </a:p>
      </dgm:t>
    </dgm:pt>
    <dgm:pt modelId="{B45FCF36-9456-4C20-8F53-AA320014AA5E}">
      <dgm:prSet phldrT="[Text]" custT="1"/>
      <dgm:spPr/>
      <dgm:t>
        <a:bodyPr/>
        <a:lstStyle/>
        <a:p>
          <a:pPr algn="ctr"/>
          <a:r>
            <a:rPr lang="en-GB" sz="2800" b="1"/>
            <a:t>Groeperen</a:t>
          </a:r>
          <a:endParaRPr lang="en-US" sz="2800" b="1"/>
        </a:p>
      </dgm:t>
    </dgm:pt>
    <dgm:pt modelId="{C5382F52-929C-494A-8CF7-5267C570E71C}" type="parTrans" cxnId="{2880344A-9A6F-4BFF-A6A7-0C5049ED7A61}">
      <dgm:prSet/>
      <dgm:spPr/>
      <dgm:t>
        <a:bodyPr/>
        <a:lstStyle/>
        <a:p>
          <a:pPr algn="ctr"/>
          <a:endParaRPr lang="en-US" sz="2800" b="1"/>
        </a:p>
      </dgm:t>
    </dgm:pt>
    <dgm:pt modelId="{08D47BDB-2AD7-43B4-9C7F-AB97A5CC0EC0}" type="sibTrans" cxnId="{2880344A-9A6F-4BFF-A6A7-0C5049ED7A61}">
      <dgm:prSet/>
      <dgm:spPr/>
      <dgm:t>
        <a:bodyPr/>
        <a:lstStyle/>
        <a:p>
          <a:pPr algn="ctr"/>
          <a:endParaRPr lang="en-US" sz="2800" b="1"/>
        </a:p>
      </dgm:t>
    </dgm:pt>
    <dgm:pt modelId="{CBA2D2F7-7BEF-4DE4-9D2E-D0EE721D1B3C}">
      <dgm:prSet phldrT="[Text]" custT="1"/>
      <dgm:spPr/>
      <dgm:t>
        <a:bodyPr/>
        <a:lstStyle/>
        <a:p>
          <a:pPr algn="ctr"/>
          <a:r>
            <a:rPr lang="en-GB" sz="2800" b="1"/>
            <a:t>Oplossen</a:t>
          </a:r>
          <a:endParaRPr lang="en-US" sz="2800" b="1"/>
        </a:p>
      </dgm:t>
    </dgm:pt>
    <dgm:pt modelId="{F2915ED2-1D1E-4955-A7B9-C04239C7C01D}" type="parTrans" cxnId="{7D90BF16-4998-42A1-B153-5707E5BA332F}">
      <dgm:prSet/>
      <dgm:spPr/>
      <dgm:t>
        <a:bodyPr/>
        <a:lstStyle/>
        <a:p>
          <a:pPr algn="ctr"/>
          <a:endParaRPr lang="en-US" sz="2800" b="1"/>
        </a:p>
      </dgm:t>
    </dgm:pt>
    <dgm:pt modelId="{ED13EEAF-947D-4234-BD0B-88158D00E218}" type="sibTrans" cxnId="{7D90BF16-4998-42A1-B153-5707E5BA332F}">
      <dgm:prSet/>
      <dgm:spPr/>
      <dgm:t>
        <a:bodyPr/>
        <a:lstStyle/>
        <a:p>
          <a:pPr algn="ctr"/>
          <a:endParaRPr lang="en-US" sz="2800" b="1"/>
        </a:p>
      </dgm:t>
    </dgm:pt>
    <dgm:pt modelId="{A0B9D8EE-EBEF-472C-BD8E-3F713FA6C0CD}">
      <dgm:prSet phldrT="[Text]" custT="1"/>
      <dgm:spPr/>
      <dgm:t>
        <a:bodyPr/>
        <a:lstStyle/>
        <a:p>
          <a:pPr algn="ctr"/>
          <a:r>
            <a:rPr lang="en-GB" sz="2800" b="1"/>
            <a:t>Verifiëren</a:t>
          </a:r>
          <a:endParaRPr lang="en-US" sz="2800" b="1"/>
        </a:p>
      </dgm:t>
    </dgm:pt>
    <dgm:pt modelId="{B657FAEC-E395-4022-804B-9960BB898115}" type="parTrans" cxnId="{BF064A24-0A82-4C45-A70B-12C91D34B369}">
      <dgm:prSet/>
      <dgm:spPr/>
      <dgm:t>
        <a:bodyPr/>
        <a:lstStyle/>
        <a:p>
          <a:pPr algn="ctr"/>
          <a:endParaRPr lang="en-US" sz="2800" b="1"/>
        </a:p>
      </dgm:t>
    </dgm:pt>
    <dgm:pt modelId="{084DA91B-46E9-4266-9466-FE344936E4CD}" type="sibTrans" cxnId="{BF064A24-0A82-4C45-A70B-12C91D34B369}">
      <dgm:prSet/>
      <dgm:spPr/>
      <dgm:t>
        <a:bodyPr/>
        <a:lstStyle/>
        <a:p>
          <a:pPr algn="ctr"/>
          <a:endParaRPr lang="en-US" sz="2800" b="1"/>
        </a:p>
      </dgm:t>
    </dgm:pt>
    <dgm:pt modelId="{4017DAAA-A830-46B9-9DB8-27536CEBCDC1}">
      <dgm:prSet phldrT="[Text]" custT="1"/>
      <dgm:spPr/>
      <dgm:t>
        <a:bodyPr/>
        <a:lstStyle/>
        <a:p>
          <a:pPr algn="ctr"/>
          <a:r>
            <a:rPr lang="en-GB" sz="2800" b="1"/>
            <a:t>Afsluiten</a:t>
          </a:r>
          <a:endParaRPr lang="en-US" sz="2800" b="1"/>
        </a:p>
      </dgm:t>
    </dgm:pt>
    <dgm:pt modelId="{DB101584-97E9-4F10-84C9-E21372CF6E17}" type="parTrans" cxnId="{88E614E2-2C49-4B75-81A8-2D8166BE9935}">
      <dgm:prSet/>
      <dgm:spPr/>
      <dgm:t>
        <a:bodyPr/>
        <a:lstStyle/>
        <a:p>
          <a:pPr algn="ctr"/>
          <a:endParaRPr lang="en-US" sz="2800" b="1"/>
        </a:p>
      </dgm:t>
    </dgm:pt>
    <dgm:pt modelId="{236B2410-B0D7-4565-AD20-E67BEE9C34FC}" type="sibTrans" cxnId="{88E614E2-2C49-4B75-81A8-2D8166BE9935}">
      <dgm:prSet/>
      <dgm:spPr/>
      <dgm:t>
        <a:bodyPr/>
        <a:lstStyle/>
        <a:p>
          <a:pPr algn="ctr"/>
          <a:endParaRPr lang="en-US" sz="2800" b="1"/>
        </a:p>
      </dgm:t>
    </dgm:pt>
    <dgm:pt modelId="{69F27846-E877-497A-A286-C89EE0688088}">
      <dgm:prSet phldrT="[Text]" custT="1"/>
      <dgm:spPr/>
      <dgm:t>
        <a:bodyPr/>
        <a:lstStyle/>
        <a:p>
          <a:pPr algn="ctr"/>
          <a:r>
            <a:rPr lang="en-GB" sz="2800" b="1"/>
            <a:t>Rapporteren</a:t>
          </a:r>
          <a:endParaRPr lang="en-US" sz="2800" b="1"/>
        </a:p>
      </dgm:t>
    </dgm:pt>
    <dgm:pt modelId="{5D389B0E-B9ED-4BE8-9A22-B20656DD5492}" type="parTrans" cxnId="{B6B4E321-91A0-492C-90A9-1AE115A2DA6C}">
      <dgm:prSet/>
      <dgm:spPr/>
      <dgm:t>
        <a:bodyPr/>
        <a:lstStyle/>
        <a:p>
          <a:pPr algn="ctr"/>
          <a:endParaRPr lang="en-US" sz="2800" b="1"/>
        </a:p>
      </dgm:t>
    </dgm:pt>
    <dgm:pt modelId="{14BB8E1E-55C9-4BFA-AAEF-8799D292BE83}" type="sibTrans" cxnId="{B6B4E321-91A0-492C-90A9-1AE115A2DA6C}">
      <dgm:prSet/>
      <dgm:spPr/>
      <dgm:t>
        <a:bodyPr/>
        <a:lstStyle/>
        <a:p>
          <a:pPr algn="ctr"/>
          <a:endParaRPr lang="en-US" sz="2800" b="1"/>
        </a:p>
      </dgm:t>
    </dgm:pt>
    <dgm:pt modelId="{466C300E-B5C0-453F-A45D-F3EDAFF87739}" type="pres">
      <dgm:prSet presAssocID="{9527FBBF-AF2F-4B67-B16D-9374FBD48D41}" presName="Name0" presStyleCnt="0">
        <dgm:presLayoutVars>
          <dgm:dir/>
          <dgm:resizeHandles val="exact"/>
        </dgm:presLayoutVars>
      </dgm:prSet>
      <dgm:spPr/>
    </dgm:pt>
    <dgm:pt modelId="{45BA71E6-7420-452E-8893-31F5E42AD614}" type="pres">
      <dgm:prSet presAssocID="{9527FBBF-AF2F-4B67-B16D-9374FBD48D41}" presName="cycle" presStyleCnt="0"/>
      <dgm:spPr/>
    </dgm:pt>
    <dgm:pt modelId="{CFCF4DC3-ECD0-4A3B-8790-D079411A169B}" type="pres">
      <dgm:prSet presAssocID="{EF9A27F5-E6D0-4C4E-9A8B-DCAB5763397D}" presName="nodeFirstNode" presStyleLbl="node1" presStyleIdx="0" presStyleCnt="6">
        <dgm:presLayoutVars>
          <dgm:bulletEnabled val="1"/>
        </dgm:presLayoutVars>
      </dgm:prSet>
      <dgm:spPr/>
    </dgm:pt>
    <dgm:pt modelId="{F9C360D1-AF10-4CE5-955C-CF609E339C68}" type="pres">
      <dgm:prSet presAssocID="{C576BCCE-8791-4441-B018-B4D2D11775D5}" presName="sibTransFirstNode" presStyleLbl="bgShp" presStyleIdx="0" presStyleCnt="1"/>
      <dgm:spPr/>
    </dgm:pt>
    <dgm:pt modelId="{201B58AD-E183-41C6-AA44-23BACF91836E}" type="pres">
      <dgm:prSet presAssocID="{B45FCF36-9456-4C20-8F53-AA320014AA5E}" presName="nodeFollowingNodes" presStyleLbl="node1" presStyleIdx="1" presStyleCnt="6">
        <dgm:presLayoutVars>
          <dgm:bulletEnabled val="1"/>
        </dgm:presLayoutVars>
      </dgm:prSet>
      <dgm:spPr/>
    </dgm:pt>
    <dgm:pt modelId="{17A88E0A-47E5-42F4-AE93-6FC1F59E69E9}" type="pres">
      <dgm:prSet presAssocID="{CBA2D2F7-7BEF-4DE4-9D2E-D0EE721D1B3C}" presName="nodeFollowingNodes" presStyleLbl="node1" presStyleIdx="2" presStyleCnt="6">
        <dgm:presLayoutVars>
          <dgm:bulletEnabled val="1"/>
        </dgm:presLayoutVars>
      </dgm:prSet>
      <dgm:spPr/>
    </dgm:pt>
    <dgm:pt modelId="{7E152C73-20F6-4760-B3B5-D9FFAD886434}" type="pres">
      <dgm:prSet presAssocID="{A0B9D8EE-EBEF-472C-BD8E-3F713FA6C0CD}" presName="nodeFollowingNodes" presStyleLbl="node1" presStyleIdx="3" presStyleCnt="6">
        <dgm:presLayoutVars>
          <dgm:bulletEnabled val="1"/>
        </dgm:presLayoutVars>
      </dgm:prSet>
      <dgm:spPr/>
    </dgm:pt>
    <dgm:pt modelId="{65B97F52-86F7-4253-BEBB-CE6BE43F0E9C}" type="pres">
      <dgm:prSet presAssocID="{4017DAAA-A830-46B9-9DB8-27536CEBCDC1}" presName="nodeFollowingNodes" presStyleLbl="node1" presStyleIdx="4" presStyleCnt="6">
        <dgm:presLayoutVars>
          <dgm:bulletEnabled val="1"/>
        </dgm:presLayoutVars>
      </dgm:prSet>
      <dgm:spPr/>
    </dgm:pt>
    <dgm:pt modelId="{DA688E30-7FDB-4C32-8DC8-142E311D3FAD}" type="pres">
      <dgm:prSet presAssocID="{69F27846-E877-497A-A286-C89EE0688088}" presName="nodeFollowingNodes" presStyleLbl="node1" presStyleIdx="5" presStyleCnt="6">
        <dgm:presLayoutVars>
          <dgm:bulletEnabled val="1"/>
        </dgm:presLayoutVars>
      </dgm:prSet>
      <dgm:spPr/>
    </dgm:pt>
  </dgm:ptLst>
  <dgm:cxnLst>
    <dgm:cxn modelId="{D45A1D11-0F05-4C8C-89E0-F497CFD6D0F4}" type="presOf" srcId="{69F27846-E877-497A-A286-C89EE0688088}" destId="{DA688E30-7FDB-4C32-8DC8-142E311D3FAD}" srcOrd="0" destOrd="0" presId="urn:microsoft.com/office/officeart/2005/8/layout/cycle3"/>
    <dgm:cxn modelId="{7D90BF16-4998-42A1-B153-5707E5BA332F}" srcId="{9527FBBF-AF2F-4B67-B16D-9374FBD48D41}" destId="{CBA2D2F7-7BEF-4DE4-9D2E-D0EE721D1B3C}" srcOrd="2" destOrd="0" parTransId="{F2915ED2-1D1E-4955-A7B9-C04239C7C01D}" sibTransId="{ED13EEAF-947D-4234-BD0B-88158D00E218}"/>
    <dgm:cxn modelId="{0CADF420-811C-415E-ABDD-D5879E3C6600}" type="presOf" srcId="{A0B9D8EE-EBEF-472C-BD8E-3F713FA6C0CD}" destId="{7E152C73-20F6-4760-B3B5-D9FFAD886434}" srcOrd="0" destOrd="0" presId="urn:microsoft.com/office/officeart/2005/8/layout/cycle3"/>
    <dgm:cxn modelId="{B6B4E321-91A0-492C-90A9-1AE115A2DA6C}" srcId="{9527FBBF-AF2F-4B67-B16D-9374FBD48D41}" destId="{69F27846-E877-497A-A286-C89EE0688088}" srcOrd="5" destOrd="0" parTransId="{5D389B0E-B9ED-4BE8-9A22-B20656DD5492}" sibTransId="{14BB8E1E-55C9-4BFA-AAEF-8799D292BE83}"/>
    <dgm:cxn modelId="{BF064A24-0A82-4C45-A70B-12C91D34B369}" srcId="{9527FBBF-AF2F-4B67-B16D-9374FBD48D41}" destId="{A0B9D8EE-EBEF-472C-BD8E-3F713FA6C0CD}" srcOrd="3" destOrd="0" parTransId="{B657FAEC-E395-4022-804B-9960BB898115}" sibTransId="{084DA91B-46E9-4266-9466-FE344936E4CD}"/>
    <dgm:cxn modelId="{DDC9D72A-5C04-4D91-86D2-2528DB08DCCD}" srcId="{9527FBBF-AF2F-4B67-B16D-9374FBD48D41}" destId="{EF9A27F5-E6D0-4C4E-9A8B-DCAB5763397D}" srcOrd="0" destOrd="0" parTransId="{88CE08F9-5400-49C0-A726-64AC480E4B46}" sibTransId="{C576BCCE-8791-4441-B018-B4D2D11775D5}"/>
    <dgm:cxn modelId="{EFE6AD42-F695-46B1-88B2-FD2210385646}" type="presOf" srcId="{4017DAAA-A830-46B9-9DB8-27536CEBCDC1}" destId="{65B97F52-86F7-4253-BEBB-CE6BE43F0E9C}" srcOrd="0" destOrd="0" presId="urn:microsoft.com/office/officeart/2005/8/layout/cycle3"/>
    <dgm:cxn modelId="{28C01267-C0B2-415C-BAF8-B725473F9318}" type="presOf" srcId="{EF9A27F5-E6D0-4C4E-9A8B-DCAB5763397D}" destId="{CFCF4DC3-ECD0-4A3B-8790-D079411A169B}" srcOrd="0" destOrd="0" presId="urn:microsoft.com/office/officeart/2005/8/layout/cycle3"/>
    <dgm:cxn modelId="{2880344A-9A6F-4BFF-A6A7-0C5049ED7A61}" srcId="{9527FBBF-AF2F-4B67-B16D-9374FBD48D41}" destId="{B45FCF36-9456-4C20-8F53-AA320014AA5E}" srcOrd="1" destOrd="0" parTransId="{C5382F52-929C-494A-8CF7-5267C570E71C}" sibTransId="{08D47BDB-2AD7-43B4-9C7F-AB97A5CC0EC0}"/>
    <dgm:cxn modelId="{B35E1D7D-FFDC-4EBB-B5C9-34C4C2A225D4}" type="presOf" srcId="{9527FBBF-AF2F-4B67-B16D-9374FBD48D41}" destId="{466C300E-B5C0-453F-A45D-F3EDAFF87739}" srcOrd="0" destOrd="0" presId="urn:microsoft.com/office/officeart/2005/8/layout/cycle3"/>
    <dgm:cxn modelId="{14FA0ACD-48D9-4AB3-8FA6-45A24F6F143E}" type="presOf" srcId="{C576BCCE-8791-4441-B018-B4D2D11775D5}" destId="{F9C360D1-AF10-4CE5-955C-CF609E339C68}" srcOrd="0" destOrd="0" presId="urn:microsoft.com/office/officeart/2005/8/layout/cycle3"/>
    <dgm:cxn modelId="{88E614E2-2C49-4B75-81A8-2D8166BE9935}" srcId="{9527FBBF-AF2F-4B67-B16D-9374FBD48D41}" destId="{4017DAAA-A830-46B9-9DB8-27536CEBCDC1}" srcOrd="4" destOrd="0" parTransId="{DB101584-97E9-4F10-84C9-E21372CF6E17}" sibTransId="{236B2410-B0D7-4565-AD20-E67BEE9C34FC}"/>
    <dgm:cxn modelId="{C04FCEE7-CD28-4AF2-8783-744CA43E63E2}" type="presOf" srcId="{B45FCF36-9456-4C20-8F53-AA320014AA5E}" destId="{201B58AD-E183-41C6-AA44-23BACF91836E}" srcOrd="0" destOrd="0" presId="urn:microsoft.com/office/officeart/2005/8/layout/cycle3"/>
    <dgm:cxn modelId="{1B4995E8-CC08-4A10-B276-BEAC434122EE}" type="presOf" srcId="{CBA2D2F7-7BEF-4DE4-9D2E-D0EE721D1B3C}" destId="{17A88E0A-47E5-42F4-AE93-6FC1F59E69E9}" srcOrd="0" destOrd="0" presId="urn:microsoft.com/office/officeart/2005/8/layout/cycle3"/>
    <dgm:cxn modelId="{B65A5294-EBB9-47FA-975A-0EC9EE36B79A}" type="presParOf" srcId="{466C300E-B5C0-453F-A45D-F3EDAFF87739}" destId="{45BA71E6-7420-452E-8893-31F5E42AD614}" srcOrd="0" destOrd="0" presId="urn:microsoft.com/office/officeart/2005/8/layout/cycle3"/>
    <dgm:cxn modelId="{B18156DC-72F2-479C-828D-A70219A7ACAD}" type="presParOf" srcId="{45BA71E6-7420-452E-8893-31F5E42AD614}" destId="{CFCF4DC3-ECD0-4A3B-8790-D079411A169B}" srcOrd="0" destOrd="0" presId="urn:microsoft.com/office/officeart/2005/8/layout/cycle3"/>
    <dgm:cxn modelId="{CBD9F660-0483-49FF-A55F-4CCB5A12E9D3}" type="presParOf" srcId="{45BA71E6-7420-452E-8893-31F5E42AD614}" destId="{F9C360D1-AF10-4CE5-955C-CF609E339C68}" srcOrd="1" destOrd="0" presId="urn:microsoft.com/office/officeart/2005/8/layout/cycle3"/>
    <dgm:cxn modelId="{EFB39444-A2FE-4B44-B573-7B59EB6897CB}" type="presParOf" srcId="{45BA71E6-7420-452E-8893-31F5E42AD614}" destId="{201B58AD-E183-41C6-AA44-23BACF91836E}" srcOrd="2" destOrd="0" presId="urn:microsoft.com/office/officeart/2005/8/layout/cycle3"/>
    <dgm:cxn modelId="{6E26AA94-A257-4C01-9326-A7A1BFF20F40}" type="presParOf" srcId="{45BA71E6-7420-452E-8893-31F5E42AD614}" destId="{17A88E0A-47E5-42F4-AE93-6FC1F59E69E9}" srcOrd="3" destOrd="0" presId="urn:microsoft.com/office/officeart/2005/8/layout/cycle3"/>
    <dgm:cxn modelId="{C9C5FD24-0B84-46AB-A1A7-035EE64CB41D}" type="presParOf" srcId="{45BA71E6-7420-452E-8893-31F5E42AD614}" destId="{7E152C73-20F6-4760-B3B5-D9FFAD886434}" srcOrd="4" destOrd="0" presId="urn:microsoft.com/office/officeart/2005/8/layout/cycle3"/>
    <dgm:cxn modelId="{7E81757B-B5C3-4DC4-B6B4-87AABB730AC8}" type="presParOf" srcId="{45BA71E6-7420-452E-8893-31F5E42AD614}" destId="{65B97F52-86F7-4253-BEBB-CE6BE43F0E9C}" srcOrd="5" destOrd="0" presId="urn:microsoft.com/office/officeart/2005/8/layout/cycle3"/>
    <dgm:cxn modelId="{A5088694-E7F7-447C-89F5-E42BCDCC7504}" type="presParOf" srcId="{45BA71E6-7420-452E-8893-31F5E42AD614}" destId="{DA688E30-7FDB-4C32-8DC8-142E311D3FAD}"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C360D1-AF10-4CE5-955C-CF609E339C68}">
      <dsp:nvSpPr>
        <dsp:cNvPr id="0" name=""/>
        <dsp:cNvSpPr/>
      </dsp:nvSpPr>
      <dsp:spPr>
        <a:xfrm>
          <a:off x="906535" y="-6007"/>
          <a:ext cx="6467849" cy="6467849"/>
        </a:xfrm>
        <a:prstGeom prst="circularArrow">
          <a:avLst>
            <a:gd name="adj1" fmla="val 5274"/>
            <a:gd name="adj2" fmla="val 312630"/>
            <a:gd name="adj3" fmla="val 14228583"/>
            <a:gd name="adj4" fmla="val 17126754"/>
            <a:gd name="adj5" fmla="val 5477"/>
          </a:avLst>
        </a:prstGeom>
        <a:solidFill>
          <a:schemeClr val="accent2">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CFCF4DC3-ECD0-4A3B-8790-D079411A169B}">
      <dsp:nvSpPr>
        <dsp:cNvPr id="0" name=""/>
        <dsp:cNvSpPr/>
      </dsp:nvSpPr>
      <dsp:spPr>
        <a:xfrm>
          <a:off x="2911260" y="1886"/>
          <a:ext cx="2458398" cy="1229199"/>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a:t>Ontdekken</a:t>
          </a:r>
          <a:endParaRPr lang="en-US" sz="2800" b="1" kern="1200"/>
        </a:p>
      </dsp:txBody>
      <dsp:txXfrm>
        <a:off x="2971265" y="61891"/>
        <a:ext cx="2338388" cy="1109189"/>
      </dsp:txXfrm>
    </dsp:sp>
    <dsp:sp modelId="{201B58AD-E183-41C6-AA44-23BACF91836E}">
      <dsp:nvSpPr>
        <dsp:cNvPr id="0" name=""/>
        <dsp:cNvSpPr/>
      </dsp:nvSpPr>
      <dsp:spPr>
        <a:xfrm>
          <a:off x="5183602" y="1313823"/>
          <a:ext cx="2458398" cy="1229199"/>
        </a:xfrm>
        <a:prstGeom prst="roundRect">
          <a:avLst/>
        </a:prstGeom>
        <a:gradFill rotWithShape="0">
          <a:gsLst>
            <a:gs pos="0">
              <a:schemeClr val="accent2">
                <a:hueOff val="936304"/>
                <a:satOff val="-1168"/>
                <a:lumOff val="275"/>
                <a:alphaOff val="0"/>
                <a:tint val="50000"/>
                <a:satMod val="300000"/>
              </a:schemeClr>
            </a:gs>
            <a:gs pos="35000">
              <a:schemeClr val="accent2">
                <a:hueOff val="936304"/>
                <a:satOff val="-1168"/>
                <a:lumOff val="275"/>
                <a:alphaOff val="0"/>
                <a:tint val="37000"/>
                <a:satMod val="300000"/>
              </a:schemeClr>
            </a:gs>
            <a:gs pos="100000">
              <a:schemeClr val="accent2">
                <a:hueOff val="936304"/>
                <a:satOff val="-1168"/>
                <a:lumOff val="27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a:t>Groeperen</a:t>
          </a:r>
          <a:endParaRPr lang="en-US" sz="2800" b="1" kern="1200"/>
        </a:p>
      </dsp:txBody>
      <dsp:txXfrm>
        <a:off x="5243607" y="1373828"/>
        <a:ext cx="2338388" cy="1109189"/>
      </dsp:txXfrm>
    </dsp:sp>
    <dsp:sp modelId="{17A88E0A-47E5-42F4-AE93-6FC1F59E69E9}">
      <dsp:nvSpPr>
        <dsp:cNvPr id="0" name=""/>
        <dsp:cNvSpPr/>
      </dsp:nvSpPr>
      <dsp:spPr>
        <a:xfrm>
          <a:off x="5183602" y="3937697"/>
          <a:ext cx="2458398" cy="1229199"/>
        </a:xfrm>
        <a:prstGeom prst="roundRect">
          <a:avLst/>
        </a:prstGeom>
        <a:gradFill rotWithShape="0">
          <a:gsLst>
            <a:gs pos="0">
              <a:schemeClr val="accent2">
                <a:hueOff val="1872608"/>
                <a:satOff val="-2336"/>
                <a:lumOff val="549"/>
                <a:alphaOff val="0"/>
                <a:tint val="50000"/>
                <a:satMod val="300000"/>
              </a:schemeClr>
            </a:gs>
            <a:gs pos="35000">
              <a:schemeClr val="accent2">
                <a:hueOff val="1872608"/>
                <a:satOff val="-2336"/>
                <a:lumOff val="549"/>
                <a:alphaOff val="0"/>
                <a:tint val="37000"/>
                <a:satMod val="300000"/>
              </a:schemeClr>
            </a:gs>
            <a:gs pos="100000">
              <a:schemeClr val="accent2">
                <a:hueOff val="1872608"/>
                <a:satOff val="-2336"/>
                <a:lumOff val="54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a:t>Oplossen</a:t>
          </a:r>
          <a:endParaRPr lang="en-US" sz="2800" b="1" kern="1200"/>
        </a:p>
      </dsp:txBody>
      <dsp:txXfrm>
        <a:off x="5243607" y="3997702"/>
        <a:ext cx="2338388" cy="1109189"/>
      </dsp:txXfrm>
    </dsp:sp>
    <dsp:sp modelId="{7E152C73-20F6-4760-B3B5-D9FFAD886434}">
      <dsp:nvSpPr>
        <dsp:cNvPr id="0" name=""/>
        <dsp:cNvSpPr/>
      </dsp:nvSpPr>
      <dsp:spPr>
        <a:xfrm>
          <a:off x="2911260" y="5249634"/>
          <a:ext cx="2458398" cy="1229199"/>
        </a:xfrm>
        <a:prstGeom prst="roundRect">
          <a:avLst/>
        </a:prstGeom>
        <a:gradFill rotWithShape="0">
          <a:gsLst>
            <a:gs pos="0">
              <a:schemeClr val="accent2">
                <a:hueOff val="2808911"/>
                <a:satOff val="-3503"/>
                <a:lumOff val="824"/>
                <a:alphaOff val="0"/>
                <a:tint val="50000"/>
                <a:satMod val="300000"/>
              </a:schemeClr>
            </a:gs>
            <a:gs pos="35000">
              <a:schemeClr val="accent2">
                <a:hueOff val="2808911"/>
                <a:satOff val="-3503"/>
                <a:lumOff val="824"/>
                <a:alphaOff val="0"/>
                <a:tint val="37000"/>
                <a:satMod val="300000"/>
              </a:schemeClr>
            </a:gs>
            <a:gs pos="100000">
              <a:schemeClr val="accent2">
                <a:hueOff val="2808911"/>
                <a:satOff val="-3503"/>
                <a:lumOff val="82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a:t>Verifiëren</a:t>
          </a:r>
          <a:endParaRPr lang="en-US" sz="2800" b="1" kern="1200"/>
        </a:p>
      </dsp:txBody>
      <dsp:txXfrm>
        <a:off x="2971265" y="5309639"/>
        <a:ext cx="2338388" cy="1109189"/>
      </dsp:txXfrm>
    </dsp:sp>
    <dsp:sp modelId="{65B97F52-86F7-4253-BEBB-CE6BE43F0E9C}">
      <dsp:nvSpPr>
        <dsp:cNvPr id="0" name=""/>
        <dsp:cNvSpPr/>
      </dsp:nvSpPr>
      <dsp:spPr>
        <a:xfrm>
          <a:off x="638919" y="3937697"/>
          <a:ext cx="2458398" cy="1229199"/>
        </a:xfrm>
        <a:prstGeom prst="roundRect">
          <a:avLst/>
        </a:prstGeom>
        <a:gradFill rotWithShape="0">
          <a:gsLst>
            <a:gs pos="0">
              <a:schemeClr val="accent2">
                <a:hueOff val="3745215"/>
                <a:satOff val="-4671"/>
                <a:lumOff val="1098"/>
                <a:alphaOff val="0"/>
                <a:tint val="50000"/>
                <a:satMod val="300000"/>
              </a:schemeClr>
            </a:gs>
            <a:gs pos="35000">
              <a:schemeClr val="accent2">
                <a:hueOff val="3745215"/>
                <a:satOff val="-4671"/>
                <a:lumOff val="1098"/>
                <a:alphaOff val="0"/>
                <a:tint val="37000"/>
                <a:satMod val="300000"/>
              </a:schemeClr>
            </a:gs>
            <a:gs pos="100000">
              <a:schemeClr val="accent2">
                <a:hueOff val="3745215"/>
                <a:satOff val="-4671"/>
                <a:lumOff val="109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a:t>Afsluiten</a:t>
          </a:r>
          <a:endParaRPr lang="en-US" sz="2800" b="1" kern="1200"/>
        </a:p>
      </dsp:txBody>
      <dsp:txXfrm>
        <a:off x="698924" y="3997702"/>
        <a:ext cx="2338388" cy="1109189"/>
      </dsp:txXfrm>
    </dsp:sp>
    <dsp:sp modelId="{DA688E30-7FDB-4C32-8DC8-142E311D3FAD}">
      <dsp:nvSpPr>
        <dsp:cNvPr id="0" name=""/>
        <dsp:cNvSpPr/>
      </dsp:nvSpPr>
      <dsp:spPr>
        <a:xfrm>
          <a:off x="638919" y="1313823"/>
          <a:ext cx="2458398" cy="1229199"/>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a:t>Rapporteren</a:t>
          </a:r>
          <a:endParaRPr lang="en-US" sz="2800" b="1" kern="1200"/>
        </a:p>
      </dsp:txBody>
      <dsp:txXfrm>
        <a:off x="698924" y="1373828"/>
        <a:ext cx="2338388" cy="1109189"/>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16/03/2021</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a:solidFill>
                  <a:srgbClr val="034EA2"/>
                </a:solidFill>
              </a:rPr>
              <a:t>Hoofdtitel: Software Testen</a:t>
            </a:r>
            <a:br>
              <a:rPr lang="nl-NL" sz="1800">
                <a:solidFill>
                  <a:srgbClr val="034EA2"/>
                </a:solidFill>
              </a:rPr>
            </a:br>
            <a:r>
              <a:rPr lang="nl-NL" sz="1800" kern="1200">
                <a:solidFill>
                  <a:srgbClr val="034EA2"/>
                </a:solidFill>
                <a:latin typeface="+mn-lt"/>
                <a:ea typeface="+mn-ea"/>
                <a:cs typeface="+mn-cs"/>
              </a:rPr>
              <a:t>Subtitel: </a:t>
            </a:r>
            <a:r>
              <a:rPr lang="en-GB" sz="1800" kern="1200">
                <a:solidFill>
                  <a:srgbClr val="034EA2"/>
                </a:solidFill>
                <a:latin typeface="+mn-lt"/>
                <a:ea typeface="+mn-ea"/>
                <a:cs typeface="+mn-cs"/>
              </a:rPr>
              <a:t>Defect Management</a:t>
            </a:r>
            <a:br>
              <a:rPr lang="nl-NL" sz="1800" kern="1200">
                <a:solidFill>
                  <a:srgbClr val="034EA2"/>
                </a:solidFill>
                <a:latin typeface="+mn-lt"/>
                <a:ea typeface="+mn-ea"/>
                <a:cs typeface="+mn-cs"/>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Defect Management</a:t>
            </a:r>
          </a:p>
          <a:p>
            <a:r>
              <a:rPr lang="en-GB"/>
              <a:t>2 </a:t>
            </a:r>
            <a:r>
              <a:rPr lang="en-GB" err="1"/>
              <a:t>werkuur</a:t>
            </a:r>
            <a:endParaRPr lang="en-US"/>
          </a:p>
        </p:txBody>
      </p:sp>
      <p:sp>
        <p:nvSpPr>
          <p:cNvPr id="3" name="Text Placeholder 2"/>
          <p:cNvSpPr>
            <a:spLocks noGrp="1"/>
          </p:cNvSpPr>
          <p:nvPr>
            <p:ph type="body" sz="quarter" idx="11"/>
          </p:nvPr>
        </p:nvSpPr>
        <p:spPr/>
        <p:txBody>
          <a:bodyPr/>
          <a:lstStyle/>
          <a:p>
            <a:r>
              <a:rPr lang="en-GB"/>
              <a:t>Software Testen – Defect Management</a:t>
            </a:r>
            <a:endParaRPr lang="en-US"/>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E7DB9-751C-48EC-983D-52B958C4760E}"/>
              </a:ext>
            </a:extLst>
          </p:cNvPr>
          <p:cNvSpPr>
            <a:spLocks noGrp="1"/>
          </p:cNvSpPr>
          <p:nvPr>
            <p:ph type="sldNum" sz="quarter" idx="7"/>
          </p:nvPr>
        </p:nvSpPr>
        <p:spPr/>
        <p:txBody>
          <a:bodyPr/>
          <a:lstStyle/>
          <a:p>
            <a:fld id="{B6F15528-21DE-4FAA-801E-634DDDAF4B2B}" type="slidenum">
              <a:rPr lang="en-US" smtClean="0"/>
              <a:t>2</a:t>
            </a:fld>
            <a:endParaRPr lang="en-US"/>
          </a:p>
        </p:txBody>
      </p:sp>
    </p:spTree>
    <p:extLst>
      <p:ext uri="{BB962C8B-B14F-4D97-AF65-F5344CB8AC3E}">
        <p14:creationId xmlns:p14="http://schemas.microsoft.com/office/powerpoint/2010/main" val="173719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Terminologie en hun betekenis</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a:t>
            </a:fld>
            <a:endParaRPr lang="en-US"/>
          </a:p>
        </p:txBody>
      </p:sp>
      <p:sp>
        <p:nvSpPr>
          <p:cNvPr id="3" name="Content Placeholder 2">
            <a:extLst>
              <a:ext uri="{FF2B5EF4-FFF2-40B4-BE49-F238E27FC236}">
                <a16:creationId xmlns:a16="http://schemas.microsoft.com/office/drawing/2014/main" id="{933C9C6C-536A-49F2-B977-A9DABC30C82C}"/>
              </a:ext>
            </a:extLst>
          </p:cNvPr>
          <p:cNvSpPr>
            <a:spLocks noGrp="1"/>
          </p:cNvSpPr>
          <p:nvPr>
            <p:ph type="body" sz="quarter" idx="10"/>
          </p:nvPr>
        </p:nvSpPr>
        <p:spPr>
          <a:xfrm>
            <a:off x="431800" y="1433513"/>
            <a:ext cx="4648200" cy="5184775"/>
          </a:xfrm>
          <a:prstGeom prst="rect">
            <a:avLst/>
          </a:prstGeom>
        </p:spPr>
        <p:txBody>
          <a:bodyPr/>
          <a:lstStyle/>
          <a:p>
            <a:r>
              <a:rPr lang="en-GB"/>
              <a:t>Software Testing Life Cycle</a:t>
            </a:r>
          </a:p>
          <a:p>
            <a:pPr lvl="1"/>
            <a:r>
              <a:rPr lang="en-GB"/>
              <a:t>STLC</a:t>
            </a:r>
          </a:p>
          <a:p>
            <a:pPr lvl="1"/>
            <a:r>
              <a:rPr lang="en-GB"/>
              <a:t>Stappen in het testen van de software</a:t>
            </a:r>
          </a:p>
          <a:p>
            <a:pPr lvl="1"/>
            <a:endParaRPr lang="en-GB"/>
          </a:p>
          <a:p>
            <a:r>
              <a:rPr lang="en-GB"/>
              <a:t>Een aantal methodologieën</a:t>
            </a:r>
          </a:p>
          <a:p>
            <a:pPr lvl="1"/>
            <a:endParaRPr lang="en-GB"/>
          </a:p>
          <a:p>
            <a:pPr marL="457200" indent="-457200">
              <a:buFont typeface="+mj-lt"/>
              <a:buAutoNum type="arabicPeriod"/>
            </a:pPr>
            <a:r>
              <a:rPr lang="en-GB"/>
              <a:t>Waterval</a:t>
            </a:r>
          </a:p>
          <a:p>
            <a:pPr marL="457200" indent="-457200">
              <a:buFont typeface="+mj-lt"/>
              <a:buAutoNum type="arabicPeriod"/>
            </a:pPr>
            <a:r>
              <a:rPr lang="en-GB"/>
              <a:t>V-model</a:t>
            </a:r>
          </a:p>
          <a:p>
            <a:pPr marL="457200" indent="-457200">
              <a:buFont typeface="+mj-lt"/>
              <a:buAutoNum type="arabicPeriod"/>
            </a:pPr>
            <a:r>
              <a:rPr lang="en-GB"/>
              <a:t>Iteratief model</a:t>
            </a:r>
          </a:p>
          <a:p>
            <a:pPr marL="457200" lvl="1" indent="0">
              <a:buNone/>
            </a:pPr>
            <a:r>
              <a:rPr lang="en-GB"/>
              <a:t>Iteratief</a:t>
            </a:r>
          </a:p>
          <a:p>
            <a:pPr marL="457200" indent="-457200">
              <a:buFont typeface="+mj-lt"/>
              <a:buAutoNum type="arabicPeriod"/>
            </a:pPr>
            <a:r>
              <a:rPr lang="en-GB"/>
              <a:t>Spiraal model</a:t>
            </a:r>
          </a:p>
          <a:p>
            <a:pPr marL="457200" lvl="1" indent="0">
              <a:buNone/>
            </a:pPr>
            <a:r>
              <a:rPr lang="en-GB"/>
              <a:t>Incrementeel</a:t>
            </a:r>
          </a:p>
          <a:p>
            <a:pPr marL="457200" indent="-457200">
              <a:buFont typeface="+mj-lt"/>
              <a:buAutoNum type="arabicPeriod"/>
            </a:pPr>
            <a:r>
              <a:rPr lang="en-GB"/>
              <a:t>Agile / Scrum</a:t>
            </a:r>
          </a:p>
          <a:p>
            <a:pPr marL="457200" lvl="1" indent="0">
              <a:buNone/>
            </a:pPr>
            <a:r>
              <a:rPr lang="en-GB"/>
              <a:t>Incrementeel iteratief</a:t>
            </a:r>
          </a:p>
          <a:p>
            <a:pPr marL="457200" indent="-457200">
              <a:buFont typeface="+mj-lt"/>
              <a:buAutoNum type="arabicPeriod"/>
            </a:pPr>
            <a:r>
              <a:rPr lang="en-GB"/>
              <a:t>DevOps</a:t>
            </a:r>
          </a:p>
          <a:p>
            <a:pPr marL="457200" lvl="1" indent="0">
              <a:buNone/>
            </a:pPr>
            <a:r>
              <a:rPr lang="en-GB"/>
              <a:t>Het realiseren van incrementeel iteratief</a:t>
            </a:r>
          </a:p>
          <a:p>
            <a:pPr marL="457200" lvl="1" indent="0">
              <a:buNone/>
            </a:pPr>
            <a:endParaRPr lang="en-GB"/>
          </a:p>
          <a:p>
            <a:pPr marL="0" indent="0">
              <a:buNone/>
            </a:pPr>
            <a:endParaRPr lang="en-GB"/>
          </a:p>
          <a:p>
            <a:pPr lvl="1"/>
            <a:endParaRPr lang="en-GB"/>
          </a:p>
          <a:p>
            <a:endParaRPr lang="en-GB"/>
          </a:p>
          <a:p>
            <a:pPr lvl="1"/>
            <a:endParaRPr lang="en-GB"/>
          </a:p>
          <a:p>
            <a:endParaRPr lang="en-US"/>
          </a:p>
        </p:txBody>
      </p:sp>
      <p:sp>
        <p:nvSpPr>
          <p:cNvPr id="5" name="Content Placeholder 2">
            <a:extLst>
              <a:ext uri="{FF2B5EF4-FFF2-40B4-BE49-F238E27FC236}">
                <a16:creationId xmlns:a16="http://schemas.microsoft.com/office/drawing/2014/main" id="{661C4D84-9F2B-47A8-911B-9B4D82F064D4}"/>
              </a:ext>
            </a:extLst>
          </p:cNvPr>
          <p:cNvSpPr txBox="1">
            <a:spLocks/>
          </p:cNvSpPr>
          <p:nvPr/>
        </p:nvSpPr>
        <p:spPr>
          <a:xfrm>
            <a:off x="5224016" y="1433513"/>
            <a:ext cx="4360168" cy="5184775"/>
          </a:xfrm>
          <a:prstGeom prst="rect">
            <a:avLst/>
          </a:prstGeom>
        </p:spPr>
        <p:txBody>
          <a:bodyPr/>
          <a:lstStyle>
            <a:lvl1pPr marL="285750" indent="-285750" algn="l" eaLnBrk="1" hangingPunct="1">
              <a:buFont typeface="Arial" panose="020B0604020202020204" pitchFamily="34" charset="0"/>
              <a:buChar char="•"/>
              <a:defRPr sz="1800" b="1" i="0" cap="all">
                <a:solidFill>
                  <a:schemeClr val="tx1"/>
                </a:solidFill>
                <a:latin typeface="+mj-lt"/>
                <a:ea typeface="+mn-ea"/>
                <a:cs typeface="+mn-cs"/>
              </a:defRPr>
            </a:lvl1pPr>
            <a:lvl2pPr marL="742950" indent="-285750" eaLnBrk="1" hangingPunct="1">
              <a:buFont typeface="Arial" panose="020B0604020202020204" pitchFamily="34" charset="0"/>
              <a:buChar char="•"/>
              <a:defRPr sz="1800">
                <a:solidFill>
                  <a:schemeClr val="tx1"/>
                </a:solidFill>
                <a:latin typeface="+mj-lt"/>
                <a:ea typeface="+mn-ea"/>
                <a:cs typeface="+mn-cs"/>
              </a:defRPr>
            </a:lvl2pPr>
            <a:lvl3pPr marL="1200150" indent="-285750" eaLnBrk="1" hangingPunct="1">
              <a:buFont typeface="Arial" panose="020B0604020202020204" pitchFamily="34" charset="0"/>
              <a:buChar char="•"/>
              <a:defRPr sz="1800">
                <a:solidFill>
                  <a:schemeClr val="tx1"/>
                </a:solidFill>
                <a:latin typeface="+mj-lt"/>
                <a:ea typeface="+mn-ea"/>
                <a:cs typeface="+mn-cs"/>
              </a:defRPr>
            </a:lvl3pPr>
            <a:lvl4pPr marL="1657350" indent="-285750" eaLnBrk="1" hangingPunct="1">
              <a:buFont typeface="Arial" panose="020B0604020202020204" pitchFamily="34" charset="0"/>
              <a:buChar char="•"/>
              <a:defRPr sz="1800">
                <a:solidFill>
                  <a:schemeClr val="tx1"/>
                </a:solidFill>
                <a:latin typeface="+mj-lt"/>
                <a:ea typeface="+mn-ea"/>
                <a:cs typeface="+mn-cs"/>
              </a:defRPr>
            </a:lvl4pPr>
            <a:lvl5pPr marL="2114550" indent="-285750" eaLnBrk="1" hangingPunct="1">
              <a:buFont typeface="Arial" panose="020B0604020202020204" pitchFamily="34" charset="0"/>
              <a:buChar char="•"/>
              <a:defRPr sz="1800">
                <a:solidFill>
                  <a:schemeClr val="tx1"/>
                </a:solidFill>
                <a:latin typeface="+mj-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defTabSz="914400"/>
            <a:r>
              <a:rPr lang="en-GB" sz="2400" cap="small"/>
              <a:t>Een hoop voorbeelden</a:t>
            </a:r>
            <a:endParaRPr lang="en-GB" kern="0"/>
          </a:p>
          <a:p>
            <a:pPr lvl="1" defTabSz="914400"/>
            <a:endParaRPr lang="en-GB" kern="0"/>
          </a:p>
          <a:p>
            <a:pPr lvl="1" defTabSz="914400"/>
            <a:endParaRPr lang="en-GB" kern="0"/>
          </a:p>
          <a:p>
            <a:pPr lvl="1" defTabSz="914400"/>
            <a:endParaRPr lang="en-GB" kern="0"/>
          </a:p>
          <a:p>
            <a:pPr defTabSz="914400"/>
            <a:endParaRPr lang="en-GB" kern="0"/>
          </a:p>
          <a:p>
            <a:pPr lvl="1" defTabSz="914400"/>
            <a:endParaRPr lang="en-US" kern="0"/>
          </a:p>
        </p:txBody>
      </p:sp>
      <p:pic>
        <p:nvPicPr>
          <p:cNvPr id="10" name="Picture 9">
            <a:extLst>
              <a:ext uri="{FF2B5EF4-FFF2-40B4-BE49-F238E27FC236}">
                <a16:creationId xmlns:a16="http://schemas.microsoft.com/office/drawing/2014/main" id="{BBF725A0-9431-4EB5-A38E-3E76CFB85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7730" y="2513856"/>
            <a:ext cx="5224264" cy="3848541"/>
          </a:xfrm>
          <a:prstGeom prst="rect">
            <a:avLst/>
          </a:prstGeom>
        </p:spPr>
      </p:pic>
    </p:spTree>
    <p:extLst>
      <p:ext uri="{BB962C8B-B14F-4D97-AF65-F5344CB8AC3E}">
        <p14:creationId xmlns:p14="http://schemas.microsoft.com/office/powerpoint/2010/main" val="164167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5</a:t>
            </a:fld>
            <a:endParaRPr lang="en-US"/>
          </a:p>
        </p:txBody>
      </p:sp>
      <p:pic>
        <p:nvPicPr>
          <p:cNvPr id="10" name="Picture 9">
            <a:extLst>
              <a:ext uri="{FF2B5EF4-FFF2-40B4-BE49-F238E27FC236}">
                <a16:creationId xmlns:a16="http://schemas.microsoft.com/office/drawing/2014/main" id="{BBF725A0-9431-4EB5-A38E-3E76CFB85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496" y="3449"/>
            <a:ext cx="9077203" cy="6686872"/>
          </a:xfrm>
          <a:prstGeom prst="rect">
            <a:avLst/>
          </a:prstGeom>
        </p:spPr>
      </p:pic>
    </p:spTree>
    <p:extLst>
      <p:ext uri="{BB962C8B-B14F-4D97-AF65-F5344CB8AC3E}">
        <p14:creationId xmlns:p14="http://schemas.microsoft.com/office/powerpoint/2010/main" val="3046643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Software Test(ing) Life Cycle</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6</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Je hebt de tooling.</a:t>
            </a:r>
          </a:p>
          <a:p>
            <a:pPr lvl="1"/>
            <a:r>
              <a:rPr lang="en-GB"/>
              <a:t>Welke software gebruik je om dit te realiseren?</a:t>
            </a:r>
          </a:p>
          <a:p>
            <a:pPr lvl="1"/>
            <a:endParaRPr lang="en-GB"/>
          </a:p>
          <a:p>
            <a:r>
              <a:rPr lang="en-GB"/>
              <a:t>Je hebt het proces.</a:t>
            </a:r>
          </a:p>
          <a:p>
            <a:pPr lvl="1"/>
            <a:r>
              <a:rPr lang="en-GB"/>
              <a:t>Hoe ga je met het team om met “issues” (Fouten / Bugs)?</a:t>
            </a:r>
          </a:p>
        </p:txBody>
      </p:sp>
    </p:spTree>
    <p:extLst>
      <p:ext uri="{BB962C8B-B14F-4D97-AF65-F5344CB8AC3E}">
        <p14:creationId xmlns:p14="http://schemas.microsoft.com/office/powerpoint/2010/main" val="350775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Voorstel tot flow</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7</a:t>
            </a:fld>
            <a:endParaRPr lang="en-US"/>
          </a:p>
        </p:txBody>
      </p:sp>
      <p:sp>
        <p:nvSpPr>
          <p:cNvPr id="3" name="Text Placeholder 2">
            <a:extLst>
              <a:ext uri="{FF2B5EF4-FFF2-40B4-BE49-F238E27FC236}">
                <a16:creationId xmlns:a16="http://schemas.microsoft.com/office/drawing/2014/main" id="{A6260E47-218A-452F-9DD8-95F7D092BB56}"/>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8A4C7B05-8E50-4ED1-B165-1060D17E2D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552" y="1272291"/>
            <a:ext cx="6277851" cy="5734850"/>
          </a:xfrm>
          <a:prstGeom prst="rect">
            <a:avLst/>
          </a:prstGeom>
        </p:spPr>
      </p:pic>
    </p:spTree>
    <p:extLst>
      <p:ext uri="{BB962C8B-B14F-4D97-AF65-F5344CB8AC3E}">
        <p14:creationId xmlns:p14="http://schemas.microsoft.com/office/powerpoint/2010/main" val="418714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Stappen in het oplossen van een fout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8</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Het ontdekken van een fout.</a:t>
            </a:r>
          </a:p>
          <a:p>
            <a:pPr lvl="1"/>
            <a:r>
              <a:rPr lang="en-GB"/>
              <a:t>Wie, wat, waar, wanneer, hoe?</a:t>
            </a:r>
          </a:p>
          <a:p>
            <a:r>
              <a:rPr lang="en-GB"/>
              <a:t>Wat is de ernst van de fout?</a:t>
            </a:r>
          </a:p>
          <a:p>
            <a:r>
              <a:rPr lang="en-GB"/>
              <a:t>Wat is de prioritering?</a:t>
            </a:r>
          </a:p>
          <a:p>
            <a:r>
              <a:rPr lang="en-GB"/>
              <a:t>Wie gaat het oplossen?</a:t>
            </a:r>
          </a:p>
          <a:p>
            <a:r>
              <a:rPr lang="en-GB"/>
              <a:t>Wat is de oplossing?</a:t>
            </a:r>
          </a:p>
          <a:p>
            <a:r>
              <a:rPr lang="en-GB"/>
              <a:t>Verifiëren of de oplossing goed is.</a:t>
            </a:r>
          </a:p>
          <a:p>
            <a:r>
              <a:rPr lang="en-GB"/>
              <a:t>Afsluiten.</a:t>
            </a:r>
          </a:p>
          <a:p>
            <a:r>
              <a:rPr lang="en-GB"/>
              <a:t>De cijfers rapporteren.</a:t>
            </a:r>
          </a:p>
        </p:txBody>
      </p:sp>
    </p:spTree>
    <p:extLst>
      <p:ext uri="{BB962C8B-B14F-4D97-AF65-F5344CB8AC3E}">
        <p14:creationId xmlns:p14="http://schemas.microsoft.com/office/powerpoint/2010/main" val="3827612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Helpt de tool je met deze dingen?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9</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Het ontdekken van een fout.</a:t>
            </a:r>
          </a:p>
          <a:p>
            <a:pPr lvl="1"/>
            <a:r>
              <a:rPr lang="en-GB"/>
              <a:t>Wie, wat, waar, wanneer, hoe?</a:t>
            </a:r>
          </a:p>
          <a:p>
            <a:r>
              <a:rPr lang="en-GB"/>
              <a:t>Wat is de ernst van de fout?</a:t>
            </a:r>
          </a:p>
          <a:p>
            <a:r>
              <a:rPr lang="en-GB"/>
              <a:t>Wat is de prioritering?</a:t>
            </a:r>
          </a:p>
          <a:p>
            <a:r>
              <a:rPr lang="en-GB"/>
              <a:t>Wie gaat het oplossen?</a:t>
            </a:r>
          </a:p>
          <a:p>
            <a:r>
              <a:rPr lang="en-GB"/>
              <a:t>Wat is de oplossing?</a:t>
            </a:r>
          </a:p>
          <a:p>
            <a:r>
              <a:rPr lang="en-GB"/>
              <a:t>Verifiëren of de oplossing goed is.</a:t>
            </a:r>
          </a:p>
          <a:p>
            <a:r>
              <a:rPr lang="en-GB"/>
              <a:t>Afsluiten.</a:t>
            </a:r>
          </a:p>
          <a:p>
            <a:r>
              <a:rPr lang="en-GB"/>
              <a:t>De cijfers rapporteren.</a:t>
            </a:r>
          </a:p>
        </p:txBody>
      </p:sp>
    </p:spTree>
    <p:extLst>
      <p:ext uri="{BB962C8B-B14F-4D97-AF65-F5344CB8AC3E}">
        <p14:creationId xmlns:p14="http://schemas.microsoft.com/office/powerpoint/2010/main" val="192283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Helpt de tool je ook met dit?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10</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Het proberen te vermijden van systeem “paraplu”.</a:t>
            </a:r>
          </a:p>
          <a:p>
            <a:endParaRPr lang="en-GB"/>
          </a:p>
          <a:p>
            <a:r>
              <a:rPr lang="en-GB"/>
              <a:t>Het vinden van fouten is niet negatief.</a:t>
            </a:r>
          </a:p>
          <a:p>
            <a:pPr lvl="1"/>
            <a:r>
              <a:rPr lang="en-GB"/>
              <a:t>Het is positief.</a:t>
            </a:r>
          </a:p>
          <a:p>
            <a:pPr lvl="1"/>
            <a:r>
              <a:rPr lang="en-GB"/>
              <a:t>Namelijk het feit dat je het gevonden hebt.</a:t>
            </a:r>
          </a:p>
          <a:p>
            <a:pPr lvl="1"/>
            <a:endParaRPr lang="en-GB"/>
          </a:p>
          <a:p>
            <a:r>
              <a:rPr lang="en-GB"/>
              <a:t>Ik heb nog nooit een bij een project geen fouten gemaakt.</a:t>
            </a:r>
          </a:p>
          <a:p>
            <a:pPr lvl="1"/>
            <a:r>
              <a:rPr lang="en-GB"/>
              <a:t>Het verhaal van het varken en de kip.</a:t>
            </a:r>
          </a:p>
          <a:p>
            <a:pPr lvl="1"/>
            <a:r>
              <a:rPr lang="en-GB"/>
              <a:t>Wie is er het meest bij betrokken?</a:t>
            </a:r>
          </a:p>
          <a:p>
            <a:endParaRPr lang="en-GB"/>
          </a:p>
          <a:p>
            <a:endParaRPr lang="en-GB"/>
          </a:p>
        </p:txBody>
      </p:sp>
    </p:spTree>
    <p:extLst>
      <p:ext uri="{BB962C8B-B14F-4D97-AF65-F5344CB8AC3E}">
        <p14:creationId xmlns:p14="http://schemas.microsoft.com/office/powerpoint/2010/main" val="53720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Voorstel tot flow</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11</a:t>
            </a:fld>
            <a:endParaRPr lang="en-US"/>
          </a:p>
        </p:txBody>
      </p:sp>
      <p:sp>
        <p:nvSpPr>
          <p:cNvPr id="3" name="Text Placeholder 2">
            <a:extLst>
              <a:ext uri="{FF2B5EF4-FFF2-40B4-BE49-F238E27FC236}">
                <a16:creationId xmlns:a16="http://schemas.microsoft.com/office/drawing/2014/main" id="{A6260E47-218A-452F-9DD8-95F7D092BB56}"/>
              </a:ext>
            </a:extLst>
          </p:cNvPr>
          <p:cNvSpPr>
            <a:spLocks noGrp="1"/>
          </p:cNvSpPr>
          <p:nvPr>
            <p:ph type="body" sz="quarter" idx="10"/>
          </p:nvPr>
        </p:nvSpPr>
        <p:spPr/>
        <p:txBody>
          <a:bodyPr/>
          <a:lstStyle/>
          <a:p>
            <a:endParaRPr lang="en-US"/>
          </a:p>
        </p:txBody>
      </p:sp>
      <p:pic>
        <p:nvPicPr>
          <p:cNvPr id="1026" name="Picture 2">
            <a:extLst>
              <a:ext uri="{FF2B5EF4-FFF2-40B4-BE49-F238E27FC236}">
                <a16:creationId xmlns:a16="http://schemas.microsoft.com/office/drawing/2014/main" id="{078E29A1-3067-4CF1-A839-FDA4711278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872" y="328464"/>
            <a:ext cx="4769797" cy="683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667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Voorstel tot flow</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12</a:t>
            </a:fld>
            <a:endParaRPr lang="en-US"/>
          </a:p>
        </p:txBody>
      </p:sp>
      <p:sp>
        <p:nvSpPr>
          <p:cNvPr id="3" name="Text Placeholder 2">
            <a:extLst>
              <a:ext uri="{FF2B5EF4-FFF2-40B4-BE49-F238E27FC236}">
                <a16:creationId xmlns:a16="http://schemas.microsoft.com/office/drawing/2014/main" id="{A6260E47-218A-452F-9DD8-95F7D092BB56}"/>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E64EF42C-1A5D-4E20-B07D-F7DE2EA4F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1568" y="1114992"/>
            <a:ext cx="7992887" cy="5539738"/>
          </a:xfrm>
          <a:prstGeom prst="rect">
            <a:avLst/>
          </a:prstGeom>
        </p:spPr>
      </p:pic>
    </p:spTree>
    <p:extLst>
      <p:ext uri="{BB962C8B-B14F-4D97-AF65-F5344CB8AC3E}">
        <p14:creationId xmlns:p14="http://schemas.microsoft.com/office/powerpoint/2010/main" val="4220857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Herken je deze discussie?</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13</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Eens in een niet zo ver verleden</a:t>
            </a:r>
          </a:p>
          <a:p>
            <a:pPr lvl="1"/>
            <a:r>
              <a:rPr lang="en-GB"/>
              <a:t>Tester: We hebben 24 fouten gevonden.</a:t>
            </a:r>
          </a:p>
          <a:p>
            <a:pPr lvl="1"/>
            <a:r>
              <a:rPr lang="en-GB"/>
              <a:t>Manager: We verwittigen het ontwikkelteam.</a:t>
            </a:r>
          </a:p>
          <a:p>
            <a:endParaRPr lang="en-GB"/>
          </a:p>
          <a:p>
            <a:r>
              <a:rPr lang="en-GB"/>
              <a:t>Een week later</a:t>
            </a:r>
          </a:p>
          <a:p>
            <a:pPr lvl="1"/>
            <a:r>
              <a:rPr lang="en-GB"/>
              <a:t>Ontwikkelaar: We hebben 17 fouten verbeterd.</a:t>
            </a:r>
          </a:p>
          <a:p>
            <a:pPr lvl="1"/>
            <a:r>
              <a:rPr lang="en-GB"/>
              <a:t>Manager: We verwittigen de testers.</a:t>
            </a:r>
          </a:p>
          <a:p>
            <a:pPr lvl="1"/>
            <a:endParaRPr lang="en-GB"/>
          </a:p>
          <a:p>
            <a:r>
              <a:rPr lang="en-GB"/>
              <a:t>Nog een week later</a:t>
            </a:r>
          </a:p>
          <a:p>
            <a:pPr lvl="1"/>
            <a:r>
              <a:rPr lang="en-GB"/>
              <a:t> Tester: We hebben 10 nieuwe fouten gevonden.</a:t>
            </a:r>
          </a:p>
          <a:p>
            <a:pPr lvl="1"/>
            <a:r>
              <a:rPr lang="en-GB"/>
              <a:t>Manager: We verwittigen het ontwikkelteam.</a:t>
            </a:r>
          </a:p>
          <a:p>
            <a:pPr lvl="1"/>
            <a:endParaRPr lang="en-GB"/>
          </a:p>
        </p:txBody>
      </p:sp>
    </p:spTree>
    <p:extLst>
      <p:ext uri="{BB962C8B-B14F-4D97-AF65-F5344CB8AC3E}">
        <p14:creationId xmlns:p14="http://schemas.microsoft.com/office/powerpoint/2010/main" val="100490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Voorstel tot flow</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14</a:t>
            </a:fld>
            <a:endParaRPr lang="en-US"/>
          </a:p>
        </p:txBody>
      </p:sp>
      <p:sp>
        <p:nvSpPr>
          <p:cNvPr id="3" name="Text Placeholder 2">
            <a:extLst>
              <a:ext uri="{FF2B5EF4-FFF2-40B4-BE49-F238E27FC236}">
                <a16:creationId xmlns:a16="http://schemas.microsoft.com/office/drawing/2014/main" id="{A6260E47-218A-452F-9DD8-95F7D092BB56}"/>
              </a:ext>
            </a:extLst>
          </p:cNvPr>
          <p:cNvSpPr>
            <a:spLocks noGrp="1"/>
          </p:cNvSpPr>
          <p:nvPr>
            <p:ph type="body" sz="quarter" idx="10"/>
          </p:nvPr>
        </p:nvSpPr>
        <p:spPr/>
        <p:txBody>
          <a:bodyPr/>
          <a:lstStyle/>
          <a:p>
            <a:endParaRPr lang="en-US"/>
          </a:p>
        </p:txBody>
      </p:sp>
      <p:graphicFrame>
        <p:nvGraphicFramePr>
          <p:cNvPr id="2" name="Diagram 1">
            <a:extLst>
              <a:ext uri="{FF2B5EF4-FFF2-40B4-BE49-F238E27FC236}">
                <a16:creationId xmlns:a16="http://schemas.microsoft.com/office/drawing/2014/main" id="{EF1BB4D8-C6D5-4A03-8527-80B4F39C76BE}"/>
              </a:ext>
            </a:extLst>
          </p:cNvPr>
          <p:cNvGraphicFramePr/>
          <p:nvPr>
            <p:extLst>
              <p:ext uri="{D42A27DB-BD31-4B8C-83A1-F6EECF244321}">
                <p14:modId xmlns:p14="http://schemas.microsoft.com/office/powerpoint/2010/main" val="2188099268"/>
              </p:ext>
            </p:extLst>
          </p:nvPr>
        </p:nvGraphicFramePr>
        <p:xfrm>
          <a:off x="1047553" y="569640"/>
          <a:ext cx="8280920" cy="6480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485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CFCF4DC3-ECD0-4A3B-8790-D079411A169B}"/>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F9C360D1-AF10-4CE5-955C-CF609E339C68}"/>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graphicEl>
                                              <a:dgm id="{201B58AD-E183-41C6-AA44-23BACF91836E}"/>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graphicEl>
                                              <a:dgm id="{17A88E0A-47E5-42F4-AE93-6FC1F59E69E9}"/>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graphicEl>
                                              <a:dgm id="{7E152C73-20F6-4760-B3B5-D9FFAD886434}"/>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graphicEl>
                                              <a:dgm id="{65B97F52-86F7-4253-BEBB-CE6BE43F0E9C}"/>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graphicEl>
                                              <a:dgm id="{DA688E30-7FDB-4C32-8DC8-142E311D3FAD}"/>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Ontdekken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15</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Iemand rapporteert een fout</a:t>
            </a:r>
          </a:p>
          <a:p>
            <a:r>
              <a:rPr lang="en-GB"/>
              <a:t>Iemand kijkt of de fout relevant is</a:t>
            </a:r>
          </a:p>
          <a:p>
            <a:endParaRPr lang="en-GB"/>
          </a:p>
        </p:txBody>
      </p:sp>
      <p:pic>
        <p:nvPicPr>
          <p:cNvPr id="3" name="Picture 2">
            <a:extLst>
              <a:ext uri="{FF2B5EF4-FFF2-40B4-BE49-F238E27FC236}">
                <a16:creationId xmlns:a16="http://schemas.microsoft.com/office/drawing/2014/main" id="{660AE119-160D-4D4A-BC86-0E7CF51B7E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552" y="2657872"/>
            <a:ext cx="7560840" cy="4197865"/>
          </a:xfrm>
          <a:prstGeom prst="rect">
            <a:avLst/>
          </a:prstGeom>
        </p:spPr>
      </p:pic>
    </p:spTree>
    <p:extLst>
      <p:ext uri="{BB962C8B-B14F-4D97-AF65-F5344CB8AC3E}">
        <p14:creationId xmlns:p14="http://schemas.microsoft.com/office/powerpoint/2010/main" val="2268254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Groeperen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16</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Wat is de ernst van de fout?</a:t>
            </a:r>
          </a:p>
          <a:p>
            <a:r>
              <a:rPr lang="en-GB"/>
              <a:t>Wat is de prioriteit van oplossen?</a:t>
            </a:r>
          </a:p>
          <a:p>
            <a:endParaRPr lang="en-GB"/>
          </a:p>
          <a:p>
            <a:r>
              <a:rPr lang="en-GB"/>
              <a:t>Beide bepalen welke fouten er eerst worden opgelost.</a:t>
            </a:r>
          </a:p>
        </p:txBody>
      </p:sp>
    </p:spTree>
    <p:extLst>
      <p:ext uri="{BB962C8B-B14F-4D97-AF65-F5344CB8AC3E}">
        <p14:creationId xmlns:p14="http://schemas.microsoft.com/office/powerpoint/2010/main" val="175237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Oplossen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17</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Ofwel behandel je een bug zoals een User Story.</a:t>
            </a:r>
          </a:p>
          <a:p>
            <a:r>
              <a:rPr lang="en-GB"/>
              <a:t>Ofwel niet </a:t>
            </a:r>
            <a:r>
              <a:rPr lang="en-GB">
                <a:sym typeface="Wingdings" panose="05000000000000000000" pitchFamily="2" charset="2"/>
              </a:rPr>
              <a:t>.</a:t>
            </a:r>
          </a:p>
          <a:p>
            <a:endParaRPr lang="en-GB">
              <a:sym typeface="Wingdings" panose="05000000000000000000" pitchFamily="2" charset="2"/>
            </a:endParaRPr>
          </a:p>
          <a:p>
            <a:r>
              <a:rPr lang="en-GB"/>
              <a:t>Mijn ervaring leert dat binnen een sprint er niet teveel tralala rond moet gemaakt worden.</a:t>
            </a:r>
          </a:p>
          <a:p>
            <a:r>
              <a:rPr lang="en-GB"/>
              <a:t>Buiten een sprint zou ik wel alles documenteren.</a:t>
            </a:r>
          </a:p>
          <a:p>
            <a:endParaRPr lang="en-GB"/>
          </a:p>
          <a:p>
            <a:r>
              <a:rPr lang="en-GB"/>
              <a:t>Verschil tussen een</a:t>
            </a:r>
          </a:p>
          <a:p>
            <a:pPr lvl="1"/>
            <a:r>
              <a:rPr lang="en-GB"/>
              <a:t>Fout</a:t>
            </a:r>
          </a:p>
          <a:p>
            <a:pPr lvl="1"/>
            <a:r>
              <a:rPr lang="en-GB"/>
              <a:t>Change Request</a:t>
            </a:r>
          </a:p>
        </p:txBody>
      </p:sp>
    </p:spTree>
    <p:extLst>
      <p:ext uri="{BB962C8B-B14F-4D97-AF65-F5344CB8AC3E}">
        <p14:creationId xmlns:p14="http://schemas.microsoft.com/office/powerpoint/2010/main" val="385569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Verifiëren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18</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De test wordt opnieuw uitgevoerd.</a:t>
            </a:r>
          </a:p>
          <a:p>
            <a:pPr lvl="1"/>
            <a:r>
              <a:rPr lang="en-GB"/>
              <a:t>Fout kan niet gereproduceerd worden.</a:t>
            </a:r>
          </a:p>
          <a:p>
            <a:pPr lvl="1"/>
            <a:r>
              <a:rPr lang="en-GB"/>
              <a:t>Fout kan wel gereproduceerd worden.</a:t>
            </a:r>
          </a:p>
          <a:p>
            <a:pPr lvl="1"/>
            <a:r>
              <a:rPr lang="en-GB"/>
              <a:t>Er gaat iets anders fout.</a:t>
            </a:r>
          </a:p>
        </p:txBody>
      </p:sp>
    </p:spTree>
    <p:extLst>
      <p:ext uri="{BB962C8B-B14F-4D97-AF65-F5344CB8AC3E}">
        <p14:creationId xmlns:p14="http://schemas.microsoft.com/office/powerpoint/2010/main" val="187814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Afsluiten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19</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Als de fout niet kan gereproduceerd worden</a:t>
            </a:r>
          </a:p>
          <a:p>
            <a:pPr lvl="1"/>
            <a:r>
              <a:rPr lang="en-GB"/>
              <a:t>Dan wordt de issue als “Closed” beschouwd.</a:t>
            </a:r>
          </a:p>
          <a:p>
            <a:pPr lvl="1"/>
            <a:r>
              <a:rPr lang="en-GB"/>
              <a:t>Binnen in de test omgeving.</a:t>
            </a:r>
          </a:p>
          <a:p>
            <a:pPr lvl="1"/>
            <a:endParaRPr lang="en-GB"/>
          </a:p>
          <a:p>
            <a:r>
              <a:rPr lang="en-GB"/>
              <a:t>Productie fouten worden pas op “Closed” gezet</a:t>
            </a:r>
          </a:p>
          <a:p>
            <a:pPr lvl="1"/>
            <a:r>
              <a:rPr lang="en-GB"/>
              <a:t>Wanneer de fout ook effectief in productie is opgelost.</a:t>
            </a:r>
          </a:p>
        </p:txBody>
      </p:sp>
    </p:spTree>
    <p:extLst>
      <p:ext uri="{BB962C8B-B14F-4D97-AF65-F5344CB8AC3E}">
        <p14:creationId xmlns:p14="http://schemas.microsoft.com/office/powerpoint/2010/main" val="1815445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7AA512C-6D6A-400F-AF64-C42016615969}"/>
              </a:ext>
            </a:extLst>
          </p:cNvPr>
          <p:cNvSpPr>
            <a:spLocks noGrp="1"/>
          </p:cNvSpPr>
          <p:nvPr>
            <p:ph type="title"/>
          </p:nvPr>
        </p:nvSpPr>
        <p:spPr/>
        <p:txBody>
          <a:bodyPr/>
          <a:lstStyle/>
          <a:p>
            <a:r>
              <a:rPr lang="en-GB"/>
              <a:t>Rapporteren</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20</a:t>
            </a:fld>
            <a:endParaRPr lang="en-US"/>
          </a:p>
        </p:txBody>
      </p:sp>
      <p:sp>
        <p:nvSpPr>
          <p:cNvPr id="12" name="Text Placeholder 11">
            <a:extLst>
              <a:ext uri="{FF2B5EF4-FFF2-40B4-BE49-F238E27FC236}">
                <a16:creationId xmlns:a16="http://schemas.microsoft.com/office/drawing/2014/main" id="{9C2C2D79-2AF9-4B0F-B810-BD6331854792}"/>
              </a:ext>
            </a:extLst>
          </p:cNvPr>
          <p:cNvSpPr>
            <a:spLocks noGrp="1"/>
          </p:cNvSpPr>
          <p:nvPr>
            <p:ph type="body" sz="quarter" idx="10"/>
          </p:nvPr>
        </p:nvSpPr>
        <p:spPr/>
        <p:txBody>
          <a:bodyPr/>
          <a:lstStyle/>
          <a:p>
            <a:r>
              <a:rPr lang="en-GB"/>
              <a:t>Gebruik hiervoor je tooling.</a:t>
            </a:r>
          </a:p>
          <a:p>
            <a:r>
              <a:rPr lang="en-GB"/>
              <a:t>Gebruik de standaard rapporten en wijk daar niet teveel van af.</a:t>
            </a:r>
          </a:p>
          <a:p>
            <a:endParaRPr lang="en-GB"/>
          </a:p>
          <a:p>
            <a:r>
              <a:rPr lang="en-GB"/>
              <a:t>Probeer management zelf hun rapporten te laten trekken.</a:t>
            </a:r>
          </a:p>
          <a:p>
            <a:pPr lvl="1"/>
            <a:r>
              <a:rPr lang="en-GB"/>
              <a:t>Afgekeurde fouten.</a:t>
            </a:r>
          </a:p>
          <a:p>
            <a:pPr lvl="2"/>
            <a:r>
              <a:rPr lang="en-GB"/>
              <a:t>Aantal gelogde fouten die geen fout waren.</a:t>
            </a:r>
          </a:p>
          <a:p>
            <a:pPr lvl="2"/>
            <a:r>
              <a:rPr lang="en-GB"/>
              <a:t>Geannuleerde fouten / totaal aantal fouten (in %)</a:t>
            </a:r>
          </a:p>
          <a:p>
            <a:pPr lvl="1"/>
            <a:r>
              <a:rPr lang="en-GB"/>
              <a:t>Doorgelekte fouten.</a:t>
            </a:r>
          </a:p>
          <a:p>
            <a:pPr lvl="2"/>
            <a:r>
              <a:rPr lang="en-GB"/>
              <a:t>Fouten in productie die niet gevonden werden in testomgeving.</a:t>
            </a:r>
          </a:p>
          <a:p>
            <a:pPr lvl="2"/>
            <a:r>
              <a:rPr lang="en-GB"/>
              <a:t>Aantal fouten in productie / totaal aantal fouten (in %)</a:t>
            </a:r>
          </a:p>
          <a:p>
            <a:pPr lvl="1"/>
            <a:endParaRPr lang="en-GB"/>
          </a:p>
        </p:txBody>
      </p:sp>
    </p:spTree>
    <p:extLst>
      <p:ext uri="{BB962C8B-B14F-4D97-AF65-F5344CB8AC3E}">
        <p14:creationId xmlns:p14="http://schemas.microsoft.com/office/powerpoint/2010/main" val="57973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776112-665F-4321-8DF2-154B8CFE473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13963EC-CB83-4A74-AD17-7E027499DCFE}">
  <ds:schemaRefs>
    <ds:schemaRef ds:uri="http://schemas.microsoft.com/sharepoint/v3/contenttype/forms"/>
  </ds:schemaRefs>
</ds:datastoreItem>
</file>

<file path=customXml/itemProps3.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128</TotalTime>
  <Words>625</Words>
  <Application>Microsoft Office PowerPoint</Application>
  <PresentationFormat>Custom</PresentationFormat>
  <Paragraphs>152</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SyntraWestBase</vt:lpstr>
      <vt:lpstr>PowerPoint Presentation</vt:lpstr>
      <vt:lpstr>PowerPoint Presentation</vt:lpstr>
      <vt:lpstr>PowerPoint Presentation</vt:lpstr>
      <vt:lpstr>Terminologie en hun betekenis</vt:lpstr>
      <vt:lpstr>PowerPoint Presentation</vt:lpstr>
      <vt:lpstr>Software Test(ing) Life Cycle</vt:lpstr>
      <vt:lpstr>Voorstel tot flow</vt:lpstr>
      <vt:lpstr>Stappen in het oplossen van een fout</vt:lpstr>
      <vt:lpstr>Helpt de tool je met deze dingen?</vt:lpstr>
      <vt:lpstr>Helpt de tool je ook met dit?</vt:lpstr>
      <vt:lpstr>Voorstel tot flow</vt:lpstr>
      <vt:lpstr>Voorstel tot flow</vt:lpstr>
      <vt:lpstr>Herken je deze discussie?</vt:lpstr>
      <vt:lpstr>Voorstel tot flow</vt:lpstr>
      <vt:lpstr>Ontdekken</vt:lpstr>
      <vt:lpstr>Groeperen</vt:lpstr>
      <vt:lpstr>Oplossen</vt:lpstr>
      <vt:lpstr>Verifiëren</vt:lpstr>
      <vt:lpstr>Afsluiten</vt:lpstr>
      <vt:lpstr>Rapporteren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236</cp:revision>
  <dcterms:created xsi:type="dcterms:W3CDTF">2020-09-23T07:49:56Z</dcterms:created>
  <dcterms:modified xsi:type="dcterms:W3CDTF">2021-03-16T15:37:29Z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