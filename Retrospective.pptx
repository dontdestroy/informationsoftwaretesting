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1" d="100"/>
          <a:sy n="71" d="100"/>
        </p:scale>
        <p:origin x="96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A2A89-B94C-41EC-9498-CA00B7162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C2FD5-67C4-4BEA-A647-F9336F09A9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339AE-729B-44FF-A1BE-847ACC13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67311-1CA5-442F-8F35-FFE7BFE869A9}" type="datetimeFigureOut">
              <a:rPr lang="nl-BE" smtClean="0"/>
              <a:t>09/02/2021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B3B8B-07D1-4620-94B1-7F561402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3B9B7-10B2-416B-AC9F-7B8505F47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CDF27-11E4-4CDB-91F2-BBCB5AAA7AB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2488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1608F-6776-459E-8987-D12B607F4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BBBA3-9176-4B08-82C4-136E8AEDD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8F061-FDE9-4481-871A-490C7DA0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67311-1CA5-442F-8F35-FFE7BFE869A9}" type="datetimeFigureOut">
              <a:rPr lang="nl-BE" smtClean="0"/>
              <a:t>09/02/2021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EAF7F-2ACA-4303-928B-58AEAB73F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6ACFB-292F-4CDF-A966-B19FEBDA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CDF27-11E4-4CDB-91F2-BBCB5AAA7AB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05402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C5A2-2C48-455E-AAD6-1432092D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66769-EA45-4123-921D-01128F207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851F4-EA43-4752-9B71-D47059EB3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67311-1CA5-442F-8F35-FFE7BFE869A9}" type="datetimeFigureOut">
              <a:rPr lang="nl-BE" smtClean="0"/>
              <a:t>09/02/2021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675EE-8E39-4B4B-AE43-60E030BC6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4523C-FD0B-4920-BAEA-036FBE5D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CDF27-11E4-4CDB-91F2-BBCB5AAA7AB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60921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4A698-4D59-4936-9D7C-FC9F72C81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EB650-40DC-44F1-BB11-E9F85AB641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6B8E8-962F-424D-8B00-AD66147FC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4AFEA-5C48-455B-B7A5-A8830596F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67311-1CA5-442F-8F35-FFE7BFE869A9}" type="datetimeFigureOut">
              <a:rPr lang="nl-BE" smtClean="0"/>
              <a:t>09/02/2021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53CBA-BD85-4787-865B-40DD6B772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3DCA4-33C4-44FD-BB62-A081DEB3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CDF27-11E4-4CDB-91F2-BBCB5AAA7AB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87554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ED264-3CDB-4CA0-AF0C-BB07F99E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CF7E6-0E93-41FB-823F-39368E5DC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83F21-FD3C-4A1E-8E65-CB3BC3BD9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56469E-232A-436A-B301-BD09668385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8F9A3F-1CEB-42E9-A0EC-277C32B2E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2F5BB1-B29A-4069-AC5D-C93032CCF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67311-1CA5-442F-8F35-FFE7BFE869A9}" type="datetimeFigureOut">
              <a:rPr lang="nl-BE" smtClean="0"/>
              <a:t>09/02/2021</a:t>
            </a:fld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2F837F-27A2-4F9D-9C4E-3DA46AC4D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7E8B23-2797-41FA-ABD0-1AB2AE44C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CDF27-11E4-4CDB-91F2-BBCB5AAA7AB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68593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ED6C5-85C0-47F8-B86B-C2C822AD8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75453-45C7-47DB-8015-9A090CE80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67311-1CA5-442F-8F35-FFE7BFE869A9}" type="datetimeFigureOut">
              <a:rPr lang="nl-BE" smtClean="0"/>
              <a:t>09/02/2021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B6E2E0-E788-47A6-A778-DF4186F04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6B30C2-9B37-409D-86C4-427AFDBA1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CDF27-11E4-4CDB-91F2-BBCB5AAA7AB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1641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D6E78-C6E5-41DC-8AA0-E5CEC8C3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67311-1CA5-442F-8F35-FFE7BFE869A9}" type="datetimeFigureOut">
              <a:rPr lang="nl-BE" smtClean="0"/>
              <a:t>09/02/2021</a:t>
            </a:fld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444C9-642F-4682-824D-22D0840C8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30B87-0831-4B2B-B3D2-F2F4F5D56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CDF27-11E4-4CDB-91F2-BBCB5AAA7AB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43097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A301-4258-475E-99D1-6EF230BEB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271A1-8EEF-4F14-BECE-B118A897C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F803B-9BF5-48E6-A339-7DCEC759C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163B4-1CE5-4559-8B27-50BA12B69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67311-1CA5-442F-8F35-FFE7BFE869A9}" type="datetimeFigureOut">
              <a:rPr lang="nl-BE" smtClean="0"/>
              <a:t>09/02/2021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3A44D-C429-49A2-BBDC-77E309E8F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58AE3-6EE5-4D2D-AFBB-FFB514DA7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CDF27-11E4-4CDB-91F2-BBCB5AAA7AB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49744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46B82-2883-4D26-A86E-673408FFB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A6B17B-0F1B-46F5-BE5C-5F187F4D6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F3ABC-2861-46B4-B19F-94C7FCABA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26A0A-FB8A-4A52-9EFD-0B12E03BD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67311-1CA5-442F-8F35-FFE7BFE869A9}" type="datetimeFigureOut">
              <a:rPr lang="nl-BE" smtClean="0"/>
              <a:t>09/02/2021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A6AD6-4021-43B3-98CB-B1D35A049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E4B30-D5EC-422C-91B4-8666E52F7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CDF27-11E4-4CDB-91F2-BBCB5AAA7AB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83453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B7D80-E161-46FA-9AB5-33EB1E51D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85701-FB98-4F1B-87BA-A580871EA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AE9D0-89A3-4AC4-820A-614D1201C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67311-1CA5-442F-8F35-FFE7BFE869A9}" type="datetimeFigureOut">
              <a:rPr lang="nl-BE" smtClean="0"/>
              <a:t>09/02/2021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84437-3FD3-4F98-BF29-13660E667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5655F-416C-4CC2-B72C-22C07968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CDF27-11E4-4CDB-91F2-BBCB5AAA7AB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3407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C1F202-6961-407A-8CB7-15D669952A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53E8F-BF93-43EA-BC63-DC64B23DA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6E7A0-9E56-4F88-B83D-92C748615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67311-1CA5-442F-8F35-FFE7BFE869A9}" type="datetimeFigureOut">
              <a:rPr lang="nl-BE" smtClean="0"/>
              <a:t>09/02/2021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28BC3-CC93-4D9C-B6FF-5DC78E98A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ED5AE-9118-4509-917F-51EC0C168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CDF27-11E4-4CDB-91F2-BBCB5AAA7AB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0808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2BAC92-99E0-4B2A-AFE3-DE240379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CB32D-4704-425B-AE25-EEF8619D0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EFA6A-0C98-41B9-9786-F6A07114FC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67311-1CA5-442F-8F35-FFE7BFE869A9}" type="datetimeFigureOut">
              <a:rPr lang="nl-BE" smtClean="0"/>
              <a:t>09/02/2021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0180D-4846-4CBC-87A3-A35D4A01C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77A56-5ABC-40B7-BEFB-D74079298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CDF27-11E4-4CDB-91F2-BBCB5AAA7AB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6951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6F6B-D364-4D6A-A11A-6A697787FC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Retrospective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D4BDB-78E8-406F-BD26-C4E511BA55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Hulpmiddelen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00047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87915-8E74-48D0-AE93-E718C56D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Hoe voel je je?</a:t>
            </a:r>
            <a:endParaRPr lang="nl-B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4581F5-9982-4B5A-827B-3443503AA8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319" y="494365"/>
            <a:ext cx="5325778" cy="5998509"/>
          </a:xfrm>
        </p:spPr>
      </p:pic>
    </p:spTree>
    <p:extLst>
      <p:ext uri="{BB962C8B-B14F-4D97-AF65-F5344CB8AC3E}">
        <p14:creationId xmlns:p14="http://schemas.microsoft.com/office/powerpoint/2010/main" val="3753407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CB79E1-C21F-4895-9B37-B057F69BE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46090" y="219823"/>
            <a:ext cx="8757475" cy="654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83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EE8AF3-9240-471F-BBE6-4D245C850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217" y="204640"/>
            <a:ext cx="9833566" cy="644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085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316950-6B24-421D-9465-2AA25C1F1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025" y="0"/>
            <a:ext cx="729940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413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74D9C3-7380-4B61-B726-0B65C6505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919" y="284140"/>
            <a:ext cx="9238780" cy="590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92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5368B4-7729-44DE-8CFD-88BCDBAC4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281" y="765517"/>
            <a:ext cx="9723425" cy="504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199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F451C1-DF74-41FD-99A5-568D9176D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950" y="208126"/>
            <a:ext cx="7444697" cy="646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966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54396A-A5F8-449A-BA51-CCAEEAE6E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509" y="0"/>
            <a:ext cx="5388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18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D4103A-037E-4A52-967C-E4C769FF6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168" y="282388"/>
            <a:ext cx="8174677" cy="605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696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</Words>
  <Application>Microsoft Office PowerPoint</Application>
  <PresentationFormat>Widescreen</PresentationFormat>
  <Paragraphs>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Retrospective</vt:lpstr>
      <vt:lpstr>Hoe voel je je?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Retrospective</dc:title>
  <dc:creator>Vincent Van De Walle</dc:creator>
  <cp:lastModifiedBy>Vincent Van De Walle</cp:lastModifiedBy>
  <cp:revision>12</cp:revision>
  <dcterms:created xsi:type="dcterms:W3CDTF">2021-02-09T07:15:45Z</dcterms:created>
  <dcterms:modified xsi:type="dcterms:W3CDTF">2021-02-09T08:06:23Z</dcterms:modified>
</cp:coreProperties>
</file>