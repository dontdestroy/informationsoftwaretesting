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36"/>
  </p:notesMasterIdLst>
  <p:sldIdLst>
    <p:sldId id="265" r:id="rId5"/>
    <p:sldId id="266" r:id="rId6"/>
    <p:sldId id="267" r:id="rId7"/>
    <p:sldId id="268" r:id="rId8"/>
    <p:sldId id="286" r:id="rId9"/>
    <p:sldId id="285" r:id="rId10"/>
    <p:sldId id="269" r:id="rId11"/>
    <p:sldId id="270" r:id="rId12"/>
    <p:sldId id="271" r:id="rId13"/>
    <p:sldId id="272" r:id="rId14"/>
    <p:sldId id="273" r:id="rId15"/>
    <p:sldId id="291" r:id="rId16"/>
    <p:sldId id="292" r:id="rId17"/>
    <p:sldId id="274" r:id="rId18"/>
    <p:sldId id="276" r:id="rId19"/>
    <p:sldId id="277" r:id="rId20"/>
    <p:sldId id="278" r:id="rId21"/>
    <p:sldId id="281" r:id="rId22"/>
    <p:sldId id="279" r:id="rId23"/>
    <p:sldId id="287" r:id="rId24"/>
    <p:sldId id="294" r:id="rId25"/>
    <p:sldId id="280" r:id="rId26"/>
    <p:sldId id="295" r:id="rId27"/>
    <p:sldId id="275" r:id="rId28"/>
    <p:sldId id="284" r:id="rId29"/>
    <p:sldId id="282" r:id="rId30"/>
    <p:sldId id="288" r:id="rId31"/>
    <p:sldId id="289" r:id="rId32"/>
    <p:sldId id="293" r:id="rId33"/>
    <p:sldId id="290" r:id="rId34"/>
    <p:sldId id="283" r:id="rId35"/>
  </p:sldIdLst>
  <p:sldSz cx="10160000" cy="7620000"/>
  <p:notesSz cx="10160000" cy="7620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34E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00" autoAdjust="0"/>
    <p:restoredTop sz="85911" autoAdjust="0"/>
  </p:normalViewPr>
  <p:slideViewPr>
    <p:cSldViewPr>
      <p:cViewPr varScale="1">
        <p:scale>
          <a:sx n="93" d="100"/>
          <a:sy n="93" d="100"/>
        </p:scale>
        <p:origin x="1860" y="78"/>
      </p:cViewPr>
      <p:guideLst>
        <p:guide orient="horz" pos="2880"/>
        <p:guide pos="2160"/>
      </p:guideLst>
    </p:cSldViewPr>
  </p:slideViewPr>
  <p:notesTextViewPr>
    <p:cViewPr>
      <p:scale>
        <a:sx n="100" d="100"/>
        <a:sy n="100" d="100"/>
      </p:scale>
      <p:origin x="0" y="0"/>
    </p:cViewPr>
  </p:notesTextViewPr>
  <p:sorterViewPr>
    <p:cViewPr>
      <p:scale>
        <a:sx n="100" d="100"/>
        <a:sy n="100" d="100"/>
      </p:scale>
      <p:origin x="0" y="-132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A07A56-8609-4726-9254-CEF33F3DC28A}" type="doc">
      <dgm:prSet loTypeId="urn:microsoft.com/office/officeart/2005/8/layout/vProcess5" loCatId="process" qsTypeId="urn:microsoft.com/office/officeart/2005/8/quickstyle/simple4" qsCatId="simple" csTypeId="urn:microsoft.com/office/officeart/2005/8/colors/colorful2" csCatId="colorful" phldr="1"/>
      <dgm:spPr/>
      <dgm:t>
        <a:bodyPr/>
        <a:lstStyle/>
        <a:p>
          <a:endParaRPr lang="en-US"/>
        </a:p>
      </dgm:t>
    </dgm:pt>
    <dgm:pt modelId="{94661536-BECA-4518-824C-0729C663E03B}">
      <dgm:prSet phldrT="[Text]"/>
      <dgm:spPr/>
      <dgm:t>
        <a:bodyPr/>
        <a:lstStyle/>
        <a:p>
          <a:r>
            <a:rPr lang="en-GB"/>
            <a:t>Het project in kleinere stukken opsplitsen</a:t>
          </a:r>
          <a:endParaRPr lang="en-US"/>
        </a:p>
      </dgm:t>
    </dgm:pt>
    <dgm:pt modelId="{B1525C51-7C58-4A26-906E-96BC8C1E242A}" type="parTrans" cxnId="{2E6615E8-5F08-49C5-A386-170DEB7D77A5}">
      <dgm:prSet/>
      <dgm:spPr/>
      <dgm:t>
        <a:bodyPr/>
        <a:lstStyle/>
        <a:p>
          <a:endParaRPr lang="en-US"/>
        </a:p>
      </dgm:t>
    </dgm:pt>
    <dgm:pt modelId="{673A6EC9-64EE-445E-94E7-EB0DF7982DE8}" type="sibTrans" cxnId="{2E6615E8-5F08-49C5-A386-170DEB7D77A5}">
      <dgm:prSet/>
      <dgm:spPr/>
      <dgm:t>
        <a:bodyPr/>
        <a:lstStyle/>
        <a:p>
          <a:endParaRPr lang="en-US"/>
        </a:p>
      </dgm:t>
    </dgm:pt>
    <dgm:pt modelId="{96EE0E87-D7A9-4EBA-9AD9-8E2D93E4A436}">
      <dgm:prSet phldrT="[Text]"/>
      <dgm:spPr/>
      <dgm:t>
        <a:bodyPr/>
        <a:lstStyle/>
        <a:p>
          <a:r>
            <a:rPr lang="en-GB"/>
            <a:t>Taken aan teamleden assigneren (niet altijd op voorhand)</a:t>
          </a:r>
          <a:endParaRPr lang="en-US"/>
        </a:p>
      </dgm:t>
    </dgm:pt>
    <dgm:pt modelId="{93FDDC4E-1AE7-4C61-84CC-A762A1A93DEB}" type="parTrans" cxnId="{01A0C345-911F-481F-9B04-CC32FA754799}">
      <dgm:prSet/>
      <dgm:spPr/>
      <dgm:t>
        <a:bodyPr/>
        <a:lstStyle/>
        <a:p>
          <a:endParaRPr lang="en-US"/>
        </a:p>
      </dgm:t>
    </dgm:pt>
    <dgm:pt modelId="{32A751FD-79DE-4D8A-A70E-C51E7B95E710}" type="sibTrans" cxnId="{01A0C345-911F-481F-9B04-CC32FA754799}">
      <dgm:prSet/>
      <dgm:spPr/>
      <dgm:t>
        <a:bodyPr/>
        <a:lstStyle/>
        <a:p>
          <a:endParaRPr lang="en-US"/>
        </a:p>
      </dgm:t>
    </dgm:pt>
    <dgm:pt modelId="{6603A1DA-FD96-4F2F-9B8C-5FD629E5F2E3}">
      <dgm:prSet phldrT="[Text]"/>
      <dgm:spPr/>
      <dgm:t>
        <a:bodyPr/>
        <a:lstStyle/>
        <a:p>
          <a:r>
            <a:rPr lang="en-GB"/>
            <a:t>Valideren van de schatting</a:t>
          </a:r>
          <a:endParaRPr lang="en-US"/>
        </a:p>
      </dgm:t>
    </dgm:pt>
    <dgm:pt modelId="{FBB8084D-5C9D-4493-A910-90A8FB102914}" type="parTrans" cxnId="{55477343-1064-489B-B3F4-22B323A4BEB4}">
      <dgm:prSet/>
      <dgm:spPr/>
      <dgm:t>
        <a:bodyPr/>
        <a:lstStyle/>
        <a:p>
          <a:endParaRPr lang="en-US"/>
        </a:p>
      </dgm:t>
    </dgm:pt>
    <dgm:pt modelId="{49AC7D4C-34EE-464A-8E06-46B17196189D}" type="sibTrans" cxnId="{55477343-1064-489B-B3F4-22B323A4BEB4}">
      <dgm:prSet/>
      <dgm:spPr/>
      <dgm:t>
        <a:bodyPr/>
        <a:lstStyle/>
        <a:p>
          <a:endParaRPr lang="en-US"/>
        </a:p>
      </dgm:t>
    </dgm:pt>
    <dgm:pt modelId="{C0138BA1-A2CD-423D-B9B0-6193F7232580}">
      <dgm:prSet phldrT="[Text]"/>
      <dgm:spPr/>
      <dgm:t>
        <a:bodyPr/>
        <a:lstStyle/>
        <a:p>
          <a:r>
            <a:rPr lang="en-GB"/>
            <a:t>Schatten van de “werklast” per taak</a:t>
          </a:r>
          <a:endParaRPr lang="en-US"/>
        </a:p>
      </dgm:t>
    </dgm:pt>
    <dgm:pt modelId="{C5A77589-679E-45C7-8B70-0CD025B4A26B}" type="parTrans" cxnId="{71F035C1-E98C-4FE6-896C-4C31076FD136}">
      <dgm:prSet/>
      <dgm:spPr/>
      <dgm:t>
        <a:bodyPr/>
        <a:lstStyle/>
        <a:p>
          <a:endParaRPr lang="en-US"/>
        </a:p>
      </dgm:t>
    </dgm:pt>
    <dgm:pt modelId="{6AA122D2-9C19-4446-8165-00DFB6EC2132}" type="sibTrans" cxnId="{71F035C1-E98C-4FE6-896C-4C31076FD136}">
      <dgm:prSet/>
      <dgm:spPr/>
      <dgm:t>
        <a:bodyPr/>
        <a:lstStyle/>
        <a:p>
          <a:endParaRPr lang="en-US"/>
        </a:p>
      </dgm:t>
    </dgm:pt>
    <dgm:pt modelId="{F9021A35-0A19-491E-8C0D-EA6EA416448F}" type="pres">
      <dgm:prSet presAssocID="{D0A07A56-8609-4726-9254-CEF33F3DC28A}" presName="outerComposite" presStyleCnt="0">
        <dgm:presLayoutVars>
          <dgm:chMax val="5"/>
          <dgm:dir/>
          <dgm:resizeHandles val="exact"/>
        </dgm:presLayoutVars>
      </dgm:prSet>
      <dgm:spPr/>
    </dgm:pt>
    <dgm:pt modelId="{09B2D84E-0D15-4CF6-98E0-93AFC5087BB2}" type="pres">
      <dgm:prSet presAssocID="{D0A07A56-8609-4726-9254-CEF33F3DC28A}" presName="dummyMaxCanvas" presStyleCnt="0">
        <dgm:presLayoutVars/>
      </dgm:prSet>
      <dgm:spPr/>
    </dgm:pt>
    <dgm:pt modelId="{DBD85C47-26EA-49C5-AA6B-B1399B67B43A}" type="pres">
      <dgm:prSet presAssocID="{D0A07A56-8609-4726-9254-CEF33F3DC28A}" presName="FourNodes_1" presStyleLbl="node1" presStyleIdx="0" presStyleCnt="4">
        <dgm:presLayoutVars>
          <dgm:bulletEnabled val="1"/>
        </dgm:presLayoutVars>
      </dgm:prSet>
      <dgm:spPr/>
    </dgm:pt>
    <dgm:pt modelId="{722F4DA8-BAC8-475C-9C24-86C6BA88F86E}" type="pres">
      <dgm:prSet presAssocID="{D0A07A56-8609-4726-9254-CEF33F3DC28A}" presName="FourNodes_2" presStyleLbl="node1" presStyleIdx="1" presStyleCnt="4">
        <dgm:presLayoutVars>
          <dgm:bulletEnabled val="1"/>
        </dgm:presLayoutVars>
      </dgm:prSet>
      <dgm:spPr/>
    </dgm:pt>
    <dgm:pt modelId="{C9F475C8-824A-4DED-A853-95C52CF09637}" type="pres">
      <dgm:prSet presAssocID="{D0A07A56-8609-4726-9254-CEF33F3DC28A}" presName="FourNodes_3" presStyleLbl="node1" presStyleIdx="2" presStyleCnt="4">
        <dgm:presLayoutVars>
          <dgm:bulletEnabled val="1"/>
        </dgm:presLayoutVars>
      </dgm:prSet>
      <dgm:spPr/>
    </dgm:pt>
    <dgm:pt modelId="{45BE3912-6DD3-495F-B2C9-F09A4D824D2E}" type="pres">
      <dgm:prSet presAssocID="{D0A07A56-8609-4726-9254-CEF33F3DC28A}" presName="FourNodes_4" presStyleLbl="node1" presStyleIdx="3" presStyleCnt="4">
        <dgm:presLayoutVars>
          <dgm:bulletEnabled val="1"/>
        </dgm:presLayoutVars>
      </dgm:prSet>
      <dgm:spPr/>
    </dgm:pt>
    <dgm:pt modelId="{3CF9F115-3D3D-4196-A579-6A479A3B28A0}" type="pres">
      <dgm:prSet presAssocID="{D0A07A56-8609-4726-9254-CEF33F3DC28A}" presName="FourConn_1-2" presStyleLbl="fgAccFollowNode1" presStyleIdx="0" presStyleCnt="3">
        <dgm:presLayoutVars>
          <dgm:bulletEnabled val="1"/>
        </dgm:presLayoutVars>
      </dgm:prSet>
      <dgm:spPr/>
    </dgm:pt>
    <dgm:pt modelId="{097A75FD-958A-4C39-84E5-46F90719E654}" type="pres">
      <dgm:prSet presAssocID="{D0A07A56-8609-4726-9254-CEF33F3DC28A}" presName="FourConn_2-3" presStyleLbl="fgAccFollowNode1" presStyleIdx="1" presStyleCnt="3">
        <dgm:presLayoutVars>
          <dgm:bulletEnabled val="1"/>
        </dgm:presLayoutVars>
      </dgm:prSet>
      <dgm:spPr/>
    </dgm:pt>
    <dgm:pt modelId="{0CE6980D-3AD2-4D54-ABE3-CCC1C6A3CD5E}" type="pres">
      <dgm:prSet presAssocID="{D0A07A56-8609-4726-9254-CEF33F3DC28A}" presName="FourConn_3-4" presStyleLbl="fgAccFollowNode1" presStyleIdx="2" presStyleCnt="3">
        <dgm:presLayoutVars>
          <dgm:bulletEnabled val="1"/>
        </dgm:presLayoutVars>
      </dgm:prSet>
      <dgm:spPr/>
    </dgm:pt>
    <dgm:pt modelId="{2AAAE0A9-BF6E-4CE4-9F4A-51C05A5FCB59}" type="pres">
      <dgm:prSet presAssocID="{D0A07A56-8609-4726-9254-CEF33F3DC28A}" presName="FourNodes_1_text" presStyleLbl="node1" presStyleIdx="3" presStyleCnt="4">
        <dgm:presLayoutVars>
          <dgm:bulletEnabled val="1"/>
        </dgm:presLayoutVars>
      </dgm:prSet>
      <dgm:spPr/>
    </dgm:pt>
    <dgm:pt modelId="{2A616457-42DC-42A9-9B04-3D5571838480}" type="pres">
      <dgm:prSet presAssocID="{D0A07A56-8609-4726-9254-CEF33F3DC28A}" presName="FourNodes_2_text" presStyleLbl="node1" presStyleIdx="3" presStyleCnt="4">
        <dgm:presLayoutVars>
          <dgm:bulletEnabled val="1"/>
        </dgm:presLayoutVars>
      </dgm:prSet>
      <dgm:spPr/>
    </dgm:pt>
    <dgm:pt modelId="{9A9A3208-030A-4DB3-BD1F-1B02514B242D}" type="pres">
      <dgm:prSet presAssocID="{D0A07A56-8609-4726-9254-CEF33F3DC28A}" presName="FourNodes_3_text" presStyleLbl="node1" presStyleIdx="3" presStyleCnt="4">
        <dgm:presLayoutVars>
          <dgm:bulletEnabled val="1"/>
        </dgm:presLayoutVars>
      </dgm:prSet>
      <dgm:spPr/>
    </dgm:pt>
    <dgm:pt modelId="{C3A3A938-0C02-4D83-8C6E-48D959E6DB6B}" type="pres">
      <dgm:prSet presAssocID="{D0A07A56-8609-4726-9254-CEF33F3DC28A}" presName="FourNodes_4_text" presStyleLbl="node1" presStyleIdx="3" presStyleCnt="4">
        <dgm:presLayoutVars>
          <dgm:bulletEnabled val="1"/>
        </dgm:presLayoutVars>
      </dgm:prSet>
      <dgm:spPr/>
    </dgm:pt>
  </dgm:ptLst>
  <dgm:cxnLst>
    <dgm:cxn modelId="{2ED62400-FA12-4CC1-AFA8-D15EA7AD9F96}" type="presOf" srcId="{96EE0E87-D7A9-4EBA-9AD9-8E2D93E4A436}" destId="{722F4DA8-BAC8-475C-9C24-86C6BA88F86E}" srcOrd="0" destOrd="0" presId="urn:microsoft.com/office/officeart/2005/8/layout/vProcess5"/>
    <dgm:cxn modelId="{2D29E62E-A6EB-425C-A2EB-AC918ED5182C}" type="presOf" srcId="{94661536-BECA-4518-824C-0729C663E03B}" destId="{DBD85C47-26EA-49C5-AA6B-B1399B67B43A}" srcOrd="0" destOrd="0" presId="urn:microsoft.com/office/officeart/2005/8/layout/vProcess5"/>
    <dgm:cxn modelId="{55477343-1064-489B-B3F4-22B323A4BEB4}" srcId="{D0A07A56-8609-4726-9254-CEF33F3DC28A}" destId="{6603A1DA-FD96-4F2F-9B8C-5FD629E5F2E3}" srcOrd="3" destOrd="0" parTransId="{FBB8084D-5C9D-4493-A910-90A8FB102914}" sibTransId="{49AC7D4C-34EE-464A-8E06-46B17196189D}"/>
    <dgm:cxn modelId="{01A0C345-911F-481F-9B04-CC32FA754799}" srcId="{D0A07A56-8609-4726-9254-CEF33F3DC28A}" destId="{96EE0E87-D7A9-4EBA-9AD9-8E2D93E4A436}" srcOrd="1" destOrd="0" parTransId="{93FDDC4E-1AE7-4C61-84CC-A762A1A93DEB}" sibTransId="{32A751FD-79DE-4D8A-A70E-C51E7B95E710}"/>
    <dgm:cxn modelId="{76D84270-648A-4747-B31B-BC04980B3700}" type="presOf" srcId="{96EE0E87-D7A9-4EBA-9AD9-8E2D93E4A436}" destId="{2A616457-42DC-42A9-9B04-3D5571838480}" srcOrd="1" destOrd="0" presId="urn:microsoft.com/office/officeart/2005/8/layout/vProcess5"/>
    <dgm:cxn modelId="{832CF770-CF25-46E2-A1BF-72D078B50680}" type="presOf" srcId="{C0138BA1-A2CD-423D-B9B0-6193F7232580}" destId="{9A9A3208-030A-4DB3-BD1F-1B02514B242D}" srcOrd="1" destOrd="0" presId="urn:microsoft.com/office/officeart/2005/8/layout/vProcess5"/>
    <dgm:cxn modelId="{CFBD6557-8BCC-47B9-A265-5A03FFE7E7D7}" type="presOf" srcId="{6603A1DA-FD96-4F2F-9B8C-5FD629E5F2E3}" destId="{C3A3A938-0C02-4D83-8C6E-48D959E6DB6B}" srcOrd="1" destOrd="0" presId="urn:microsoft.com/office/officeart/2005/8/layout/vProcess5"/>
    <dgm:cxn modelId="{11E4897D-3B66-4AE9-9A70-52026520FB77}" type="presOf" srcId="{D0A07A56-8609-4726-9254-CEF33F3DC28A}" destId="{F9021A35-0A19-491E-8C0D-EA6EA416448F}" srcOrd="0" destOrd="0" presId="urn:microsoft.com/office/officeart/2005/8/layout/vProcess5"/>
    <dgm:cxn modelId="{C452958D-8C23-4F73-BB9D-7D7AD6A12E31}" type="presOf" srcId="{C0138BA1-A2CD-423D-B9B0-6193F7232580}" destId="{C9F475C8-824A-4DED-A853-95C52CF09637}" srcOrd="0" destOrd="0" presId="urn:microsoft.com/office/officeart/2005/8/layout/vProcess5"/>
    <dgm:cxn modelId="{094B21B1-58F3-407E-A4B9-FDA6872F79DE}" type="presOf" srcId="{6AA122D2-9C19-4446-8165-00DFB6EC2132}" destId="{0CE6980D-3AD2-4D54-ABE3-CCC1C6A3CD5E}" srcOrd="0" destOrd="0" presId="urn:microsoft.com/office/officeart/2005/8/layout/vProcess5"/>
    <dgm:cxn modelId="{AF4D6BB1-C7DE-4A6D-92A1-E95C942E9E2C}" type="presOf" srcId="{94661536-BECA-4518-824C-0729C663E03B}" destId="{2AAAE0A9-BF6E-4CE4-9F4A-51C05A5FCB59}" srcOrd="1" destOrd="0" presId="urn:microsoft.com/office/officeart/2005/8/layout/vProcess5"/>
    <dgm:cxn modelId="{71F035C1-E98C-4FE6-896C-4C31076FD136}" srcId="{D0A07A56-8609-4726-9254-CEF33F3DC28A}" destId="{C0138BA1-A2CD-423D-B9B0-6193F7232580}" srcOrd="2" destOrd="0" parTransId="{C5A77589-679E-45C7-8B70-0CD025B4A26B}" sibTransId="{6AA122D2-9C19-4446-8165-00DFB6EC2132}"/>
    <dgm:cxn modelId="{2E6615E8-5F08-49C5-A386-170DEB7D77A5}" srcId="{D0A07A56-8609-4726-9254-CEF33F3DC28A}" destId="{94661536-BECA-4518-824C-0729C663E03B}" srcOrd="0" destOrd="0" parTransId="{B1525C51-7C58-4A26-906E-96BC8C1E242A}" sibTransId="{673A6EC9-64EE-445E-94E7-EB0DF7982DE8}"/>
    <dgm:cxn modelId="{F3F5F4E9-4C87-4FAB-B8E0-DA126D5D3ACA}" type="presOf" srcId="{32A751FD-79DE-4D8A-A70E-C51E7B95E710}" destId="{097A75FD-958A-4C39-84E5-46F90719E654}" srcOrd="0" destOrd="0" presId="urn:microsoft.com/office/officeart/2005/8/layout/vProcess5"/>
    <dgm:cxn modelId="{E5345AEF-AE94-461F-A003-D6BDD61C34E8}" type="presOf" srcId="{673A6EC9-64EE-445E-94E7-EB0DF7982DE8}" destId="{3CF9F115-3D3D-4196-A579-6A479A3B28A0}" srcOrd="0" destOrd="0" presId="urn:microsoft.com/office/officeart/2005/8/layout/vProcess5"/>
    <dgm:cxn modelId="{DEDA9CFB-D172-4D62-9B8F-811723F553AC}" type="presOf" srcId="{6603A1DA-FD96-4F2F-9B8C-5FD629E5F2E3}" destId="{45BE3912-6DD3-495F-B2C9-F09A4D824D2E}" srcOrd="0" destOrd="0" presId="urn:microsoft.com/office/officeart/2005/8/layout/vProcess5"/>
    <dgm:cxn modelId="{7481C88E-5B37-442D-964E-B5C199F2BE60}" type="presParOf" srcId="{F9021A35-0A19-491E-8C0D-EA6EA416448F}" destId="{09B2D84E-0D15-4CF6-98E0-93AFC5087BB2}" srcOrd="0" destOrd="0" presId="urn:microsoft.com/office/officeart/2005/8/layout/vProcess5"/>
    <dgm:cxn modelId="{59F2ED0A-3255-4B4B-8276-117EDB363BE7}" type="presParOf" srcId="{F9021A35-0A19-491E-8C0D-EA6EA416448F}" destId="{DBD85C47-26EA-49C5-AA6B-B1399B67B43A}" srcOrd="1" destOrd="0" presId="urn:microsoft.com/office/officeart/2005/8/layout/vProcess5"/>
    <dgm:cxn modelId="{C1283C8F-ABCC-4FDF-9A20-6759234A9055}" type="presParOf" srcId="{F9021A35-0A19-491E-8C0D-EA6EA416448F}" destId="{722F4DA8-BAC8-475C-9C24-86C6BA88F86E}" srcOrd="2" destOrd="0" presId="urn:microsoft.com/office/officeart/2005/8/layout/vProcess5"/>
    <dgm:cxn modelId="{F06ECE65-327A-487C-82FB-CB073FE41A69}" type="presParOf" srcId="{F9021A35-0A19-491E-8C0D-EA6EA416448F}" destId="{C9F475C8-824A-4DED-A853-95C52CF09637}" srcOrd="3" destOrd="0" presId="urn:microsoft.com/office/officeart/2005/8/layout/vProcess5"/>
    <dgm:cxn modelId="{3B1FB498-DFA4-4C0F-B318-198915594BD3}" type="presParOf" srcId="{F9021A35-0A19-491E-8C0D-EA6EA416448F}" destId="{45BE3912-6DD3-495F-B2C9-F09A4D824D2E}" srcOrd="4" destOrd="0" presId="urn:microsoft.com/office/officeart/2005/8/layout/vProcess5"/>
    <dgm:cxn modelId="{C4B5467A-F1F1-4886-B7A3-679DBDDE0C90}" type="presParOf" srcId="{F9021A35-0A19-491E-8C0D-EA6EA416448F}" destId="{3CF9F115-3D3D-4196-A579-6A479A3B28A0}" srcOrd="5" destOrd="0" presId="urn:microsoft.com/office/officeart/2005/8/layout/vProcess5"/>
    <dgm:cxn modelId="{7EDBB0B4-B37E-4F31-9B81-315FC370672E}" type="presParOf" srcId="{F9021A35-0A19-491E-8C0D-EA6EA416448F}" destId="{097A75FD-958A-4C39-84E5-46F90719E654}" srcOrd="6" destOrd="0" presId="urn:microsoft.com/office/officeart/2005/8/layout/vProcess5"/>
    <dgm:cxn modelId="{666CC0FE-E140-416E-8430-2A6846DC30F0}" type="presParOf" srcId="{F9021A35-0A19-491E-8C0D-EA6EA416448F}" destId="{0CE6980D-3AD2-4D54-ABE3-CCC1C6A3CD5E}" srcOrd="7" destOrd="0" presId="urn:microsoft.com/office/officeart/2005/8/layout/vProcess5"/>
    <dgm:cxn modelId="{39A4B8FB-1827-4840-BEBE-1AF43947CD60}" type="presParOf" srcId="{F9021A35-0A19-491E-8C0D-EA6EA416448F}" destId="{2AAAE0A9-BF6E-4CE4-9F4A-51C05A5FCB59}" srcOrd="8" destOrd="0" presId="urn:microsoft.com/office/officeart/2005/8/layout/vProcess5"/>
    <dgm:cxn modelId="{66B4CCBF-0775-47A9-8974-2A7955F3E530}" type="presParOf" srcId="{F9021A35-0A19-491E-8C0D-EA6EA416448F}" destId="{2A616457-42DC-42A9-9B04-3D5571838480}" srcOrd="9" destOrd="0" presId="urn:microsoft.com/office/officeart/2005/8/layout/vProcess5"/>
    <dgm:cxn modelId="{521ADE66-A4BC-497F-9D8A-12F0DA8B376E}" type="presParOf" srcId="{F9021A35-0A19-491E-8C0D-EA6EA416448F}" destId="{9A9A3208-030A-4DB3-BD1F-1B02514B242D}" srcOrd="10" destOrd="0" presId="urn:microsoft.com/office/officeart/2005/8/layout/vProcess5"/>
    <dgm:cxn modelId="{4CE379F4-9D54-4A3A-8E91-BAA3668AC328}" type="presParOf" srcId="{F9021A35-0A19-491E-8C0D-EA6EA416448F}" destId="{C3A3A938-0C02-4D83-8C6E-48D959E6DB6B}"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A07A56-8609-4726-9254-CEF33F3DC28A}" type="doc">
      <dgm:prSet loTypeId="urn:microsoft.com/office/officeart/2005/8/layout/vProcess5" loCatId="process" qsTypeId="urn:microsoft.com/office/officeart/2005/8/quickstyle/simple4" qsCatId="simple" csTypeId="urn:microsoft.com/office/officeart/2005/8/colors/colorful2" csCatId="colorful" phldr="1"/>
      <dgm:spPr/>
      <dgm:t>
        <a:bodyPr/>
        <a:lstStyle/>
        <a:p>
          <a:endParaRPr lang="en-US"/>
        </a:p>
      </dgm:t>
    </dgm:pt>
    <dgm:pt modelId="{94661536-BECA-4518-824C-0729C663E03B}">
      <dgm:prSet phldrT="[Text]"/>
      <dgm:spPr/>
      <dgm:t>
        <a:bodyPr/>
        <a:lstStyle/>
        <a:p>
          <a:r>
            <a:rPr lang="en-GB"/>
            <a:t>Analyseren van de requirements + Crosscheck</a:t>
          </a:r>
          <a:endParaRPr lang="en-US"/>
        </a:p>
      </dgm:t>
    </dgm:pt>
    <dgm:pt modelId="{B1525C51-7C58-4A26-906E-96BC8C1E242A}" type="parTrans" cxnId="{2E6615E8-5F08-49C5-A386-170DEB7D77A5}">
      <dgm:prSet/>
      <dgm:spPr/>
      <dgm:t>
        <a:bodyPr/>
        <a:lstStyle/>
        <a:p>
          <a:endParaRPr lang="en-US"/>
        </a:p>
      </dgm:t>
    </dgm:pt>
    <dgm:pt modelId="{673A6EC9-64EE-445E-94E7-EB0DF7982DE8}" type="sibTrans" cxnId="{2E6615E8-5F08-49C5-A386-170DEB7D77A5}">
      <dgm:prSet/>
      <dgm:spPr/>
      <dgm:t>
        <a:bodyPr/>
        <a:lstStyle/>
        <a:p>
          <a:endParaRPr lang="en-US"/>
        </a:p>
      </dgm:t>
    </dgm:pt>
    <dgm:pt modelId="{96EE0E87-D7A9-4EBA-9AD9-8E2D93E4A436}">
      <dgm:prSet phldrT="[Text]"/>
      <dgm:spPr/>
      <dgm:t>
        <a:bodyPr/>
        <a:lstStyle/>
        <a:p>
          <a:r>
            <a:rPr lang="en-GB"/>
            <a:t>Denk de testscenario’s (cases) uit + Crosscheck</a:t>
          </a:r>
          <a:endParaRPr lang="en-US"/>
        </a:p>
      </dgm:t>
    </dgm:pt>
    <dgm:pt modelId="{93FDDC4E-1AE7-4C61-84CC-A762A1A93DEB}" type="parTrans" cxnId="{01A0C345-911F-481F-9B04-CC32FA754799}">
      <dgm:prSet/>
      <dgm:spPr/>
      <dgm:t>
        <a:bodyPr/>
        <a:lstStyle/>
        <a:p>
          <a:endParaRPr lang="en-US"/>
        </a:p>
      </dgm:t>
    </dgm:pt>
    <dgm:pt modelId="{32A751FD-79DE-4D8A-A70E-C51E7B95E710}" type="sibTrans" cxnId="{01A0C345-911F-481F-9B04-CC32FA754799}">
      <dgm:prSet/>
      <dgm:spPr/>
      <dgm:t>
        <a:bodyPr/>
        <a:lstStyle/>
        <a:p>
          <a:endParaRPr lang="en-US"/>
        </a:p>
      </dgm:t>
    </dgm:pt>
    <dgm:pt modelId="{6603A1DA-FD96-4F2F-9B8C-5FD629E5F2E3}">
      <dgm:prSet phldrT="[Text]"/>
      <dgm:spPr/>
      <dgm:t>
        <a:bodyPr/>
        <a:lstStyle/>
        <a:p>
          <a:r>
            <a:rPr lang="en-GB"/>
            <a:t>Rapporteer status + Crosscheck</a:t>
          </a:r>
          <a:endParaRPr lang="en-US"/>
        </a:p>
      </dgm:t>
    </dgm:pt>
    <dgm:pt modelId="{FBB8084D-5C9D-4493-A910-90A8FB102914}" type="parTrans" cxnId="{55477343-1064-489B-B3F4-22B323A4BEB4}">
      <dgm:prSet/>
      <dgm:spPr/>
      <dgm:t>
        <a:bodyPr/>
        <a:lstStyle/>
        <a:p>
          <a:endParaRPr lang="en-US"/>
        </a:p>
      </dgm:t>
    </dgm:pt>
    <dgm:pt modelId="{49AC7D4C-34EE-464A-8E06-46B17196189D}" type="sibTrans" cxnId="{55477343-1064-489B-B3F4-22B323A4BEB4}">
      <dgm:prSet/>
      <dgm:spPr/>
      <dgm:t>
        <a:bodyPr/>
        <a:lstStyle/>
        <a:p>
          <a:endParaRPr lang="en-US"/>
        </a:p>
      </dgm:t>
    </dgm:pt>
    <dgm:pt modelId="{C0138BA1-A2CD-423D-B9B0-6193F7232580}">
      <dgm:prSet phldrT="[Text]"/>
      <dgm:spPr/>
      <dgm:t>
        <a:bodyPr/>
        <a:lstStyle/>
        <a:p>
          <a:r>
            <a:rPr lang="en-GB"/>
            <a:t>Testscenario’s (cases) uitvoeren + Crosscheck</a:t>
          </a:r>
          <a:endParaRPr lang="en-US"/>
        </a:p>
      </dgm:t>
    </dgm:pt>
    <dgm:pt modelId="{C5A77589-679E-45C7-8B70-0CD025B4A26B}" type="parTrans" cxnId="{71F035C1-E98C-4FE6-896C-4C31076FD136}">
      <dgm:prSet/>
      <dgm:spPr/>
      <dgm:t>
        <a:bodyPr/>
        <a:lstStyle/>
        <a:p>
          <a:endParaRPr lang="en-US"/>
        </a:p>
      </dgm:t>
    </dgm:pt>
    <dgm:pt modelId="{6AA122D2-9C19-4446-8165-00DFB6EC2132}" type="sibTrans" cxnId="{71F035C1-E98C-4FE6-896C-4C31076FD136}">
      <dgm:prSet/>
      <dgm:spPr/>
      <dgm:t>
        <a:bodyPr/>
        <a:lstStyle/>
        <a:p>
          <a:endParaRPr lang="en-US"/>
        </a:p>
      </dgm:t>
    </dgm:pt>
    <dgm:pt modelId="{F9021A35-0A19-491E-8C0D-EA6EA416448F}" type="pres">
      <dgm:prSet presAssocID="{D0A07A56-8609-4726-9254-CEF33F3DC28A}" presName="outerComposite" presStyleCnt="0">
        <dgm:presLayoutVars>
          <dgm:chMax val="5"/>
          <dgm:dir/>
          <dgm:resizeHandles val="exact"/>
        </dgm:presLayoutVars>
      </dgm:prSet>
      <dgm:spPr/>
    </dgm:pt>
    <dgm:pt modelId="{09B2D84E-0D15-4CF6-98E0-93AFC5087BB2}" type="pres">
      <dgm:prSet presAssocID="{D0A07A56-8609-4726-9254-CEF33F3DC28A}" presName="dummyMaxCanvas" presStyleCnt="0">
        <dgm:presLayoutVars/>
      </dgm:prSet>
      <dgm:spPr/>
    </dgm:pt>
    <dgm:pt modelId="{6592D22A-D856-40A9-9BCD-10CC514DEA08}" type="pres">
      <dgm:prSet presAssocID="{D0A07A56-8609-4726-9254-CEF33F3DC28A}" presName="FourNodes_1" presStyleLbl="node1" presStyleIdx="0" presStyleCnt="4">
        <dgm:presLayoutVars>
          <dgm:bulletEnabled val="1"/>
        </dgm:presLayoutVars>
      </dgm:prSet>
      <dgm:spPr/>
    </dgm:pt>
    <dgm:pt modelId="{D0647980-6918-4BA2-A915-2072349F2971}" type="pres">
      <dgm:prSet presAssocID="{D0A07A56-8609-4726-9254-CEF33F3DC28A}" presName="FourNodes_2" presStyleLbl="node1" presStyleIdx="1" presStyleCnt="4">
        <dgm:presLayoutVars>
          <dgm:bulletEnabled val="1"/>
        </dgm:presLayoutVars>
      </dgm:prSet>
      <dgm:spPr/>
    </dgm:pt>
    <dgm:pt modelId="{0FA63050-DB74-4338-97C1-1638016F7693}" type="pres">
      <dgm:prSet presAssocID="{D0A07A56-8609-4726-9254-CEF33F3DC28A}" presName="FourNodes_3" presStyleLbl="node1" presStyleIdx="2" presStyleCnt="4">
        <dgm:presLayoutVars>
          <dgm:bulletEnabled val="1"/>
        </dgm:presLayoutVars>
      </dgm:prSet>
      <dgm:spPr/>
    </dgm:pt>
    <dgm:pt modelId="{DB246EEE-0163-472E-9843-23790C1F91D0}" type="pres">
      <dgm:prSet presAssocID="{D0A07A56-8609-4726-9254-CEF33F3DC28A}" presName="FourNodes_4" presStyleLbl="node1" presStyleIdx="3" presStyleCnt="4">
        <dgm:presLayoutVars>
          <dgm:bulletEnabled val="1"/>
        </dgm:presLayoutVars>
      </dgm:prSet>
      <dgm:spPr/>
    </dgm:pt>
    <dgm:pt modelId="{95A0A66A-4737-4ED9-9EF7-8638D6CD43A0}" type="pres">
      <dgm:prSet presAssocID="{D0A07A56-8609-4726-9254-CEF33F3DC28A}" presName="FourConn_1-2" presStyleLbl="fgAccFollowNode1" presStyleIdx="0" presStyleCnt="3">
        <dgm:presLayoutVars>
          <dgm:bulletEnabled val="1"/>
        </dgm:presLayoutVars>
      </dgm:prSet>
      <dgm:spPr/>
    </dgm:pt>
    <dgm:pt modelId="{CBCDD90A-F78D-46B4-8FC1-96951296D2FF}" type="pres">
      <dgm:prSet presAssocID="{D0A07A56-8609-4726-9254-CEF33F3DC28A}" presName="FourConn_2-3" presStyleLbl="fgAccFollowNode1" presStyleIdx="1" presStyleCnt="3">
        <dgm:presLayoutVars>
          <dgm:bulletEnabled val="1"/>
        </dgm:presLayoutVars>
      </dgm:prSet>
      <dgm:spPr/>
    </dgm:pt>
    <dgm:pt modelId="{5E09853A-8AAC-46BF-8DF0-D7E982CB1759}" type="pres">
      <dgm:prSet presAssocID="{D0A07A56-8609-4726-9254-CEF33F3DC28A}" presName="FourConn_3-4" presStyleLbl="fgAccFollowNode1" presStyleIdx="2" presStyleCnt="3">
        <dgm:presLayoutVars>
          <dgm:bulletEnabled val="1"/>
        </dgm:presLayoutVars>
      </dgm:prSet>
      <dgm:spPr/>
    </dgm:pt>
    <dgm:pt modelId="{FC5AB245-0449-478C-9914-3017385AA71D}" type="pres">
      <dgm:prSet presAssocID="{D0A07A56-8609-4726-9254-CEF33F3DC28A}" presName="FourNodes_1_text" presStyleLbl="node1" presStyleIdx="3" presStyleCnt="4">
        <dgm:presLayoutVars>
          <dgm:bulletEnabled val="1"/>
        </dgm:presLayoutVars>
      </dgm:prSet>
      <dgm:spPr/>
    </dgm:pt>
    <dgm:pt modelId="{866D82E8-0828-4019-B6A8-AB3D54C742A4}" type="pres">
      <dgm:prSet presAssocID="{D0A07A56-8609-4726-9254-CEF33F3DC28A}" presName="FourNodes_2_text" presStyleLbl="node1" presStyleIdx="3" presStyleCnt="4">
        <dgm:presLayoutVars>
          <dgm:bulletEnabled val="1"/>
        </dgm:presLayoutVars>
      </dgm:prSet>
      <dgm:spPr/>
    </dgm:pt>
    <dgm:pt modelId="{237AE071-7344-49A9-935D-8DFFAF169665}" type="pres">
      <dgm:prSet presAssocID="{D0A07A56-8609-4726-9254-CEF33F3DC28A}" presName="FourNodes_3_text" presStyleLbl="node1" presStyleIdx="3" presStyleCnt="4">
        <dgm:presLayoutVars>
          <dgm:bulletEnabled val="1"/>
        </dgm:presLayoutVars>
      </dgm:prSet>
      <dgm:spPr/>
    </dgm:pt>
    <dgm:pt modelId="{AAD57210-3D73-4A46-8D9A-28CB46407FFA}" type="pres">
      <dgm:prSet presAssocID="{D0A07A56-8609-4726-9254-CEF33F3DC28A}" presName="FourNodes_4_text" presStyleLbl="node1" presStyleIdx="3" presStyleCnt="4">
        <dgm:presLayoutVars>
          <dgm:bulletEnabled val="1"/>
        </dgm:presLayoutVars>
      </dgm:prSet>
      <dgm:spPr/>
    </dgm:pt>
  </dgm:ptLst>
  <dgm:cxnLst>
    <dgm:cxn modelId="{37FF240E-AE31-45F5-AFDD-55DC7126A9C2}" type="presOf" srcId="{C0138BA1-A2CD-423D-B9B0-6193F7232580}" destId="{0FA63050-DB74-4338-97C1-1638016F7693}" srcOrd="0" destOrd="0" presId="urn:microsoft.com/office/officeart/2005/8/layout/vProcess5"/>
    <dgm:cxn modelId="{55477343-1064-489B-B3F4-22B323A4BEB4}" srcId="{D0A07A56-8609-4726-9254-CEF33F3DC28A}" destId="{6603A1DA-FD96-4F2F-9B8C-5FD629E5F2E3}" srcOrd="3" destOrd="0" parTransId="{FBB8084D-5C9D-4493-A910-90A8FB102914}" sibTransId="{49AC7D4C-34EE-464A-8E06-46B17196189D}"/>
    <dgm:cxn modelId="{01A0C345-911F-481F-9B04-CC32FA754799}" srcId="{D0A07A56-8609-4726-9254-CEF33F3DC28A}" destId="{96EE0E87-D7A9-4EBA-9AD9-8E2D93E4A436}" srcOrd="1" destOrd="0" parTransId="{93FDDC4E-1AE7-4C61-84CC-A762A1A93DEB}" sibTransId="{32A751FD-79DE-4D8A-A70E-C51E7B95E710}"/>
    <dgm:cxn modelId="{39B71F6C-70DD-481D-8707-76AE7C09DC32}" type="presOf" srcId="{94661536-BECA-4518-824C-0729C663E03B}" destId="{FC5AB245-0449-478C-9914-3017385AA71D}" srcOrd="1" destOrd="0" presId="urn:microsoft.com/office/officeart/2005/8/layout/vProcess5"/>
    <dgm:cxn modelId="{5FF9EA58-9E1A-483D-A2C8-EF347215A1BC}" type="presOf" srcId="{C0138BA1-A2CD-423D-B9B0-6193F7232580}" destId="{237AE071-7344-49A9-935D-8DFFAF169665}" srcOrd="1" destOrd="0" presId="urn:microsoft.com/office/officeart/2005/8/layout/vProcess5"/>
    <dgm:cxn modelId="{3816C07C-644F-4B90-8600-DB110372BEEE}" type="presOf" srcId="{94661536-BECA-4518-824C-0729C663E03B}" destId="{6592D22A-D856-40A9-9BCD-10CC514DEA08}" srcOrd="0" destOrd="0" presId="urn:microsoft.com/office/officeart/2005/8/layout/vProcess5"/>
    <dgm:cxn modelId="{11E4897D-3B66-4AE9-9A70-52026520FB77}" type="presOf" srcId="{D0A07A56-8609-4726-9254-CEF33F3DC28A}" destId="{F9021A35-0A19-491E-8C0D-EA6EA416448F}" srcOrd="0" destOrd="0" presId="urn:microsoft.com/office/officeart/2005/8/layout/vProcess5"/>
    <dgm:cxn modelId="{16803BAD-5E52-4D23-9F0D-2CB262D083B8}" type="presOf" srcId="{6603A1DA-FD96-4F2F-9B8C-5FD629E5F2E3}" destId="{DB246EEE-0163-472E-9843-23790C1F91D0}" srcOrd="0" destOrd="0" presId="urn:microsoft.com/office/officeart/2005/8/layout/vProcess5"/>
    <dgm:cxn modelId="{5A469CB3-1F74-44D4-A303-C6927D963D66}" type="presOf" srcId="{32A751FD-79DE-4D8A-A70E-C51E7B95E710}" destId="{CBCDD90A-F78D-46B4-8FC1-96951296D2FF}" srcOrd="0" destOrd="0" presId="urn:microsoft.com/office/officeart/2005/8/layout/vProcess5"/>
    <dgm:cxn modelId="{71F035C1-E98C-4FE6-896C-4C31076FD136}" srcId="{D0A07A56-8609-4726-9254-CEF33F3DC28A}" destId="{C0138BA1-A2CD-423D-B9B0-6193F7232580}" srcOrd="2" destOrd="0" parTransId="{C5A77589-679E-45C7-8B70-0CD025B4A26B}" sibTransId="{6AA122D2-9C19-4446-8165-00DFB6EC2132}"/>
    <dgm:cxn modelId="{EFD906C3-70AD-427C-A51A-1A0791A38E34}" type="presOf" srcId="{6603A1DA-FD96-4F2F-9B8C-5FD629E5F2E3}" destId="{AAD57210-3D73-4A46-8D9A-28CB46407FFA}" srcOrd="1" destOrd="0" presId="urn:microsoft.com/office/officeart/2005/8/layout/vProcess5"/>
    <dgm:cxn modelId="{1F5DD8C4-4E3F-47BE-994F-942BC3C7A077}" type="presOf" srcId="{96EE0E87-D7A9-4EBA-9AD9-8E2D93E4A436}" destId="{866D82E8-0828-4019-B6A8-AB3D54C742A4}" srcOrd="1" destOrd="0" presId="urn:microsoft.com/office/officeart/2005/8/layout/vProcess5"/>
    <dgm:cxn modelId="{2CEB96D5-F9D6-4A45-88DA-DF2EF24F18A6}" type="presOf" srcId="{96EE0E87-D7A9-4EBA-9AD9-8E2D93E4A436}" destId="{D0647980-6918-4BA2-A915-2072349F2971}" srcOrd="0" destOrd="0" presId="urn:microsoft.com/office/officeart/2005/8/layout/vProcess5"/>
    <dgm:cxn modelId="{E24CB6D9-6EF7-4E50-BA69-DF496AD95417}" type="presOf" srcId="{6AA122D2-9C19-4446-8165-00DFB6EC2132}" destId="{5E09853A-8AAC-46BF-8DF0-D7E982CB1759}" srcOrd="0" destOrd="0" presId="urn:microsoft.com/office/officeart/2005/8/layout/vProcess5"/>
    <dgm:cxn modelId="{2E6615E8-5F08-49C5-A386-170DEB7D77A5}" srcId="{D0A07A56-8609-4726-9254-CEF33F3DC28A}" destId="{94661536-BECA-4518-824C-0729C663E03B}" srcOrd="0" destOrd="0" parTransId="{B1525C51-7C58-4A26-906E-96BC8C1E242A}" sibTransId="{673A6EC9-64EE-445E-94E7-EB0DF7982DE8}"/>
    <dgm:cxn modelId="{BAF4DDF4-C1D4-447D-BBCD-7FA421D69D1D}" type="presOf" srcId="{673A6EC9-64EE-445E-94E7-EB0DF7982DE8}" destId="{95A0A66A-4737-4ED9-9EF7-8638D6CD43A0}" srcOrd="0" destOrd="0" presId="urn:microsoft.com/office/officeart/2005/8/layout/vProcess5"/>
    <dgm:cxn modelId="{7481C88E-5B37-442D-964E-B5C199F2BE60}" type="presParOf" srcId="{F9021A35-0A19-491E-8C0D-EA6EA416448F}" destId="{09B2D84E-0D15-4CF6-98E0-93AFC5087BB2}" srcOrd="0" destOrd="0" presId="urn:microsoft.com/office/officeart/2005/8/layout/vProcess5"/>
    <dgm:cxn modelId="{D2D5553C-8660-48BF-8033-3665D9CFF4DF}" type="presParOf" srcId="{F9021A35-0A19-491E-8C0D-EA6EA416448F}" destId="{6592D22A-D856-40A9-9BCD-10CC514DEA08}" srcOrd="1" destOrd="0" presId="urn:microsoft.com/office/officeart/2005/8/layout/vProcess5"/>
    <dgm:cxn modelId="{4473EA72-F43A-4268-868D-24C398B5EAA8}" type="presParOf" srcId="{F9021A35-0A19-491E-8C0D-EA6EA416448F}" destId="{D0647980-6918-4BA2-A915-2072349F2971}" srcOrd="2" destOrd="0" presId="urn:microsoft.com/office/officeart/2005/8/layout/vProcess5"/>
    <dgm:cxn modelId="{7019404C-83EA-47B2-91FA-86A6CEF9305E}" type="presParOf" srcId="{F9021A35-0A19-491E-8C0D-EA6EA416448F}" destId="{0FA63050-DB74-4338-97C1-1638016F7693}" srcOrd="3" destOrd="0" presId="urn:microsoft.com/office/officeart/2005/8/layout/vProcess5"/>
    <dgm:cxn modelId="{5AB25BC8-BD33-479E-AFD2-82D7E016B32F}" type="presParOf" srcId="{F9021A35-0A19-491E-8C0D-EA6EA416448F}" destId="{DB246EEE-0163-472E-9843-23790C1F91D0}" srcOrd="4" destOrd="0" presId="urn:microsoft.com/office/officeart/2005/8/layout/vProcess5"/>
    <dgm:cxn modelId="{71B0EB55-4F1C-4813-9806-D13CEDB08FE2}" type="presParOf" srcId="{F9021A35-0A19-491E-8C0D-EA6EA416448F}" destId="{95A0A66A-4737-4ED9-9EF7-8638D6CD43A0}" srcOrd="5" destOrd="0" presId="urn:microsoft.com/office/officeart/2005/8/layout/vProcess5"/>
    <dgm:cxn modelId="{152E98E9-F9C6-436E-A474-E2C8A0B63DBD}" type="presParOf" srcId="{F9021A35-0A19-491E-8C0D-EA6EA416448F}" destId="{CBCDD90A-F78D-46B4-8FC1-96951296D2FF}" srcOrd="6" destOrd="0" presId="urn:microsoft.com/office/officeart/2005/8/layout/vProcess5"/>
    <dgm:cxn modelId="{BF5952AF-7894-46F2-9670-872CC78BEBD0}" type="presParOf" srcId="{F9021A35-0A19-491E-8C0D-EA6EA416448F}" destId="{5E09853A-8AAC-46BF-8DF0-D7E982CB1759}" srcOrd="7" destOrd="0" presId="urn:microsoft.com/office/officeart/2005/8/layout/vProcess5"/>
    <dgm:cxn modelId="{4C739C1C-DB0F-45AD-99BB-91EBCCE43DFA}" type="presParOf" srcId="{F9021A35-0A19-491E-8C0D-EA6EA416448F}" destId="{FC5AB245-0449-478C-9914-3017385AA71D}" srcOrd="8" destOrd="0" presId="urn:microsoft.com/office/officeart/2005/8/layout/vProcess5"/>
    <dgm:cxn modelId="{4AEBDA5F-4A41-4F33-BC98-DB4B6B465233}" type="presParOf" srcId="{F9021A35-0A19-491E-8C0D-EA6EA416448F}" destId="{866D82E8-0828-4019-B6A8-AB3D54C742A4}" srcOrd="9" destOrd="0" presId="urn:microsoft.com/office/officeart/2005/8/layout/vProcess5"/>
    <dgm:cxn modelId="{00FEE908-38F2-414E-8D7C-1098DD4596F8}" type="presParOf" srcId="{F9021A35-0A19-491E-8C0D-EA6EA416448F}" destId="{237AE071-7344-49A9-935D-8DFFAF169665}" srcOrd="10" destOrd="0" presId="urn:microsoft.com/office/officeart/2005/8/layout/vProcess5"/>
    <dgm:cxn modelId="{E2F9DA84-4B3D-43A1-B22D-EF483092488E}" type="presParOf" srcId="{F9021A35-0A19-491E-8C0D-EA6EA416448F}" destId="{AAD57210-3D73-4A46-8D9A-28CB46407FFA}"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A07A56-8609-4726-9254-CEF33F3DC28A}" type="doc">
      <dgm:prSet loTypeId="urn:microsoft.com/office/officeart/2005/8/layout/vProcess5" loCatId="process" qsTypeId="urn:microsoft.com/office/officeart/2005/8/quickstyle/simple4" qsCatId="simple" csTypeId="urn:microsoft.com/office/officeart/2005/8/colors/colorful2" csCatId="colorful" phldr="1"/>
      <dgm:spPr/>
      <dgm:t>
        <a:bodyPr/>
        <a:lstStyle/>
        <a:p>
          <a:endParaRPr lang="en-US"/>
        </a:p>
      </dgm:t>
    </dgm:pt>
    <dgm:pt modelId="{94661536-BECA-4518-824C-0729C663E03B}">
      <dgm:prSet phldrT="[Text]"/>
      <dgm:spPr/>
      <dgm:t>
        <a:bodyPr/>
        <a:lstStyle/>
        <a:p>
          <a:r>
            <a:rPr lang="en-GB"/>
            <a:t>Hoelang gaat het duren?</a:t>
          </a:r>
          <a:endParaRPr lang="en-US"/>
        </a:p>
      </dgm:t>
    </dgm:pt>
    <dgm:pt modelId="{B1525C51-7C58-4A26-906E-96BC8C1E242A}" type="parTrans" cxnId="{2E6615E8-5F08-49C5-A386-170DEB7D77A5}">
      <dgm:prSet/>
      <dgm:spPr/>
      <dgm:t>
        <a:bodyPr/>
        <a:lstStyle/>
        <a:p>
          <a:endParaRPr lang="en-US"/>
        </a:p>
      </dgm:t>
    </dgm:pt>
    <dgm:pt modelId="{673A6EC9-64EE-445E-94E7-EB0DF7982DE8}" type="sibTrans" cxnId="{2E6615E8-5F08-49C5-A386-170DEB7D77A5}">
      <dgm:prSet/>
      <dgm:spPr/>
      <dgm:t>
        <a:bodyPr/>
        <a:lstStyle/>
        <a:p>
          <a:endParaRPr lang="en-US"/>
        </a:p>
      </dgm:t>
    </dgm:pt>
    <dgm:pt modelId="{96EE0E87-D7A9-4EBA-9AD9-8E2D93E4A436}">
      <dgm:prSet phldrT="[Text]"/>
      <dgm:spPr/>
      <dgm:t>
        <a:bodyPr/>
        <a:lstStyle/>
        <a:p>
          <a:r>
            <a:rPr lang="en-GB"/>
            <a:t>Hoeveel gaat het kosten?</a:t>
          </a:r>
          <a:endParaRPr lang="en-US"/>
        </a:p>
      </dgm:t>
    </dgm:pt>
    <dgm:pt modelId="{93FDDC4E-1AE7-4C61-84CC-A762A1A93DEB}" type="parTrans" cxnId="{01A0C345-911F-481F-9B04-CC32FA754799}">
      <dgm:prSet/>
      <dgm:spPr/>
      <dgm:t>
        <a:bodyPr/>
        <a:lstStyle/>
        <a:p>
          <a:endParaRPr lang="en-US"/>
        </a:p>
      </dgm:t>
    </dgm:pt>
    <dgm:pt modelId="{32A751FD-79DE-4D8A-A70E-C51E7B95E710}" type="sibTrans" cxnId="{01A0C345-911F-481F-9B04-CC32FA754799}">
      <dgm:prSet/>
      <dgm:spPr/>
      <dgm:t>
        <a:bodyPr/>
        <a:lstStyle/>
        <a:p>
          <a:endParaRPr lang="en-US"/>
        </a:p>
      </dgm:t>
    </dgm:pt>
    <dgm:pt modelId="{F9021A35-0A19-491E-8C0D-EA6EA416448F}" type="pres">
      <dgm:prSet presAssocID="{D0A07A56-8609-4726-9254-CEF33F3DC28A}" presName="outerComposite" presStyleCnt="0">
        <dgm:presLayoutVars>
          <dgm:chMax val="5"/>
          <dgm:dir/>
          <dgm:resizeHandles val="exact"/>
        </dgm:presLayoutVars>
      </dgm:prSet>
      <dgm:spPr/>
    </dgm:pt>
    <dgm:pt modelId="{09B2D84E-0D15-4CF6-98E0-93AFC5087BB2}" type="pres">
      <dgm:prSet presAssocID="{D0A07A56-8609-4726-9254-CEF33F3DC28A}" presName="dummyMaxCanvas" presStyleCnt="0">
        <dgm:presLayoutVars/>
      </dgm:prSet>
      <dgm:spPr/>
    </dgm:pt>
    <dgm:pt modelId="{9E6C61DF-882E-4F50-9C14-5C5AD191AFF3}" type="pres">
      <dgm:prSet presAssocID="{D0A07A56-8609-4726-9254-CEF33F3DC28A}" presName="TwoNodes_1" presStyleLbl="node1" presStyleIdx="0" presStyleCnt="2">
        <dgm:presLayoutVars>
          <dgm:bulletEnabled val="1"/>
        </dgm:presLayoutVars>
      </dgm:prSet>
      <dgm:spPr/>
    </dgm:pt>
    <dgm:pt modelId="{DBBE1250-1CBB-426B-ACE2-891D236DE6BB}" type="pres">
      <dgm:prSet presAssocID="{D0A07A56-8609-4726-9254-CEF33F3DC28A}" presName="TwoNodes_2" presStyleLbl="node1" presStyleIdx="1" presStyleCnt="2">
        <dgm:presLayoutVars>
          <dgm:bulletEnabled val="1"/>
        </dgm:presLayoutVars>
      </dgm:prSet>
      <dgm:spPr/>
    </dgm:pt>
    <dgm:pt modelId="{88587837-E14E-4F31-9B02-0DE53D7F31E4}" type="pres">
      <dgm:prSet presAssocID="{D0A07A56-8609-4726-9254-CEF33F3DC28A}" presName="TwoConn_1-2" presStyleLbl="fgAccFollowNode1" presStyleIdx="0" presStyleCnt="1">
        <dgm:presLayoutVars>
          <dgm:bulletEnabled val="1"/>
        </dgm:presLayoutVars>
      </dgm:prSet>
      <dgm:spPr/>
    </dgm:pt>
    <dgm:pt modelId="{8B80D303-7961-4B19-A908-1DD2B70113B0}" type="pres">
      <dgm:prSet presAssocID="{D0A07A56-8609-4726-9254-CEF33F3DC28A}" presName="TwoNodes_1_text" presStyleLbl="node1" presStyleIdx="1" presStyleCnt="2">
        <dgm:presLayoutVars>
          <dgm:bulletEnabled val="1"/>
        </dgm:presLayoutVars>
      </dgm:prSet>
      <dgm:spPr/>
    </dgm:pt>
    <dgm:pt modelId="{0B9C9876-94F5-4EAC-BC99-43C0AB1A49ED}" type="pres">
      <dgm:prSet presAssocID="{D0A07A56-8609-4726-9254-CEF33F3DC28A}" presName="TwoNodes_2_text" presStyleLbl="node1" presStyleIdx="1" presStyleCnt="2">
        <dgm:presLayoutVars>
          <dgm:bulletEnabled val="1"/>
        </dgm:presLayoutVars>
      </dgm:prSet>
      <dgm:spPr/>
    </dgm:pt>
  </dgm:ptLst>
  <dgm:cxnLst>
    <dgm:cxn modelId="{1D49D830-4A22-4E70-A472-F72B8CCE1B93}" type="presOf" srcId="{673A6EC9-64EE-445E-94E7-EB0DF7982DE8}" destId="{88587837-E14E-4F31-9B02-0DE53D7F31E4}" srcOrd="0" destOrd="0" presId="urn:microsoft.com/office/officeart/2005/8/layout/vProcess5"/>
    <dgm:cxn modelId="{01A0C345-911F-481F-9B04-CC32FA754799}" srcId="{D0A07A56-8609-4726-9254-CEF33F3DC28A}" destId="{96EE0E87-D7A9-4EBA-9AD9-8E2D93E4A436}" srcOrd="1" destOrd="0" parTransId="{93FDDC4E-1AE7-4C61-84CC-A762A1A93DEB}" sibTransId="{32A751FD-79DE-4D8A-A70E-C51E7B95E710}"/>
    <dgm:cxn modelId="{87D5A96F-F8FB-4242-8493-28539F710E12}" type="presOf" srcId="{94661536-BECA-4518-824C-0729C663E03B}" destId="{8B80D303-7961-4B19-A908-1DD2B70113B0}" srcOrd="1" destOrd="0" presId="urn:microsoft.com/office/officeart/2005/8/layout/vProcess5"/>
    <dgm:cxn modelId="{4491B176-5016-4278-AE40-09D6CABFE730}" type="presOf" srcId="{94661536-BECA-4518-824C-0729C663E03B}" destId="{9E6C61DF-882E-4F50-9C14-5C5AD191AFF3}" srcOrd="0" destOrd="0" presId="urn:microsoft.com/office/officeart/2005/8/layout/vProcess5"/>
    <dgm:cxn modelId="{11E4897D-3B66-4AE9-9A70-52026520FB77}" type="presOf" srcId="{D0A07A56-8609-4726-9254-CEF33F3DC28A}" destId="{F9021A35-0A19-491E-8C0D-EA6EA416448F}" srcOrd="0" destOrd="0" presId="urn:microsoft.com/office/officeart/2005/8/layout/vProcess5"/>
    <dgm:cxn modelId="{2E6615E8-5F08-49C5-A386-170DEB7D77A5}" srcId="{D0A07A56-8609-4726-9254-CEF33F3DC28A}" destId="{94661536-BECA-4518-824C-0729C663E03B}" srcOrd="0" destOrd="0" parTransId="{B1525C51-7C58-4A26-906E-96BC8C1E242A}" sibTransId="{673A6EC9-64EE-445E-94E7-EB0DF7982DE8}"/>
    <dgm:cxn modelId="{F30EB1F0-A598-49B5-B8CE-30352C4E06E3}" type="presOf" srcId="{96EE0E87-D7A9-4EBA-9AD9-8E2D93E4A436}" destId="{0B9C9876-94F5-4EAC-BC99-43C0AB1A49ED}" srcOrd="1" destOrd="0" presId="urn:microsoft.com/office/officeart/2005/8/layout/vProcess5"/>
    <dgm:cxn modelId="{E576E1F1-772A-410F-84F5-DF9BD1B210A2}" type="presOf" srcId="{96EE0E87-D7A9-4EBA-9AD9-8E2D93E4A436}" destId="{DBBE1250-1CBB-426B-ACE2-891D236DE6BB}" srcOrd="0" destOrd="0" presId="urn:microsoft.com/office/officeart/2005/8/layout/vProcess5"/>
    <dgm:cxn modelId="{7481C88E-5B37-442D-964E-B5C199F2BE60}" type="presParOf" srcId="{F9021A35-0A19-491E-8C0D-EA6EA416448F}" destId="{09B2D84E-0D15-4CF6-98E0-93AFC5087BB2}" srcOrd="0" destOrd="0" presId="urn:microsoft.com/office/officeart/2005/8/layout/vProcess5"/>
    <dgm:cxn modelId="{E9CAF2A6-5BD0-409F-83FE-F5F4B4992670}" type="presParOf" srcId="{F9021A35-0A19-491E-8C0D-EA6EA416448F}" destId="{9E6C61DF-882E-4F50-9C14-5C5AD191AFF3}" srcOrd="1" destOrd="0" presId="urn:microsoft.com/office/officeart/2005/8/layout/vProcess5"/>
    <dgm:cxn modelId="{D6FA0D6F-9BB8-46C8-BA00-07653FFDB0C6}" type="presParOf" srcId="{F9021A35-0A19-491E-8C0D-EA6EA416448F}" destId="{DBBE1250-1CBB-426B-ACE2-891D236DE6BB}" srcOrd="2" destOrd="0" presId="urn:microsoft.com/office/officeart/2005/8/layout/vProcess5"/>
    <dgm:cxn modelId="{DC152B3C-1195-4DC3-9AF5-2CEC74E283A4}" type="presParOf" srcId="{F9021A35-0A19-491E-8C0D-EA6EA416448F}" destId="{88587837-E14E-4F31-9B02-0DE53D7F31E4}" srcOrd="3" destOrd="0" presId="urn:microsoft.com/office/officeart/2005/8/layout/vProcess5"/>
    <dgm:cxn modelId="{46FC76C9-6208-4821-9E41-C4B5EF47D740}" type="presParOf" srcId="{F9021A35-0A19-491E-8C0D-EA6EA416448F}" destId="{8B80D303-7961-4B19-A908-1DD2B70113B0}" srcOrd="4" destOrd="0" presId="urn:microsoft.com/office/officeart/2005/8/layout/vProcess5"/>
    <dgm:cxn modelId="{C140A1DA-7F4D-4D38-A115-B5773D19DC6A}" type="presParOf" srcId="{F9021A35-0A19-491E-8C0D-EA6EA416448F}" destId="{0B9C9876-94F5-4EAC-BC99-43C0AB1A49ED}" srcOrd="5"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A07A56-8609-4726-9254-CEF33F3DC28A}" type="doc">
      <dgm:prSet loTypeId="urn:microsoft.com/office/officeart/2005/8/layout/vProcess5" loCatId="process" qsTypeId="urn:microsoft.com/office/officeart/2005/8/quickstyle/simple4" qsCatId="simple" csTypeId="urn:microsoft.com/office/officeart/2005/8/colors/colorful2" csCatId="colorful" phldr="1"/>
      <dgm:spPr/>
      <dgm:t>
        <a:bodyPr/>
        <a:lstStyle/>
        <a:p>
          <a:endParaRPr lang="en-US"/>
        </a:p>
      </dgm:t>
    </dgm:pt>
    <dgm:pt modelId="{94661536-BECA-4518-824C-0729C663E03B}">
      <dgm:prSet phldrT="[Text]"/>
      <dgm:spPr/>
      <dgm:t>
        <a:bodyPr/>
        <a:lstStyle/>
        <a:p>
          <a:r>
            <a:rPr lang="en-GB"/>
            <a:t>Hulpmiddelen</a:t>
          </a:r>
          <a:endParaRPr lang="en-US"/>
        </a:p>
      </dgm:t>
    </dgm:pt>
    <dgm:pt modelId="{B1525C51-7C58-4A26-906E-96BC8C1E242A}" type="parTrans" cxnId="{2E6615E8-5F08-49C5-A386-170DEB7D77A5}">
      <dgm:prSet/>
      <dgm:spPr/>
      <dgm:t>
        <a:bodyPr/>
        <a:lstStyle/>
        <a:p>
          <a:endParaRPr lang="en-US"/>
        </a:p>
      </dgm:t>
    </dgm:pt>
    <dgm:pt modelId="{673A6EC9-64EE-445E-94E7-EB0DF7982DE8}" type="sibTrans" cxnId="{2E6615E8-5F08-49C5-A386-170DEB7D77A5}">
      <dgm:prSet/>
      <dgm:spPr/>
      <dgm:t>
        <a:bodyPr/>
        <a:lstStyle/>
        <a:p>
          <a:endParaRPr lang="en-US"/>
        </a:p>
      </dgm:t>
    </dgm:pt>
    <dgm:pt modelId="{96EE0E87-D7A9-4EBA-9AD9-8E2D93E4A436}">
      <dgm:prSet phldrT="[Text]"/>
      <dgm:spPr/>
      <dgm:t>
        <a:bodyPr/>
        <a:lstStyle/>
        <a:p>
          <a:r>
            <a:rPr lang="en-GB"/>
            <a:t>Tijd</a:t>
          </a:r>
          <a:endParaRPr lang="en-US"/>
        </a:p>
      </dgm:t>
    </dgm:pt>
    <dgm:pt modelId="{93FDDC4E-1AE7-4C61-84CC-A762A1A93DEB}" type="parTrans" cxnId="{01A0C345-911F-481F-9B04-CC32FA754799}">
      <dgm:prSet/>
      <dgm:spPr/>
      <dgm:t>
        <a:bodyPr/>
        <a:lstStyle/>
        <a:p>
          <a:endParaRPr lang="en-US"/>
        </a:p>
      </dgm:t>
    </dgm:pt>
    <dgm:pt modelId="{32A751FD-79DE-4D8A-A70E-C51E7B95E710}" type="sibTrans" cxnId="{01A0C345-911F-481F-9B04-CC32FA754799}">
      <dgm:prSet/>
      <dgm:spPr/>
      <dgm:t>
        <a:bodyPr/>
        <a:lstStyle/>
        <a:p>
          <a:endParaRPr lang="en-US"/>
        </a:p>
      </dgm:t>
    </dgm:pt>
    <dgm:pt modelId="{DDBF47D5-3208-413F-AE84-EC8803A38180}">
      <dgm:prSet phldrT="[Text]"/>
      <dgm:spPr/>
      <dgm:t>
        <a:bodyPr/>
        <a:lstStyle/>
        <a:p>
          <a:r>
            <a:rPr lang="en-GB"/>
            <a:t>Menselijke capaciteit</a:t>
          </a:r>
          <a:endParaRPr lang="en-US"/>
        </a:p>
      </dgm:t>
    </dgm:pt>
    <dgm:pt modelId="{3DC3194E-5716-471B-B686-A4E597464F14}" type="parTrans" cxnId="{06757F90-4ED7-4EB1-93D4-0C6312841E7E}">
      <dgm:prSet/>
      <dgm:spPr/>
      <dgm:t>
        <a:bodyPr/>
        <a:lstStyle/>
        <a:p>
          <a:endParaRPr lang="en-US"/>
        </a:p>
      </dgm:t>
    </dgm:pt>
    <dgm:pt modelId="{B8456BCC-C9A8-48E9-80C1-1EEFA732D4E9}" type="sibTrans" cxnId="{06757F90-4ED7-4EB1-93D4-0C6312841E7E}">
      <dgm:prSet/>
      <dgm:spPr/>
      <dgm:t>
        <a:bodyPr/>
        <a:lstStyle/>
        <a:p>
          <a:endParaRPr lang="en-US"/>
        </a:p>
      </dgm:t>
    </dgm:pt>
    <dgm:pt modelId="{6603A1DA-FD96-4F2F-9B8C-5FD629E5F2E3}">
      <dgm:prSet phldrT="[Text]"/>
      <dgm:spPr/>
      <dgm:t>
        <a:bodyPr/>
        <a:lstStyle/>
        <a:p>
          <a:r>
            <a:rPr lang="en-GB"/>
            <a:t>Budget en afhankelijkheden van alle bovenstaande</a:t>
          </a:r>
          <a:endParaRPr lang="en-US"/>
        </a:p>
      </dgm:t>
    </dgm:pt>
    <dgm:pt modelId="{FBB8084D-5C9D-4493-A910-90A8FB102914}" type="parTrans" cxnId="{55477343-1064-489B-B3F4-22B323A4BEB4}">
      <dgm:prSet/>
      <dgm:spPr/>
      <dgm:t>
        <a:bodyPr/>
        <a:lstStyle/>
        <a:p>
          <a:endParaRPr lang="en-US"/>
        </a:p>
      </dgm:t>
    </dgm:pt>
    <dgm:pt modelId="{49AC7D4C-34EE-464A-8E06-46B17196189D}" type="sibTrans" cxnId="{55477343-1064-489B-B3F4-22B323A4BEB4}">
      <dgm:prSet/>
      <dgm:spPr/>
      <dgm:t>
        <a:bodyPr/>
        <a:lstStyle/>
        <a:p>
          <a:endParaRPr lang="en-US"/>
        </a:p>
      </dgm:t>
    </dgm:pt>
    <dgm:pt modelId="{F9021A35-0A19-491E-8C0D-EA6EA416448F}" type="pres">
      <dgm:prSet presAssocID="{D0A07A56-8609-4726-9254-CEF33F3DC28A}" presName="outerComposite" presStyleCnt="0">
        <dgm:presLayoutVars>
          <dgm:chMax val="5"/>
          <dgm:dir/>
          <dgm:resizeHandles val="exact"/>
        </dgm:presLayoutVars>
      </dgm:prSet>
      <dgm:spPr/>
    </dgm:pt>
    <dgm:pt modelId="{09B2D84E-0D15-4CF6-98E0-93AFC5087BB2}" type="pres">
      <dgm:prSet presAssocID="{D0A07A56-8609-4726-9254-CEF33F3DC28A}" presName="dummyMaxCanvas" presStyleCnt="0">
        <dgm:presLayoutVars/>
      </dgm:prSet>
      <dgm:spPr/>
    </dgm:pt>
    <dgm:pt modelId="{05BE6CBC-9B75-402D-A16A-5B76517507C8}" type="pres">
      <dgm:prSet presAssocID="{D0A07A56-8609-4726-9254-CEF33F3DC28A}" presName="FourNodes_1" presStyleLbl="node1" presStyleIdx="0" presStyleCnt="4">
        <dgm:presLayoutVars>
          <dgm:bulletEnabled val="1"/>
        </dgm:presLayoutVars>
      </dgm:prSet>
      <dgm:spPr/>
    </dgm:pt>
    <dgm:pt modelId="{AACEA4D1-DF51-4927-8CF8-93B51DE0A572}" type="pres">
      <dgm:prSet presAssocID="{D0A07A56-8609-4726-9254-CEF33F3DC28A}" presName="FourNodes_2" presStyleLbl="node1" presStyleIdx="1" presStyleCnt="4">
        <dgm:presLayoutVars>
          <dgm:bulletEnabled val="1"/>
        </dgm:presLayoutVars>
      </dgm:prSet>
      <dgm:spPr/>
    </dgm:pt>
    <dgm:pt modelId="{5587A10E-6A6D-4DBC-84A4-4C7314976DDC}" type="pres">
      <dgm:prSet presAssocID="{D0A07A56-8609-4726-9254-CEF33F3DC28A}" presName="FourNodes_3" presStyleLbl="node1" presStyleIdx="2" presStyleCnt="4">
        <dgm:presLayoutVars>
          <dgm:bulletEnabled val="1"/>
        </dgm:presLayoutVars>
      </dgm:prSet>
      <dgm:spPr/>
    </dgm:pt>
    <dgm:pt modelId="{57C4A9DE-9285-442C-A33F-7CE30AAC6C45}" type="pres">
      <dgm:prSet presAssocID="{D0A07A56-8609-4726-9254-CEF33F3DC28A}" presName="FourNodes_4" presStyleLbl="node1" presStyleIdx="3" presStyleCnt="4">
        <dgm:presLayoutVars>
          <dgm:bulletEnabled val="1"/>
        </dgm:presLayoutVars>
      </dgm:prSet>
      <dgm:spPr/>
    </dgm:pt>
    <dgm:pt modelId="{F0DD02E7-7411-432E-AC86-C729053DA97D}" type="pres">
      <dgm:prSet presAssocID="{D0A07A56-8609-4726-9254-CEF33F3DC28A}" presName="FourConn_1-2" presStyleLbl="fgAccFollowNode1" presStyleIdx="0" presStyleCnt="3">
        <dgm:presLayoutVars>
          <dgm:bulletEnabled val="1"/>
        </dgm:presLayoutVars>
      </dgm:prSet>
      <dgm:spPr/>
    </dgm:pt>
    <dgm:pt modelId="{4665B26B-7069-492B-BD7A-746B20054C7A}" type="pres">
      <dgm:prSet presAssocID="{D0A07A56-8609-4726-9254-CEF33F3DC28A}" presName="FourConn_2-3" presStyleLbl="fgAccFollowNode1" presStyleIdx="1" presStyleCnt="3">
        <dgm:presLayoutVars>
          <dgm:bulletEnabled val="1"/>
        </dgm:presLayoutVars>
      </dgm:prSet>
      <dgm:spPr/>
    </dgm:pt>
    <dgm:pt modelId="{0E71C05B-D588-474D-AE44-F293982E6A2D}" type="pres">
      <dgm:prSet presAssocID="{D0A07A56-8609-4726-9254-CEF33F3DC28A}" presName="FourConn_3-4" presStyleLbl="fgAccFollowNode1" presStyleIdx="2" presStyleCnt="3">
        <dgm:presLayoutVars>
          <dgm:bulletEnabled val="1"/>
        </dgm:presLayoutVars>
      </dgm:prSet>
      <dgm:spPr/>
    </dgm:pt>
    <dgm:pt modelId="{6ECCD6D3-EF67-46DB-9BA2-9BDC0000C149}" type="pres">
      <dgm:prSet presAssocID="{D0A07A56-8609-4726-9254-CEF33F3DC28A}" presName="FourNodes_1_text" presStyleLbl="node1" presStyleIdx="3" presStyleCnt="4">
        <dgm:presLayoutVars>
          <dgm:bulletEnabled val="1"/>
        </dgm:presLayoutVars>
      </dgm:prSet>
      <dgm:spPr/>
    </dgm:pt>
    <dgm:pt modelId="{B2A3CD6B-0CB6-471A-8906-17278D9565B2}" type="pres">
      <dgm:prSet presAssocID="{D0A07A56-8609-4726-9254-CEF33F3DC28A}" presName="FourNodes_2_text" presStyleLbl="node1" presStyleIdx="3" presStyleCnt="4">
        <dgm:presLayoutVars>
          <dgm:bulletEnabled val="1"/>
        </dgm:presLayoutVars>
      </dgm:prSet>
      <dgm:spPr/>
    </dgm:pt>
    <dgm:pt modelId="{A3000DD9-9541-4770-A0E0-6F74697E2505}" type="pres">
      <dgm:prSet presAssocID="{D0A07A56-8609-4726-9254-CEF33F3DC28A}" presName="FourNodes_3_text" presStyleLbl="node1" presStyleIdx="3" presStyleCnt="4">
        <dgm:presLayoutVars>
          <dgm:bulletEnabled val="1"/>
        </dgm:presLayoutVars>
      </dgm:prSet>
      <dgm:spPr/>
    </dgm:pt>
    <dgm:pt modelId="{7C3750AB-D04E-44DB-B0DA-92704619F907}" type="pres">
      <dgm:prSet presAssocID="{D0A07A56-8609-4726-9254-CEF33F3DC28A}" presName="FourNodes_4_text" presStyleLbl="node1" presStyleIdx="3" presStyleCnt="4">
        <dgm:presLayoutVars>
          <dgm:bulletEnabled val="1"/>
        </dgm:presLayoutVars>
      </dgm:prSet>
      <dgm:spPr/>
    </dgm:pt>
  </dgm:ptLst>
  <dgm:cxnLst>
    <dgm:cxn modelId="{2ADA4004-386B-40BA-8B31-8713783A831E}" type="presOf" srcId="{96EE0E87-D7A9-4EBA-9AD9-8E2D93E4A436}" destId="{AACEA4D1-DF51-4927-8CF8-93B51DE0A572}" srcOrd="0" destOrd="0" presId="urn:microsoft.com/office/officeart/2005/8/layout/vProcess5"/>
    <dgm:cxn modelId="{BF4A7A3D-C215-4C07-895A-39D0AA9E1F2F}" type="presOf" srcId="{B8456BCC-C9A8-48E9-80C1-1EEFA732D4E9}" destId="{0E71C05B-D588-474D-AE44-F293982E6A2D}" srcOrd="0" destOrd="0" presId="urn:microsoft.com/office/officeart/2005/8/layout/vProcess5"/>
    <dgm:cxn modelId="{53F1A341-EF30-425E-812C-AE1E35B29769}" type="presOf" srcId="{6603A1DA-FD96-4F2F-9B8C-5FD629E5F2E3}" destId="{57C4A9DE-9285-442C-A33F-7CE30AAC6C45}" srcOrd="0" destOrd="0" presId="urn:microsoft.com/office/officeart/2005/8/layout/vProcess5"/>
    <dgm:cxn modelId="{55477343-1064-489B-B3F4-22B323A4BEB4}" srcId="{D0A07A56-8609-4726-9254-CEF33F3DC28A}" destId="{6603A1DA-FD96-4F2F-9B8C-5FD629E5F2E3}" srcOrd="3" destOrd="0" parTransId="{FBB8084D-5C9D-4493-A910-90A8FB102914}" sibTransId="{49AC7D4C-34EE-464A-8E06-46B17196189D}"/>
    <dgm:cxn modelId="{41FDD943-B071-4CF9-A189-E7347557BBD3}" type="presOf" srcId="{94661536-BECA-4518-824C-0729C663E03B}" destId="{05BE6CBC-9B75-402D-A16A-5B76517507C8}" srcOrd="0" destOrd="0" presId="urn:microsoft.com/office/officeart/2005/8/layout/vProcess5"/>
    <dgm:cxn modelId="{01A0C345-911F-481F-9B04-CC32FA754799}" srcId="{D0A07A56-8609-4726-9254-CEF33F3DC28A}" destId="{96EE0E87-D7A9-4EBA-9AD9-8E2D93E4A436}" srcOrd="1" destOrd="0" parTransId="{93FDDC4E-1AE7-4C61-84CC-A762A1A93DEB}" sibTransId="{32A751FD-79DE-4D8A-A70E-C51E7B95E710}"/>
    <dgm:cxn modelId="{7E7AB968-AF29-4635-B171-9B0B7BDBF82B}" type="presOf" srcId="{94661536-BECA-4518-824C-0729C663E03B}" destId="{6ECCD6D3-EF67-46DB-9BA2-9BDC0000C149}" srcOrd="1" destOrd="0" presId="urn:microsoft.com/office/officeart/2005/8/layout/vProcess5"/>
    <dgm:cxn modelId="{11E4897D-3B66-4AE9-9A70-52026520FB77}" type="presOf" srcId="{D0A07A56-8609-4726-9254-CEF33F3DC28A}" destId="{F9021A35-0A19-491E-8C0D-EA6EA416448F}" srcOrd="0" destOrd="0" presId="urn:microsoft.com/office/officeart/2005/8/layout/vProcess5"/>
    <dgm:cxn modelId="{6F051F8B-8E30-425D-9A15-D1538CEE5253}" type="presOf" srcId="{6603A1DA-FD96-4F2F-9B8C-5FD629E5F2E3}" destId="{7C3750AB-D04E-44DB-B0DA-92704619F907}" srcOrd="1" destOrd="0" presId="urn:microsoft.com/office/officeart/2005/8/layout/vProcess5"/>
    <dgm:cxn modelId="{C993168D-6E6D-4666-BDAC-CE8EF20358F9}" type="presOf" srcId="{32A751FD-79DE-4D8A-A70E-C51E7B95E710}" destId="{4665B26B-7069-492B-BD7A-746B20054C7A}" srcOrd="0" destOrd="0" presId="urn:microsoft.com/office/officeart/2005/8/layout/vProcess5"/>
    <dgm:cxn modelId="{06757F90-4ED7-4EB1-93D4-0C6312841E7E}" srcId="{D0A07A56-8609-4726-9254-CEF33F3DC28A}" destId="{DDBF47D5-3208-413F-AE84-EC8803A38180}" srcOrd="2" destOrd="0" parTransId="{3DC3194E-5716-471B-B686-A4E597464F14}" sibTransId="{B8456BCC-C9A8-48E9-80C1-1EEFA732D4E9}"/>
    <dgm:cxn modelId="{368B0F95-3534-4BAC-8081-F0DCC3CBD87D}" type="presOf" srcId="{DDBF47D5-3208-413F-AE84-EC8803A38180}" destId="{5587A10E-6A6D-4DBC-84A4-4C7314976DDC}" srcOrd="0" destOrd="0" presId="urn:microsoft.com/office/officeart/2005/8/layout/vProcess5"/>
    <dgm:cxn modelId="{B1E57A96-C76E-4EB6-A5C6-46428A2955ED}" type="presOf" srcId="{96EE0E87-D7A9-4EBA-9AD9-8E2D93E4A436}" destId="{B2A3CD6B-0CB6-471A-8906-17278D9565B2}" srcOrd="1" destOrd="0" presId="urn:microsoft.com/office/officeart/2005/8/layout/vProcess5"/>
    <dgm:cxn modelId="{517020D6-4313-48C8-8A6A-72EE7DE65B3D}" type="presOf" srcId="{DDBF47D5-3208-413F-AE84-EC8803A38180}" destId="{A3000DD9-9541-4770-A0E0-6F74697E2505}" srcOrd="1" destOrd="0" presId="urn:microsoft.com/office/officeart/2005/8/layout/vProcess5"/>
    <dgm:cxn modelId="{2E6615E8-5F08-49C5-A386-170DEB7D77A5}" srcId="{D0A07A56-8609-4726-9254-CEF33F3DC28A}" destId="{94661536-BECA-4518-824C-0729C663E03B}" srcOrd="0" destOrd="0" parTransId="{B1525C51-7C58-4A26-906E-96BC8C1E242A}" sibTransId="{673A6EC9-64EE-445E-94E7-EB0DF7982DE8}"/>
    <dgm:cxn modelId="{C7C648F4-E1C7-44B7-9A30-F0D63863DD64}" type="presOf" srcId="{673A6EC9-64EE-445E-94E7-EB0DF7982DE8}" destId="{F0DD02E7-7411-432E-AC86-C729053DA97D}" srcOrd="0" destOrd="0" presId="urn:microsoft.com/office/officeart/2005/8/layout/vProcess5"/>
    <dgm:cxn modelId="{7481C88E-5B37-442D-964E-B5C199F2BE60}" type="presParOf" srcId="{F9021A35-0A19-491E-8C0D-EA6EA416448F}" destId="{09B2D84E-0D15-4CF6-98E0-93AFC5087BB2}" srcOrd="0" destOrd="0" presId="urn:microsoft.com/office/officeart/2005/8/layout/vProcess5"/>
    <dgm:cxn modelId="{EC5C1DAE-5FFE-4153-AD29-410EC522726A}" type="presParOf" srcId="{F9021A35-0A19-491E-8C0D-EA6EA416448F}" destId="{05BE6CBC-9B75-402D-A16A-5B76517507C8}" srcOrd="1" destOrd="0" presId="urn:microsoft.com/office/officeart/2005/8/layout/vProcess5"/>
    <dgm:cxn modelId="{6BCD768D-7211-4F3D-AD1A-D84399B949E5}" type="presParOf" srcId="{F9021A35-0A19-491E-8C0D-EA6EA416448F}" destId="{AACEA4D1-DF51-4927-8CF8-93B51DE0A572}" srcOrd="2" destOrd="0" presId="urn:microsoft.com/office/officeart/2005/8/layout/vProcess5"/>
    <dgm:cxn modelId="{E3561ED9-793E-43C7-BD07-0FA42497EE9F}" type="presParOf" srcId="{F9021A35-0A19-491E-8C0D-EA6EA416448F}" destId="{5587A10E-6A6D-4DBC-84A4-4C7314976DDC}" srcOrd="3" destOrd="0" presId="urn:microsoft.com/office/officeart/2005/8/layout/vProcess5"/>
    <dgm:cxn modelId="{EC1CE9F5-1E04-42F5-9CE5-DD3DEF1E1FEE}" type="presParOf" srcId="{F9021A35-0A19-491E-8C0D-EA6EA416448F}" destId="{57C4A9DE-9285-442C-A33F-7CE30AAC6C45}" srcOrd="4" destOrd="0" presId="urn:microsoft.com/office/officeart/2005/8/layout/vProcess5"/>
    <dgm:cxn modelId="{62A552C4-B0CC-4F29-B660-040F8CCE2D3B}" type="presParOf" srcId="{F9021A35-0A19-491E-8C0D-EA6EA416448F}" destId="{F0DD02E7-7411-432E-AC86-C729053DA97D}" srcOrd="5" destOrd="0" presId="urn:microsoft.com/office/officeart/2005/8/layout/vProcess5"/>
    <dgm:cxn modelId="{3F4ADFD4-2E4D-40CE-BFAA-C789B9AB800F}" type="presParOf" srcId="{F9021A35-0A19-491E-8C0D-EA6EA416448F}" destId="{4665B26B-7069-492B-BD7A-746B20054C7A}" srcOrd="6" destOrd="0" presId="urn:microsoft.com/office/officeart/2005/8/layout/vProcess5"/>
    <dgm:cxn modelId="{0048FD0C-14FA-486C-85DB-33CCEFE31039}" type="presParOf" srcId="{F9021A35-0A19-491E-8C0D-EA6EA416448F}" destId="{0E71C05B-D588-474D-AE44-F293982E6A2D}" srcOrd="7" destOrd="0" presId="urn:microsoft.com/office/officeart/2005/8/layout/vProcess5"/>
    <dgm:cxn modelId="{376C55BB-B525-4419-8C77-0DAC2832FB10}" type="presParOf" srcId="{F9021A35-0A19-491E-8C0D-EA6EA416448F}" destId="{6ECCD6D3-EF67-46DB-9BA2-9BDC0000C149}" srcOrd="8" destOrd="0" presId="urn:microsoft.com/office/officeart/2005/8/layout/vProcess5"/>
    <dgm:cxn modelId="{A1989007-6E90-4E05-A98F-182C1E63FA42}" type="presParOf" srcId="{F9021A35-0A19-491E-8C0D-EA6EA416448F}" destId="{B2A3CD6B-0CB6-471A-8906-17278D9565B2}" srcOrd="9" destOrd="0" presId="urn:microsoft.com/office/officeart/2005/8/layout/vProcess5"/>
    <dgm:cxn modelId="{4EF30FA4-318A-4D81-8B88-C95051A60846}" type="presParOf" srcId="{F9021A35-0A19-491E-8C0D-EA6EA416448F}" destId="{A3000DD9-9541-4770-A0E0-6F74697E2505}" srcOrd="10" destOrd="0" presId="urn:microsoft.com/office/officeart/2005/8/layout/vProcess5"/>
    <dgm:cxn modelId="{53F8A5E2-D0BF-4936-B1BD-949FEBC23BCE}" type="presParOf" srcId="{F9021A35-0A19-491E-8C0D-EA6EA416448F}" destId="{7C3750AB-D04E-44DB-B0DA-92704619F907}"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A07A56-8609-4726-9254-CEF33F3DC28A}" type="doc">
      <dgm:prSet loTypeId="urn:microsoft.com/office/officeart/2005/8/layout/vProcess5" loCatId="process" qsTypeId="urn:microsoft.com/office/officeart/2005/8/quickstyle/simple4" qsCatId="simple" csTypeId="urn:microsoft.com/office/officeart/2005/8/colors/colorful2" csCatId="colorful" phldr="1"/>
      <dgm:spPr/>
      <dgm:t>
        <a:bodyPr/>
        <a:lstStyle/>
        <a:p>
          <a:endParaRPr lang="en-US"/>
        </a:p>
      </dgm:t>
    </dgm:pt>
    <dgm:pt modelId="{94661536-BECA-4518-824C-0729C663E03B}">
      <dgm:prSet phldrT="[Text]"/>
      <dgm:spPr/>
      <dgm:t>
        <a:bodyPr/>
        <a:lstStyle/>
        <a:p>
          <a:r>
            <a:rPr lang="en-GB"/>
            <a:t>Grootte (punten)</a:t>
          </a:r>
          <a:endParaRPr lang="en-US"/>
        </a:p>
      </dgm:t>
    </dgm:pt>
    <dgm:pt modelId="{B1525C51-7C58-4A26-906E-96BC8C1E242A}" type="parTrans" cxnId="{2E6615E8-5F08-49C5-A386-170DEB7D77A5}">
      <dgm:prSet/>
      <dgm:spPr/>
      <dgm:t>
        <a:bodyPr/>
        <a:lstStyle/>
        <a:p>
          <a:endParaRPr lang="en-US"/>
        </a:p>
      </dgm:t>
    </dgm:pt>
    <dgm:pt modelId="{673A6EC9-64EE-445E-94E7-EB0DF7982DE8}" type="sibTrans" cxnId="{2E6615E8-5F08-49C5-A386-170DEB7D77A5}">
      <dgm:prSet/>
      <dgm:spPr/>
      <dgm:t>
        <a:bodyPr/>
        <a:lstStyle/>
        <a:p>
          <a:endParaRPr lang="en-US"/>
        </a:p>
      </dgm:t>
    </dgm:pt>
    <dgm:pt modelId="{96EE0E87-D7A9-4EBA-9AD9-8E2D93E4A436}">
      <dgm:prSet phldrT="[Text]"/>
      <dgm:spPr/>
      <dgm:t>
        <a:bodyPr/>
        <a:lstStyle/>
        <a:p>
          <a:r>
            <a:rPr lang="en-GB"/>
            <a:t>Tijd</a:t>
          </a:r>
          <a:endParaRPr lang="en-US"/>
        </a:p>
      </dgm:t>
    </dgm:pt>
    <dgm:pt modelId="{93FDDC4E-1AE7-4C61-84CC-A762A1A93DEB}" type="parTrans" cxnId="{01A0C345-911F-481F-9B04-CC32FA754799}">
      <dgm:prSet/>
      <dgm:spPr/>
      <dgm:t>
        <a:bodyPr/>
        <a:lstStyle/>
        <a:p>
          <a:endParaRPr lang="en-US"/>
        </a:p>
      </dgm:t>
    </dgm:pt>
    <dgm:pt modelId="{32A751FD-79DE-4D8A-A70E-C51E7B95E710}" type="sibTrans" cxnId="{01A0C345-911F-481F-9B04-CC32FA754799}">
      <dgm:prSet/>
      <dgm:spPr/>
      <dgm:t>
        <a:bodyPr/>
        <a:lstStyle/>
        <a:p>
          <a:endParaRPr lang="en-US"/>
        </a:p>
      </dgm:t>
    </dgm:pt>
    <dgm:pt modelId="{DDBF47D5-3208-413F-AE84-EC8803A38180}">
      <dgm:prSet phldrT="[Text]"/>
      <dgm:spPr/>
      <dgm:t>
        <a:bodyPr/>
        <a:lstStyle/>
        <a:p>
          <a:r>
            <a:rPr lang="en-GB"/>
            <a:t>Kost</a:t>
          </a:r>
          <a:endParaRPr lang="en-US"/>
        </a:p>
      </dgm:t>
    </dgm:pt>
    <dgm:pt modelId="{3DC3194E-5716-471B-B686-A4E597464F14}" type="parTrans" cxnId="{06757F90-4ED7-4EB1-93D4-0C6312841E7E}">
      <dgm:prSet/>
      <dgm:spPr/>
      <dgm:t>
        <a:bodyPr/>
        <a:lstStyle/>
        <a:p>
          <a:endParaRPr lang="en-US"/>
        </a:p>
      </dgm:t>
    </dgm:pt>
    <dgm:pt modelId="{B8456BCC-C9A8-48E9-80C1-1EEFA732D4E9}" type="sibTrans" cxnId="{06757F90-4ED7-4EB1-93D4-0C6312841E7E}">
      <dgm:prSet/>
      <dgm:spPr/>
      <dgm:t>
        <a:bodyPr/>
        <a:lstStyle/>
        <a:p>
          <a:endParaRPr lang="en-US"/>
        </a:p>
      </dgm:t>
    </dgm:pt>
    <dgm:pt modelId="{40C5FBCD-0021-4F5D-BE0E-0B21FDFBDE05}">
      <dgm:prSet phldrT="[Text]"/>
      <dgm:spPr/>
      <dgm:t>
        <a:bodyPr/>
        <a:lstStyle/>
        <a:p>
          <a:r>
            <a:rPr lang="en-GB"/>
            <a:t>(tijdspanne + doorlooptijd)</a:t>
          </a:r>
          <a:endParaRPr lang="en-US"/>
        </a:p>
      </dgm:t>
    </dgm:pt>
    <dgm:pt modelId="{81C71C8E-1297-43B5-AD4E-9D8C4ADDE3A9}" type="parTrans" cxnId="{6E96B22F-38FA-40DD-A342-64FD879AF2B7}">
      <dgm:prSet/>
      <dgm:spPr/>
      <dgm:t>
        <a:bodyPr/>
        <a:lstStyle/>
        <a:p>
          <a:endParaRPr lang="en-US"/>
        </a:p>
      </dgm:t>
    </dgm:pt>
    <dgm:pt modelId="{8A0A30F4-FFB0-4ECB-AE8F-85D6206EDC2D}" type="sibTrans" cxnId="{6E96B22F-38FA-40DD-A342-64FD879AF2B7}">
      <dgm:prSet/>
      <dgm:spPr/>
      <dgm:t>
        <a:bodyPr/>
        <a:lstStyle/>
        <a:p>
          <a:endParaRPr lang="en-US"/>
        </a:p>
      </dgm:t>
    </dgm:pt>
    <dgm:pt modelId="{B5B4E036-5DFB-45F4-800F-1EAADE0BC55D}">
      <dgm:prSet phldrT="[Text]"/>
      <dgm:spPr/>
      <dgm:t>
        <a:bodyPr/>
        <a:lstStyle/>
        <a:p>
          <a:r>
            <a:rPr lang="en-GB"/>
            <a:t>Complexiteit van de onderdelen</a:t>
          </a:r>
          <a:endParaRPr lang="en-US"/>
        </a:p>
      </dgm:t>
    </dgm:pt>
    <dgm:pt modelId="{06B07382-EBDF-42F8-9EC2-97AC51043DCA}" type="parTrans" cxnId="{307DAB02-80B1-4A44-BBCC-5C3864C8783B}">
      <dgm:prSet/>
      <dgm:spPr/>
      <dgm:t>
        <a:bodyPr/>
        <a:lstStyle/>
        <a:p>
          <a:endParaRPr lang="en-US"/>
        </a:p>
      </dgm:t>
    </dgm:pt>
    <dgm:pt modelId="{94589D02-2CCA-4102-A5A5-B1253C6ED29D}" type="sibTrans" cxnId="{307DAB02-80B1-4A44-BBCC-5C3864C8783B}">
      <dgm:prSet/>
      <dgm:spPr/>
      <dgm:t>
        <a:bodyPr/>
        <a:lstStyle/>
        <a:p>
          <a:endParaRPr lang="en-US"/>
        </a:p>
      </dgm:t>
    </dgm:pt>
    <dgm:pt modelId="{A5B354D9-2F55-4D97-BBBE-AFB45E2A68C0}">
      <dgm:prSet phldrT="[Text]"/>
      <dgm:spPr/>
      <dgm:t>
        <a:bodyPr/>
        <a:lstStyle/>
        <a:p>
          <a:r>
            <a:rPr lang="en-GB"/>
            <a:t>Recheck regelmatig</a:t>
          </a:r>
          <a:endParaRPr lang="en-US"/>
        </a:p>
      </dgm:t>
    </dgm:pt>
    <dgm:pt modelId="{0BBB1C50-8CB1-4F16-8B1A-2B681238436A}" type="parTrans" cxnId="{87C6427B-2CF5-4E5A-9B51-A33AA81BEDFC}">
      <dgm:prSet/>
      <dgm:spPr/>
    </dgm:pt>
    <dgm:pt modelId="{FD2DEB0B-A137-418A-B1F7-C1E396818F8C}" type="sibTrans" cxnId="{87C6427B-2CF5-4E5A-9B51-A33AA81BEDFC}">
      <dgm:prSet/>
      <dgm:spPr/>
    </dgm:pt>
    <dgm:pt modelId="{9D104F39-046B-46E0-A005-94DF42AA95D5}">
      <dgm:prSet/>
      <dgm:spPr/>
      <dgm:t>
        <a:bodyPr/>
        <a:lstStyle/>
        <a:p>
          <a:r>
            <a:rPr lang="en-GB"/>
            <a:t>Kun je je aan je planning houden?</a:t>
          </a:r>
          <a:endParaRPr lang="en-US"/>
        </a:p>
      </dgm:t>
    </dgm:pt>
    <dgm:pt modelId="{012966B1-34EC-4CD5-9148-6B9B98426D3E}" type="parTrans" cxnId="{B145F1C3-8B37-4DEE-BE9D-D283ACC131AC}">
      <dgm:prSet/>
      <dgm:spPr/>
    </dgm:pt>
    <dgm:pt modelId="{BF466D1E-918D-4D4D-A718-7600EBDD42EF}" type="sibTrans" cxnId="{B145F1C3-8B37-4DEE-BE9D-D283ACC131AC}">
      <dgm:prSet/>
      <dgm:spPr/>
    </dgm:pt>
    <dgm:pt modelId="{F9021A35-0A19-491E-8C0D-EA6EA416448F}" type="pres">
      <dgm:prSet presAssocID="{D0A07A56-8609-4726-9254-CEF33F3DC28A}" presName="outerComposite" presStyleCnt="0">
        <dgm:presLayoutVars>
          <dgm:chMax val="5"/>
          <dgm:dir/>
          <dgm:resizeHandles val="exact"/>
        </dgm:presLayoutVars>
      </dgm:prSet>
      <dgm:spPr/>
    </dgm:pt>
    <dgm:pt modelId="{09B2D84E-0D15-4CF6-98E0-93AFC5087BB2}" type="pres">
      <dgm:prSet presAssocID="{D0A07A56-8609-4726-9254-CEF33F3DC28A}" presName="dummyMaxCanvas" presStyleCnt="0">
        <dgm:presLayoutVars/>
      </dgm:prSet>
      <dgm:spPr/>
    </dgm:pt>
    <dgm:pt modelId="{11A6222F-22B9-4050-A234-54A73989777D}" type="pres">
      <dgm:prSet presAssocID="{D0A07A56-8609-4726-9254-CEF33F3DC28A}" presName="FourNodes_1" presStyleLbl="node1" presStyleIdx="0" presStyleCnt="4">
        <dgm:presLayoutVars>
          <dgm:bulletEnabled val="1"/>
        </dgm:presLayoutVars>
      </dgm:prSet>
      <dgm:spPr/>
    </dgm:pt>
    <dgm:pt modelId="{F16824EC-FC87-4F18-9591-7579B7A0A260}" type="pres">
      <dgm:prSet presAssocID="{D0A07A56-8609-4726-9254-CEF33F3DC28A}" presName="FourNodes_2" presStyleLbl="node1" presStyleIdx="1" presStyleCnt="4">
        <dgm:presLayoutVars>
          <dgm:bulletEnabled val="1"/>
        </dgm:presLayoutVars>
      </dgm:prSet>
      <dgm:spPr/>
    </dgm:pt>
    <dgm:pt modelId="{B0F923E2-29DB-4887-9A17-FB5146318AA3}" type="pres">
      <dgm:prSet presAssocID="{D0A07A56-8609-4726-9254-CEF33F3DC28A}" presName="FourNodes_3" presStyleLbl="node1" presStyleIdx="2" presStyleCnt="4">
        <dgm:presLayoutVars>
          <dgm:bulletEnabled val="1"/>
        </dgm:presLayoutVars>
      </dgm:prSet>
      <dgm:spPr/>
    </dgm:pt>
    <dgm:pt modelId="{CA69EE5F-D3EB-4711-B8CA-3BF97F666BBE}" type="pres">
      <dgm:prSet presAssocID="{D0A07A56-8609-4726-9254-CEF33F3DC28A}" presName="FourNodes_4" presStyleLbl="node1" presStyleIdx="3" presStyleCnt="4">
        <dgm:presLayoutVars>
          <dgm:bulletEnabled val="1"/>
        </dgm:presLayoutVars>
      </dgm:prSet>
      <dgm:spPr/>
    </dgm:pt>
    <dgm:pt modelId="{01ED052A-DAB6-4F02-95F5-CDCC9FB721E2}" type="pres">
      <dgm:prSet presAssocID="{D0A07A56-8609-4726-9254-CEF33F3DC28A}" presName="FourConn_1-2" presStyleLbl="fgAccFollowNode1" presStyleIdx="0" presStyleCnt="3">
        <dgm:presLayoutVars>
          <dgm:bulletEnabled val="1"/>
        </dgm:presLayoutVars>
      </dgm:prSet>
      <dgm:spPr/>
    </dgm:pt>
    <dgm:pt modelId="{8C0CD1E8-22DA-4148-912D-AFBC1682B0F5}" type="pres">
      <dgm:prSet presAssocID="{D0A07A56-8609-4726-9254-CEF33F3DC28A}" presName="FourConn_2-3" presStyleLbl="fgAccFollowNode1" presStyleIdx="1" presStyleCnt="3">
        <dgm:presLayoutVars>
          <dgm:bulletEnabled val="1"/>
        </dgm:presLayoutVars>
      </dgm:prSet>
      <dgm:spPr/>
    </dgm:pt>
    <dgm:pt modelId="{453996F4-1367-4544-842E-8EA392748275}" type="pres">
      <dgm:prSet presAssocID="{D0A07A56-8609-4726-9254-CEF33F3DC28A}" presName="FourConn_3-4" presStyleLbl="fgAccFollowNode1" presStyleIdx="2" presStyleCnt="3">
        <dgm:presLayoutVars>
          <dgm:bulletEnabled val="1"/>
        </dgm:presLayoutVars>
      </dgm:prSet>
      <dgm:spPr/>
    </dgm:pt>
    <dgm:pt modelId="{04594811-9E32-4D85-BA3A-1B5DE9EB748C}" type="pres">
      <dgm:prSet presAssocID="{D0A07A56-8609-4726-9254-CEF33F3DC28A}" presName="FourNodes_1_text" presStyleLbl="node1" presStyleIdx="3" presStyleCnt="4">
        <dgm:presLayoutVars>
          <dgm:bulletEnabled val="1"/>
        </dgm:presLayoutVars>
      </dgm:prSet>
      <dgm:spPr/>
    </dgm:pt>
    <dgm:pt modelId="{B58B9FB4-047E-454F-A7B0-ABAF059AFDFA}" type="pres">
      <dgm:prSet presAssocID="{D0A07A56-8609-4726-9254-CEF33F3DC28A}" presName="FourNodes_2_text" presStyleLbl="node1" presStyleIdx="3" presStyleCnt="4">
        <dgm:presLayoutVars>
          <dgm:bulletEnabled val="1"/>
        </dgm:presLayoutVars>
      </dgm:prSet>
      <dgm:spPr/>
    </dgm:pt>
    <dgm:pt modelId="{23E5D8B6-0171-4786-821D-645644503F87}" type="pres">
      <dgm:prSet presAssocID="{D0A07A56-8609-4726-9254-CEF33F3DC28A}" presName="FourNodes_3_text" presStyleLbl="node1" presStyleIdx="3" presStyleCnt="4">
        <dgm:presLayoutVars>
          <dgm:bulletEnabled val="1"/>
        </dgm:presLayoutVars>
      </dgm:prSet>
      <dgm:spPr/>
    </dgm:pt>
    <dgm:pt modelId="{1DE1CC30-D827-471A-8AD2-01BEDA8AC32B}" type="pres">
      <dgm:prSet presAssocID="{D0A07A56-8609-4726-9254-CEF33F3DC28A}" presName="FourNodes_4_text" presStyleLbl="node1" presStyleIdx="3" presStyleCnt="4">
        <dgm:presLayoutVars>
          <dgm:bulletEnabled val="1"/>
        </dgm:presLayoutVars>
      </dgm:prSet>
      <dgm:spPr/>
    </dgm:pt>
  </dgm:ptLst>
  <dgm:cxnLst>
    <dgm:cxn modelId="{682EA502-B763-4F78-9712-463B93A2DC0D}" type="presOf" srcId="{A5B354D9-2F55-4D97-BBBE-AFB45E2A68C0}" destId="{1DE1CC30-D827-471A-8AD2-01BEDA8AC32B}" srcOrd="1" destOrd="0" presId="urn:microsoft.com/office/officeart/2005/8/layout/vProcess5"/>
    <dgm:cxn modelId="{307DAB02-80B1-4A44-BBCC-5C3864C8783B}" srcId="{94661536-BECA-4518-824C-0729C663E03B}" destId="{B5B4E036-5DFB-45F4-800F-1EAADE0BC55D}" srcOrd="0" destOrd="0" parTransId="{06B07382-EBDF-42F8-9EC2-97AC51043DCA}" sibTransId="{94589D02-2CCA-4102-A5A5-B1253C6ED29D}"/>
    <dgm:cxn modelId="{0412420C-C899-4B12-B2DB-573424757723}" type="presOf" srcId="{96EE0E87-D7A9-4EBA-9AD9-8E2D93E4A436}" destId="{B58B9FB4-047E-454F-A7B0-ABAF059AFDFA}" srcOrd="1" destOrd="0" presId="urn:microsoft.com/office/officeart/2005/8/layout/vProcess5"/>
    <dgm:cxn modelId="{5B128D2B-8B70-4CB7-99FE-948CB7F5DD39}" type="presOf" srcId="{9D104F39-046B-46E0-A005-94DF42AA95D5}" destId="{1DE1CC30-D827-471A-8AD2-01BEDA8AC32B}" srcOrd="1" destOrd="1" presId="urn:microsoft.com/office/officeart/2005/8/layout/vProcess5"/>
    <dgm:cxn modelId="{6E96B22F-38FA-40DD-A342-64FD879AF2B7}" srcId="{96EE0E87-D7A9-4EBA-9AD9-8E2D93E4A436}" destId="{40C5FBCD-0021-4F5D-BE0E-0B21FDFBDE05}" srcOrd="0" destOrd="0" parTransId="{81C71C8E-1297-43B5-AD4E-9D8C4ADDE3A9}" sibTransId="{8A0A30F4-FFB0-4ECB-AE8F-85D6206EDC2D}"/>
    <dgm:cxn modelId="{AF7FCF33-C2C5-4FE7-8F78-5E458D0D8A71}" type="presOf" srcId="{B5B4E036-5DFB-45F4-800F-1EAADE0BC55D}" destId="{11A6222F-22B9-4050-A234-54A73989777D}" srcOrd="0" destOrd="1" presId="urn:microsoft.com/office/officeart/2005/8/layout/vProcess5"/>
    <dgm:cxn modelId="{59D12940-AD5E-4329-82A6-284B84576EBA}" type="presOf" srcId="{DDBF47D5-3208-413F-AE84-EC8803A38180}" destId="{23E5D8B6-0171-4786-821D-645644503F87}" srcOrd="1" destOrd="0" presId="urn:microsoft.com/office/officeart/2005/8/layout/vProcess5"/>
    <dgm:cxn modelId="{01A0C345-911F-481F-9B04-CC32FA754799}" srcId="{D0A07A56-8609-4726-9254-CEF33F3DC28A}" destId="{96EE0E87-D7A9-4EBA-9AD9-8E2D93E4A436}" srcOrd="1" destOrd="0" parTransId="{93FDDC4E-1AE7-4C61-84CC-A762A1A93DEB}" sibTransId="{32A751FD-79DE-4D8A-A70E-C51E7B95E710}"/>
    <dgm:cxn modelId="{20D00268-893C-43C6-87A4-8EB14CE99152}" type="presOf" srcId="{B5B4E036-5DFB-45F4-800F-1EAADE0BC55D}" destId="{04594811-9E32-4D85-BA3A-1B5DE9EB748C}" srcOrd="1" destOrd="1" presId="urn:microsoft.com/office/officeart/2005/8/layout/vProcess5"/>
    <dgm:cxn modelId="{AF0F626F-F067-4A0D-8F81-9CD88C784284}" type="presOf" srcId="{673A6EC9-64EE-445E-94E7-EB0DF7982DE8}" destId="{01ED052A-DAB6-4F02-95F5-CDCC9FB721E2}" srcOrd="0" destOrd="0" presId="urn:microsoft.com/office/officeart/2005/8/layout/vProcess5"/>
    <dgm:cxn modelId="{F8D6664F-25C5-4F92-A602-39BE3A881C4C}" type="presOf" srcId="{94661536-BECA-4518-824C-0729C663E03B}" destId="{11A6222F-22B9-4050-A234-54A73989777D}" srcOrd="0" destOrd="0" presId="urn:microsoft.com/office/officeart/2005/8/layout/vProcess5"/>
    <dgm:cxn modelId="{F36E0376-FB05-4091-8A57-E67FC2F9C922}" type="presOf" srcId="{DDBF47D5-3208-413F-AE84-EC8803A38180}" destId="{B0F923E2-29DB-4887-9A17-FB5146318AA3}" srcOrd="0" destOrd="0" presId="urn:microsoft.com/office/officeart/2005/8/layout/vProcess5"/>
    <dgm:cxn modelId="{87C6427B-2CF5-4E5A-9B51-A33AA81BEDFC}" srcId="{D0A07A56-8609-4726-9254-CEF33F3DC28A}" destId="{A5B354D9-2F55-4D97-BBBE-AFB45E2A68C0}" srcOrd="3" destOrd="0" parTransId="{0BBB1C50-8CB1-4F16-8B1A-2B681238436A}" sibTransId="{FD2DEB0B-A137-418A-B1F7-C1E396818F8C}"/>
    <dgm:cxn modelId="{11E4897D-3B66-4AE9-9A70-52026520FB77}" type="presOf" srcId="{D0A07A56-8609-4726-9254-CEF33F3DC28A}" destId="{F9021A35-0A19-491E-8C0D-EA6EA416448F}" srcOrd="0" destOrd="0" presId="urn:microsoft.com/office/officeart/2005/8/layout/vProcess5"/>
    <dgm:cxn modelId="{06757F90-4ED7-4EB1-93D4-0C6312841E7E}" srcId="{D0A07A56-8609-4726-9254-CEF33F3DC28A}" destId="{DDBF47D5-3208-413F-AE84-EC8803A38180}" srcOrd="2" destOrd="0" parTransId="{3DC3194E-5716-471B-B686-A4E597464F14}" sibTransId="{B8456BCC-C9A8-48E9-80C1-1EEFA732D4E9}"/>
    <dgm:cxn modelId="{FF84FDAB-470F-4369-8C14-1609F57AC642}" type="presOf" srcId="{32A751FD-79DE-4D8A-A70E-C51E7B95E710}" destId="{8C0CD1E8-22DA-4148-912D-AFBC1682B0F5}" srcOrd="0" destOrd="0" presId="urn:microsoft.com/office/officeart/2005/8/layout/vProcess5"/>
    <dgm:cxn modelId="{A14E8CAE-AC9E-48AA-A19C-099C94BA847F}" type="presOf" srcId="{94661536-BECA-4518-824C-0729C663E03B}" destId="{04594811-9E32-4D85-BA3A-1B5DE9EB748C}" srcOrd="1" destOrd="0" presId="urn:microsoft.com/office/officeart/2005/8/layout/vProcess5"/>
    <dgm:cxn modelId="{45465AB3-17C7-4FCF-81F1-8F1FEF86A07E}" type="presOf" srcId="{40C5FBCD-0021-4F5D-BE0E-0B21FDFBDE05}" destId="{B58B9FB4-047E-454F-A7B0-ABAF059AFDFA}" srcOrd="1" destOrd="1" presId="urn:microsoft.com/office/officeart/2005/8/layout/vProcess5"/>
    <dgm:cxn modelId="{B145F1C3-8B37-4DEE-BE9D-D283ACC131AC}" srcId="{A5B354D9-2F55-4D97-BBBE-AFB45E2A68C0}" destId="{9D104F39-046B-46E0-A005-94DF42AA95D5}" srcOrd="0" destOrd="0" parTransId="{012966B1-34EC-4CD5-9148-6B9B98426D3E}" sibTransId="{BF466D1E-918D-4D4D-A718-7600EBDD42EF}"/>
    <dgm:cxn modelId="{EE8E4EE1-178F-4120-BF2D-CB44B5565D80}" type="presOf" srcId="{96EE0E87-D7A9-4EBA-9AD9-8E2D93E4A436}" destId="{F16824EC-FC87-4F18-9591-7579B7A0A260}" srcOrd="0" destOrd="0" presId="urn:microsoft.com/office/officeart/2005/8/layout/vProcess5"/>
    <dgm:cxn modelId="{669BFBE1-D6C1-4BF0-8D55-A470E2CC5665}" type="presOf" srcId="{B8456BCC-C9A8-48E9-80C1-1EEFA732D4E9}" destId="{453996F4-1367-4544-842E-8EA392748275}" srcOrd="0" destOrd="0" presId="urn:microsoft.com/office/officeart/2005/8/layout/vProcess5"/>
    <dgm:cxn modelId="{11D27DE5-35C5-4D36-864F-76336970D1A3}" type="presOf" srcId="{40C5FBCD-0021-4F5D-BE0E-0B21FDFBDE05}" destId="{F16824EC-FC87-4F18-9591-7579B7A0A260}" srcOrd="0" destOrd="1" presId="urn:microsoft.com/office/officeart/2005/8/layout/vProcess5"/>
    <dgm:cxn modelId="{2E6615E8-5F08-49C5-A386-170DEB7D77A5}" srcId="{D0A07A56-8609-4726-9254-CEF33F3DC28A}" destId="{94661536-BECA-4518-824C-0729C663E03B}" srcOrd="0" destOrd="0" parTransId="{B1525C51-7C58-4A26-906E-96BC8C1E242A}" sibTransId="{673A6EC9-64EE-445E-94E7-EB0DF7982DE8}"/>
    <dgm:cxn modelId="{64E0C6F5-7840-4702-8D9E-F02E862ADD7C}" type="presOf" srcId="{A5B354D9-2F55-4D97-BBBE-AFB45E2A68C0}" destId="{CA69EE5F-D3EB-4711-B8CA-3BF97F666BBE}" srcOrd="0" destOrd="0" presId="urn:microsoft.com/office/officeart/2005/8/layout/vProcess5"/>
    <dgm:cxn modelId="{63FF63F9-AD93-45BA-97D6-410A49F3C4E7}" type="presOf" srcId="{9D104F39-046B-46E0-A005-94DF42AA95D5}" destId="{CA69EE5F-D3EB-4711-B8CA-3BF97F666BBE}" srcOrd="0" destOrd="1" presId="urn:microsoft.com/office/officeart/2005/8/layout/vProcess5"/>
    <dgm:cxn modelId="{7481C88E-5B37-442D-964E-B5C199F2BE60}" type="presParOf" srcId="{F9021A35-0A19-491E-8C0D-EA6EA416448F}" destId="{09B2D84E-0D15-4CF6-98E0-93AFC5087BB2}" srcOrd="0" destOrd="0" presId="urn:microsoft.com/office/officeart/2005/8/layout/vProcess5"/>
    <dgm:cxn modelId="{B2859AAA-DE2C-406A-A0AF-59E6F84D8D6F}" type="presParOf" srcId="{F9021A35-0A19-491E-8C0D-EA6EA416448F}" destId="{11A6222F-22B9-4050-A234-54A73989777D}" srcOrd="1" destOrd="0" presId="urn:microsoft.com/office/officeart/2005/8/layout/vProcess5"/>
    <dgm:cxn modelId="{2E70F575-F23E-468B-9228-50849E98A4A6}" type="presParOf" srcId="{F9021A35-0A19-491E-8C0D-EA6EA416448F}" destId="{F16824EC-FC87-4F18-9591-7579B7A0A260}" srcOrd="2" destOrd="0" presId="urn:microsoft.com/office/officeart/2005/8/layout/vProcess5"/>
    <dgm:cxn modelId="{2537BE5C-18BB-466C-B62A-59DE9B505715}" type="presParOf" srcId="{F9021A35-0A19-491E-8C0D-EA6EA416448F}" destId="{B0F923E2-29DB-4887-9A17-FB5146318AA3}" srcOrd="3" destOrd="0" presId="urn:microsoft.com/office/officeart/2005/8/layout/vProcess5"/>
    <dgm:cxn modelId="{93ABAF0D-C5B3-46E4-821D-B38826C50120}" type="presParOf" srcId="{F9021A35-0A19-491E-8C0D-EA6EA416448F}" destId="{CA69EE5F-D3EB-4711-B8CA-3BF97F666BBE}" srcOrd="4" destOrd="0" presId="urn:microsoft.com/office/officeart/2005/8/layout/vProcess5"/>
    <dgm:cxn modelId="{71AF0468-9D2A-4AFE-8B23-A5DAC71D4FD0}" type="presParOf" srcId="{F9021A35-0A19-491E-8C0D-EA6EA416448F}" destId="{01ED052A-DAB6-4F02-95F5-CDCC9FB721E2}" srcOrd="5" destOrd="0" presId="urn:microsoft.com/office/officeart/2005/8/layout/vProcess5"/>
    <dgm:cxn modelId="{C5DD257C-B8D6-4F8C-8451-B6B0C98CAB31}" type="presParOf" srcId="{F9021A35-0A19-491E-8C0D-EA6EA416448F}" destId="{8C0CD1E8-22DA-4148-912D-AFBC1682B0F5}" srcOrd="6" destOrd="0" presId="urn:microsoft.com/office/officeart/2005/8/layout/vProcess5"/>
    <dgm:cxn modelId="{A99B7E7D-D256-41A0-8484-F15E33BDFA83}" type="presParOf" srcId="{F9021A35-0A19-491E-8C0D-EA6EA416448F}" destId="{453996F4-1367-4544-842E-8EA392748275}" srcOrd="7" destOrd="0" presId="urn:microsoft.com/office/officeart/2005/8/layout/vProcess5"/>
    <dgm:cxn modelId="{411C45A4-4B6F-41B6-8B97-BAD5CDDD8997}" type="presParOf" srcId="{F9021A35-0A19-491E-8C0D-EA6EA416448F}" destId="{04594811-9E32-4D85-BA3A-1B5DE9EB748C}" srcOrd="8" destOrd="0" presId="urn:microsoft.com/office/officeart/2005/8/layout/vProcess5"/>
    <dgm:cxn modelId="{E5CB289D-DF88-40E7-9F16-9BFB7D69851B}" type="presParOf" srcId="{F9021A35-0A19-491E-8C0D-EA6EA416448F}" destId="{B58B9FB4-047E-454F-A7B0-ABAF059AFDFA}" srcOrd="9" destOrd="0" presId="urn:microsoft.com/office/officeart/2005/8/layout/vProcess5"/>
    <dgm:cxn modelId="{E9B9F500-CAE9-4478-AF8D-F6976C00932B}" type="presParOf" srcId="{F9021A35-0A19-491E-8C0D-EA6EA416448F}" destId="{23E5D8B6-0171-4786-821D-645644503F87}" srcOrd="10" destOrd="0" presId="urn:microsoft.com/office/officeart/2005/8/layout/vProcess5"/>
    <dgm:cxn modelId="{925D3AE4-380C-4F4C-9CC8-59E3A09AE609}" type="presParOf" srcId="{F9021A35-0A19-491E-8C0D-EA6EA416448F}" destId="{1DE1CC30-D827-471A-8AD2-01BEDA8AC32B}" srcOrd="1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D85C47-26EA-49C5-AA6B-B1399B67B43A}">
      <dsp:nvSpPr>
        <dsp:cNvPr id="0" name=""/>
        <dsp:cNvSpPr/>
      </dsp:nvSpPr>
      <dsp:spPr>
        <a:xfrm>
          <a:off x="0" y="0"/>
          <a:ext cx="5762472" cy="114065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Het project in kleinere stukken opsplitsen</a:t>
          </a:r>
          <a:endParaRPr lang="en-US" sz="2500" kern="1200"/>
        </a:p>
      </dsp:txBody>
      <dsp:txXfrm>
        <a:off x="33408" y="33408"/>
        <a:ext cx="4435237" cy="1073834"/>
      </dsp:txXfrm>
    </dsp:sp>
    <dsp:sp modelId="{722F4DA8-BAC8-475C-9C24-86C6BA88F86E}">
      <dsp:nvSpPr>
        <dsp:cNvPr id="0" name=""/>
        <dsp:cNvSpPr/>
      </dsp:nvSpPr>
      <dsp:spPr>
        <a:xfrm>
          <a:off x="482607" y="1348041"/>
          <a:ext cx="5762472" cy="1140650"/>
        </a:xfrm>
        <a:prstGeom prst="roundRect">
          <a:avLst>
            <a:gd name="adj" fmla="val 10000"/>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Taken aan teamleden assigneren (niet altijd op voorhand)</a:t>
          </a:r>
          <a:endParaRPr lang="en-US" sz="2500" kern="1200"/>
        </a:p>
      </dsp:txBody>
      <dsp:txXfrm>
        <a:off x="516015" y="1381449"/>
        <a:ext cx="4471626" cy="1073834"/>
      </dsp:txXfrm>
    </dsp:sp>
    <dsp:sp modelId="{C9F475C8-824A-4DED-A853-95C52CF09637}">
      <dsp:nvSpPr>
        <dsp:cNvPr id="0" name=""/>
        <dsp:cNvSpPr/>
      </dsp:nvSpPr>
      <dsp:spPr>
        <a:xfrm>
          <a:off x="958011" y="2696083"/>
          <a:ext cx="5762472" cy="1140650"/>
        </a:xfrm>
        <a:prstGeom prst="roundRect">
          <a:avLst>
            <a:gd name="adj" fmla="val 10000"/>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Schatten van de “werklast” per taak</a:t>
          </a:r>
          <a:endParaRPr lang="en-US" sz="2500" kern="1200"/>
        </a:p>
      </dsp:txBody>
      <dsp:txXfrm>
        <a:off x="991419" y="2729491"/>
        <a:ext cx="4478829" cy="1073834"/>
      </dsp:txXfrm>
    </dsp:sp>
    <dsp:sp modelId="{45BE3912-6DD3-495F-B2C9-F09A4D824D2E}">
      <dsp:nvSpPr>
        <dsp:cNvPr id="0" name=""/>
        <dsp:cNvSpPr/>
      </dsp:nvSpPr>
      <dsp:spPr>
        <a:xfrm>
          <a:off x="1440618" y="4044124"/>
          <a:ext cx="5762472" cy="1140650"/>
        </a:xfrm>
        <a:prstGeom prst="roundRect">
          <a:avLst>
            <a:gd name="adj" fmla="val 1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GB" sz="2500" kern="1200"/>
            <a:t>Valideren van de schatting</a:t>
          </a:r>
          <a:endParaRPr lang="en-US" sz="2500" kern="1200"/>
        </a:p>
      </dsp:txBody>
      <dsp:txXfrm>
        <a:off x="1474026" y="4077532"/>
        <a:ext cx="4471626" cy="1073834"/>
      </dsp:txXfrm>
    </dsp:sp>
    <dsp:sp modelId="{3CF9F115-3D3D-4196-A579-6A479A3B28A0}">
      <dsp:nvSpPr>
        <dsp:cNvPr id="0" name=""/>
        <dsp:cNvSpPr/>
      </dsp:nvSpPr>
      <dsp:spPr>
        <a:xfrm>
          <a:off x="5021049" y="873634"/>
          <a:ext cx="741422" cy="741422"/>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187869" y="873634"/>
        <a:ext cx="407782" cy="557920"/>
      </dsp:txXfrm>
    </dsp:sp>
    <dsp:sp modelId="{097A75FD-958A-4C39-84E5-46F90719E654}">
      <dsp:nvSpPr>
        <dsp:cNvPr id="0" name=""/>
        <dsp:cNvSpPr/>
      </dsp:nvSpPr>
      <dsp:spPr>
        <a:xfrm>
          <a:off x="5503657" y="2221676"/>
          <a:ext cx="741422" cy="741422"/>
        </a:xfrm>
        <a:prstGeom prst="downArrow">
          <a:avLst>
            <a:gd name="adj1" fmla="val 55000"/>
            <a:gd name="adj2" fmla="val 45000"/>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670477" y="2221676"/>
        <a:ext cx="407782" cy="557920"/>
      </dsp:txXfrm>
    </dsp:sp>
    <dsp:sp modelId="{0CE6980D-3AD2-4D54-ABE3-CCC1C6A3CD5E}">
      <dsp:nvSpPr>
        <dsp:cNvPr id="0" name=""/>
        <dsp:cNvSpPr/>
      </dsp:nvSpPr>
      <dsp:spPr>
        <a:xfrm>
          <a:off x="5979061" y="3569717"/>
          <a:ext cx="741422" cy="741422"/>
        </a:xfrm>
        <a:prstGeom prst="downArrow">
          <a:avLst>
            <a:gd name="adj1" fmla="val 55000"/>
            <a:gd name="adj2" fmla="val 45000"/>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145881" y="3569717"/>
        <a:ext cx="407782" cy="5579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92D22A-D856-40A9-9BCD-10CC514DEA08}">
      <dsp:nvSpPr>
        <dsp:cNvPr id="0" name=""/>
        <dsp:cNvSpPr/>
      </dsp:nvSpPr>
      <dsp:spPr>
        <a:xfrm>
          <a:off x="0" y="0"/>
          <a:ext cx="5762472" cy="114065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Analyseren van de requirements + Crosscheck</a:t>
          </a:r>
          <a:endParaRPr lang="en-US" sz="3000" kern="1200"/>
        </a:p>
      </dsp:txBody>
      <dsp:txXfrm>
        <a:off x="33408" y="33408"/>
        <a:ext cx="4435237" cy="1073834"/>
      </dsp:txXfrm>
    </dsp:sp>
    <dsp:sp modelId="{D0647980-6918-4BA2-A915-2072349F2971}">
      <dsp:nvSpPr>
        <dsp:cNvPr id="0" name=""/>
        <dsp:cNvSpPr/>
      </dsp:nvSpPr>
      <dsp:spPr>
        <a:xfrm>
          <a:off x="482607" y="1348041"/>
          <a:ext cx="5762472" cy="1140650"/>
        </a:xfrm>
        <a:prstGeom prst="roundRect">
          <a:avLst>
            <a:gd name="adj" fmla="val 10000"/>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Denk de testscenario’s (cases) uit + Crosscheck</a:t>
          </a:r>
          <a:endParaRPr lang="en-US" sz="3000" kern="1200"/>
        </a:p>
      </dsp:txBody>
      <dsp:txXfrm>
        <a:off x="516015" y="1381449"/>
        <a:ext cx="4471626" cy="1073834"/>
      </dsp:txXfrm>
    </dsp:sp>
    <dsp:sp modelId="{0FA63050-DB74-4338-97C1-1638016F7693}">
      <dsp:nvSpPr>
        <dsp:cNvPr id="0" name=""/>
        <dsp:cNvSpPr/>
      </dsp:nvSpPr>
      <dsp:spPr>
        <a:xfrm>
          <a:off x="958011" y="2696083"/>
          <a:ext cx="5762472" cy="1140650"/>
        </a:xfrm>
        <a:prstGeom prst="roundRect">
          <a:avLst>
            <a:gd name="adj" fmla="val 10000"/>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Testscenario’s (cases) uitvoeren + Crosscheck</a:t>
          </a:r>
          <a:endParaRPr lang="en-US" sz="3000" kern="1200"/>
        </a:p>
      </dsp:txBody>
      <dsp:txXfrm>
        <a:off x="991419" y="2729491"/>
        <a:ext cx="4478829" cy="1073834"/>
      </dsp:txXfrm>
    </dsp:sp>
    <dsp:sp modelId="{DB246EEE-0163-472E-9843-23790C1F91D0}">
      <dsp:nvSpPr>
        <dsp:cNvPr id="0" name=""/>
        <dsp:cNvSpPr/>
      </dsp:nvSpPr>
      <dsp:spPr>
        <a:xfrm>
          <a:off x="1440618" y="4044124"/>
          <a:ext cx="5762472" cy="1140650"/>
        </a:xfrm>
        <a:prstGeom prst="roundRect">
          <a:avLst>
            <a:gd name="adj" fmla="val 1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4300" tIns="114300" rIns="114300" bIns="114300" numCol="1" spcCol="1270" anchor="ctr" anchorCtr="0">
          <a:noAutofit/>
        </a:bodyPr>
        <a:lstStyle/>
        <a:p>
          <a:pPr marL="0" lvl="0" indent="0" algn="l" defTabSz="1333500">
            <a:lnSpc>
              <a:spcPct val="90000"/>
            </a:lnSpc>
            <a:spcBef>
              <a:spcPct val="0"/>
            </a:spcBef>
            <a:spcAft>
              <a:spcPct val="35000"/>
            </a:spcAft>
            <a:buNone/>
          </a:pPr>
          <a:r>
            <a:rPr lang="en-GB" sz="3000" kern="1200"/>
            <a:t>Rapporteer status + Crosscheck</a:t>
          </a:r>
          <a:endParaRPr lang="en-US" sz="3000" kern="1200"/>
        </a:p>
      </dsp:txBody>
      <dsp:txXfrm>
        <a:off x="1474026" y="4077532"/>
        <a:ext cx="4471626" cy="1073834"/>
      </dsp:txXfrm>
    </dsp:sp>
    <dsp:sp modelId="{95A0A66A-4737-4ED9-9EF7-8638D6CD43A0}">
      <dsp:nvSpPr>
        <dsp:cNvPr id="0" name=""/>
        <dsp:cNvSpPr/>
      </dsp:nvSpPr>
      <dsp:spPr>
        <a:xfrm>
          <a:off x="5021049" y="873634"/>
          <a:ext cx="741422" cy="741422"/>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187869" y="873634"/>
        <a:ext cx="407782" cy="557920"/>
      </dsp:txXfrm>
    </dsp:sp>
    <dsp:sp modelId="{CBCDD90A-F78D-46B4-8FC1-96951296D2FF}">
      <dsp:nvSpPr>
        <dsp:cNvPr id="0" name=""/>
        <dsp:cNvSpPr/>
      </dsp:nvSpPr>
      <dsp:spPr>
        <a:xfrm>
          <a:off x="5503657" y="2221676"/>
          <a:ext cx="741422" cy="741422"/>
        </a:xfrm>
        <a:prstGeom prst="downArrow">
          <a:avLst>
            <a:gd name="adj1" fmla="val 55000"/>
            <a:gd name="adj2" fmla="val 45000"/>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670477" y="2221676"/>
        <a:ext cx="407782" cy="557920"/>
      </dsp:txXfrm>
    </dsp:sp>
    <dsp:sp modelId="{5E09853A-8AAC-46BF-8DF0-D7E982CB1759}">
      <dsp:nvSpPr>
        <dsp:cNvPr id="0" name=""/>
        <dsp:cNvSpPr/>
      </dsp:nvSpPr>
      <dsp:spPr>
        <a:xfrm>
          <a:off x="5979061" y="3569717"/>
          <a:ext cx="741422" cy="741422"/>
        </a:xfrm>
        <a:prstGeom prst="downArrow">
          <a:avLst>
            <a:gd name="adj1" fmla="val 55000"/>
            <a:gd name="adj2" fmla="val 45000"/>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145881" y="3569717"/>
        <a:ext cx="407782" cy="5579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6C61DF-882E-4F50-9C14-5C5AD191AFF3}">
      <dsp:nvSpPr>
        <dsp:cNvPr id="0" name=""/>
        <dsp:cNvSpPr/>
      </dsp:nvSpPr>
      <dsp:spPr>
        <a:xfrm>
          <a:off x="0" y="0"/>
          <a:ext cx="5757333" cy="203200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GB" sz="4400" kern="1200"/>
            <a:t>Hoelang gaat het duren?</a:t>
          </a:r>
          <a:endParaRPr lang="en-US" sz="4400" kern="1200"/>
        </a:p>
      </dsp:txBody>
      <dsp:txXfrm>
        <a:off x="59515" y="59515"/>
        <a:ext cx="3657102" cy="1912970"/>
      </dsp:txXfrm>
    </dsp:sp>
    <dsp:sp modelId="{DBBE1250-1CBB-426B-ACE2-891D236DE6BB}">
      <dsp:nvSpPr>
        <dsp:cNvPr id="0" name=""/>
        <dsp:cNvSpPr/>
      </dsp:nvSpPr>
      <dsp:spPr>
        <a:xfrm>
          <a:off x="1015999" y="2483555"/>
          <a:ext cx="5757333" cy="2032000"/>
        </a:xfrm>
        <a:prstGeom prst="roundRect">
          <a:avLst>
            <a:gd name="adj" fmla="val 1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67640" tIns="167640" rIns="167640" bIns="167640" numCol="1" spcCol="1270" anchor="ctr" anchorCtr="0">
          <a:noAutofit/>
        </a:bodyPr>
        <a:lstStyle/>
        <a:p>
          <a:pPr marL="0" lvl="0" indent="0" algn="l" defTabSz="1955800">
            <a:lnSpc>
              <a:spcPct val="90000"/>
            </a:lnSpc>
            <a:spcBef>
              <a:spcPct val="0"/>
            </a:spcBef>
            <a:spcAft>
              <a:spcPct val="35000"/>
            </a:spcAft>
            <a:buNone/>
          </a:pPr>
          <a:r>
            <a:rPr lang="en-GB" sz="4400" kern="1200"/>
            <a:t>Hoeveel gaat het kosten?</a:t>
          </a:r>
          <a:endParaRPr lang="en-US" sz="4400" kern="1200"/>
        </a:p>
      </dsp:txBody>
      <dsp:txXfrm>
        <a:off x="1075514" y="2543070"/>
        <a:ext cx="3301502" cy="1912970"/>
      </dsp:txXfrm>
    </dsp:sp>
    <dsp:sp modelId="{88587837-E14E-4F31-9B02-0DE53D7F31E4}">
      <dsp:nvSpPr>
        <dsp:cNvPr id="0" name=""/>
        <dsp:cNvSpPr/>
      </dsp:nvSpPr>
      <dsp:spPr>
        <a:xfrm>
          <a:off x="4436532" y="1597377"/>
          <a:ext cx="1320800" cy="1320800"/>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US" sz="3600" kern="1200"/>
        </a:p>
      </dsp:txBody>
      <dsp:txXfrm>
        <a:off x="4733712" y="1597377"/>
        <a:ext cx="726440" cy="99390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6CBC-9B75-402D-A16A-5B76517507C8}">
      <dsp:nvSpPr>
        <dsp:cNvPr id="0" name=""/>
        <dsp:cNvSpPr/>
      </dsp:nvSpPr>
      <dsp:spPr>
        <a:xfrm>
          <a:off x="0" y="0"/>
          <a:ext cx="5762472" cy="114065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Hulpmiddelen</a:t>
          </a:r>
          <a:endParaRPr lang="en-US" sz="2900" kern="1200"/>
        </a:p>
      </dsp:txBody>
      <dsp:txXfrm>
        <a:off x="33408" y="33408"/>
        <a:ext cx="4435237" cy="1073834"/>
      </dsp:txXfrm>
    </dsp:sp>
    <dsp:sp modelId="{AACEA4D1-DF51-4927-8CF8-93B51DE0A572}">
      <dsp:nvSpPr>
        <dsp:cNvPr id="0" name=""/>
        <dsp:cNvSpPr/>
      </dsp:nvSpPr>
      <dsp:spPr>
        <a:xfrm>
          <a:off x="482607" y="1348041"/>
          <a:ext cx="5762472" cy="1140650"/>
        </a:xfrm>
        <a:prstGeom prst="roundRect">
          <a:avLst>
            <a:gd name="adj" fmla="val 10000"/>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Tijd</a:t>
          </a:r>
          <a:endParaRPr lang="en-US" sz="2900" kern="1200"/>
        </a:p>
      </dsp:txBody>
      <dsp:txXfrm>
        <a:off x="516015" y="1381449"/>
        <a:ext cx="4471626" cy="1073834"/>
      </dsp:txXfrm>
    </dsp:sp>
    <dsp:sp modelId="{5587A10E-6A6D-4DBC-84A4-4C7314976DDC}">
      <dsp:nvSpPr>
        <dsp:cNvPr id="0" name=""/>
        <dsp:cNvSpPr/>
      </dsp:nvSpPr>
      <dsp:spPr>
        <a:xfrm>
          <a:off x="958011" y="2696083"/>
          <a:ext cx="5762472" cy="1140650"/>
        </a:xfrm>
        <a:prstGeom prst="roundRect">
          <a:avLst>
            <a:gd name="adj" fmla="val 10000"/>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Menselijke capaciteit</a:t>
          </a:r>
          <a:endParaRPr lang="en-US" sz="2900" kern="1200"/>
        </a:p>
      </dsp:txBody>
      <dsp:txXfrm>
        <a:off x="991419" y="2729491"/>
        <a:ext cx="4478829" cy="1073834"/>
      </dsp:txXfrm>
    </dsp:sp>
    <dsp:sp modelId="{57C4A9DE-9285-442C-A33F-7CE30AAC6C45}">
      <dsp:nvSpPr>
        <dsp:cNvPr id="0" name=""/>
        <dsp:cNvSpPr/>
      </dsp:nvSpPr>
      <dsp:spPr>
        <a:xfrm>
          <a:off x="1440618" y="4044124"/>
          <a:ext cx="5762472" cy="1140650"/>
        </a:xfrm>
        <a:prstGeom prst="roundRect">
          <a:avLst>
            <a:gd name="adj" fmla="val 1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Budget en afhankelijkheden van alle bovenstaande</a:t>
          </a:r>
          <a:endParaRPr lang="en-US" sz="2900" kern="1200"/>
        </a:p>
      </dsp:txBody>
      <dsp:txXfrm>
        <a:off x="1474026" y="4077532"/>
        <a:ext cx="4471626" cy="1073834"/>
      </dsp:txXfrm>
    </dsp:sp>
    <dsp:sp modelId="{F0DD02E7-7411-432E-AC86-C729053DA97D}">
      <dsp:nvSpPr>
        <dsp:cNvPr id="0" name=""/>
        <dsp:cNvSpPr/>
      </dsp:nvSpPr>
      <dsp:spPr>
        <a:xfrm>
          <a:off x="5021049" y="873634"/>
          <a:ext cx="741422" cy="741422"/>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187869" y="873634"/>
        <a:ext cx="407782" cy="557920"/>
      </dsp:txXfrm>
    </dsp:sp>
    <dsp:sp modelId="{4665B26B-7069-492B-BD7A-746B20054C7A}">
      <dsp:nvSpPr>
        <dsp:cNvPr id="0" name=""/>
        <dsp:cNvSpPr/>
      </dsp:nvSpPr>
      <dsp:spPr>
        <a:xfrm>
          <a:off x="5503657" y="2221676"/>
          <a:ext cx="741422" cy="741422"/>
        </a:xfrm>
        <a:prstGeom prst="downArrow">
          <a:avLst>
            <a:gd name="adj1" fmla="val 55000"/>
            <a:gd name="adj2" fmla="val 45000"/>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670477" y="2221676"/>
        <a:ext cx="407782" cy="557920"/>
      </dsp:txXfrm>
    </dsp:sp>
    <dsp:sp modelId="{0E71C05B-D588-474D-AE44-F293982E6A2D}">
      <dsp:nvSpPr>
        <dsp:cNvPr id="0" name=""/>
        <dsp:cNvSpPr/>
      </dsp:nvSpPr>
      <dsp:spPr>
        <a:xfrm>
          <a:off x="5979061" y="3569717"/>
          <a:ext cx="741422" cy="741422"/>
        </a:xfrm>
        <a:prstGeom prst="downArrow">
          <a:avLst>
            <a:gd name="adj1" fmla="val 55000"/>
            <a:gd name="adj2" fmla="val 45000"/>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145881" y="3569717"/>
        <a:ext cx="407782" cy="5579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1A6222F-22B9-4050-A234-54A73989777D}">
      <dsp:nvSpPr>
        <dsp:cNvPr id="0" name=""/>
        <dsp:cNvSpPr/>
      </dsp:nvSpPr>
      <dsp:spPr>
        <a:xfrm>
          <a:off x="0" y="0"/>
          <a:ext cx="5762472" cy="1140650"/>
        </a:xfrm>
        <a:prstGeom prst="roundRect">
          <a:avLst>
            <a:gd name="adj" fmla="val 10000"/>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a:t>Grootte (punten)</a:t>
          </a:r>
          <a:endParaRPr lang="en-US" sz="2800" kern="1200"/>
        </a:p>
        <a:p>
          <a:pPr marL="228600" lvl="1" indent="-228600" algn="l" defTabSz="977900">
            <a:lnSpc>
              <a:spcPct val="90000"/>
            </a:lnSpc>
            <a:spcBef>
              <a:spcPct val="0"/>
            </a:spcBef>
            <a:spcAft>
              <a:spcPct val="15000"/>
            </a:spcAft>
            <a:buChar char="•"/>
          </a:pPr>
          <a:r>
            <a:rPr lang="en-GB" sz="2200" kern="1200"/>
            <a:t>Complexiteit van de onderdelen</a:t>
          </a:r>
          <a:endParaRPr lang="en-US" sz="2200" kern="1200"/>
        </a:p>
      </dsp:txBody>
      <dsp:txXfrm>
        <a:off x="33408" y="33408"/>
        <a:ext cx="4435237" cy="1073834"/>
      </dsp:txXfrm>
    </dsp:sp>
    <dsp:sp modelId="{F16824EC-FC87-4F18-9591-7579B7A0A260}">
      <dsp:nvSpPr>
        <dsp:cNvPr id="0" name=""/>
        <dsp:cNvSpPr/>
      </dsp:nvSpPr>
      <dsp:spPr>
        <a:xfrm>
          <a:off x="482607" y="1348041"/>
          <a:ext cx="5762472" cy="1140650"/>
        </a:xfrm>
        <a:prstGeom prst="roundRect">
          <a:avLst>
            <a:gd name="adj" fmla="val 10000"/>
          </a:avLst>
        </a:prstGeom>
        <a:gradFill rotWithShape="0">
          <a:gsLst>
            <a:gs pos="0">
              <a:schemeClr val="accent2">
                <a:hueOff val="1560506"/>
                <a:satOff val="-1946"/>
                <a:lumOff val="458"/>
                <a:alphaOff val="0"/>
                <a:shade val="51000"/>
                <a:satMod val="130000"/>
              </a:schemeClr>
            </a:gs>
            <a:gs pos="80000">
              <a:schemeClr val="accent2">
                <a:hueOff val="1560506"/>
                <a:satOff val="-1946"/>
                <a:lumOff val="458"/>
                <a:alphaOff val="0"/>
                <a:shade val="93000"/>
                <a:satMod val="130000"/>
              </a:schemeClr>
            </a:gs>
            <a:gs pos="100000">
              <a:schemeClr val="accent2">
                <a:hueOff val="1560506"/>
                <a:satOff val="-1946"/>
                <a:lumOff val="458"/>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a:t>Tijd</a:t>
          </a:r>
          <a:endParaRPr lang="en-US" sz="2800" kern="1200"/>
        </a:p>
        <a:p>
          <a:pPr marL="228600" lvl="1" indent="-228600" algn="l" defTabSz="977900">
            <a:lnSpc>
              <a:spcPct val="90000"/>
            </a:lnSpc>
            <a:spcBef>
              <a:spcPct val="0"/>
            </a:spcBef>
            <a:spcAft>
              <a:spcPct val="15000"/>
            </a:spcAft>
            <a:buChar char="•"/>
          </a:pPr>
          <a:r>
            <a:rPr lang="en-GB" sz="2200" kern="1200"/>
            <a:t>(tijdspanne + doorlooptijd)</a:t>
          </a:r>
          <a:endParaRPr lang="en-US" sz="2200" kern="1200"/>
        </a:p>
      </dsp:txBody>
      <dsp:txXfrm>
        <a:off x="516015" y="1381449"/>
        <a:ext cx="4471626" cy="1073834"/>
      </dsp:txXfrm>
    </dsp:sp>
    <dsp:sp modelId="{B0F923E2-29DB-4887-9A17-FB5146318AA3}">
      <dsp:nvSpPr>
        <dsp:cNvPr id="0" name=""/>
        <dsp:cNvSpPr/>
      </dsp:nvSpPr>
      <dsp:spPr>
        <a:xfrm>
          <a:off x="958011" y="2696083"/>
          <a:ext cx="5762472" cy="1140650"/>
        </a:xfrm>
        <a:prstGeom prst="roundRect">
          <a:avLst>
            <a:gd name="adj" fmla="val 10000"/>
          </a:avLst>
        </a:prstGeom>
        <a:gradFill rotWithShape="0">
          <a:gsLst>
            <a:gs pos="0">
              <a:schemeClr val="accent2">
                <a:hueOff val="3121013"/>
                <a:satOff val="-3893"/>
                <a:lumOff val="915"/>
                <a:alphaOff val="0"/>
                <a:shade val="51000"/>
                <a:satMod val="130000"/>
              </a:schemeClr>
            </a:gs>
            <a:gs pos="80000">
              <a:schemeClr val="accent2">
                <a:hueOff val="3121013"/>
                <a:satOff val="-3893"/>
                <a:lumOff val="915"/>
                <a:alphaOff val="0"/>
                <a:shade val="93000"/>
                <a:satMod val="130000"/>
              </a:schemeClr>
            </a:gs>
            <a:gs pos="100000">
              <a:schemeClr val="accent2">
                <a:hueOff val="3121013"/>
                <a:satOff val="-3893"/>
                <a:lumOff val="915"/>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a:t>Kost</a:t>
          </a:r>
          <a:endParaRPr lang="en-US" sz="2800" kern="1200"/>
        </a:p>
      </dsp:txBody>
      <dsp:txXfrm>
        <a:off x="991419" y="2729491"/>
        <a:ext cx="4478829" cy="1073834"/>
      </dsp:txXfrm>
    </dsp:sp>
    <dsp:sp modelId="{CA69EE5F-D3EB-4711-B8CA-3BF97F666BBE}">
      <dsp:nvSpPr>
        <dsp:cNvPr id="0" name=""/>
        <dsp:cNvSpPr/>
      </dsp:nvSpPr>
      <dsp:spPr>
        <a:xfrm>
          <a:off x="1440618" y="4044124"/>
          <a:ext cx="5762472" cy="1140650"/>
        </a:xfrm>
        <a:prstGeom prst="roundRect">
          <a:avLst>
            <a:gd name="adj" fmla="val 10000"/>
          </a:avLst>
        </a:prstGeom>
        <a:gradFill rotWithShape="0">
          <a:gsLst>
            <a:gs pos="0">
              <a:schemeClr val="accent2">
                <a:hueOff val="4681519"/>
                <a:satOff val="-5839"/>
                <a:lumOff val="1373"/>
                <a:alphaOff val="0"/>
                <a:shade val="51000"/>
                <a:satMod val="130000"/>
              </a:schemeClr>
            </a:gs>
            <a:gs pos="80000">
              <a:schemeClr val="accent2">
                <a:hueOff val="4681519"/>
                <a:satOff val="-5839"/>
                <a:lumOff val="1373"/>
                <a:alphaOff val="0"/>
                <a:shade val="93000"/>
                <a:satMod val="130000"/>
              </a:schemeClr>
            </a:gs>
            <a:gs pos="100000">
              <a:schemeClr val="accent2">
                <a:hueOff val="4681519"/>
                <a:satOff val="-5839"/>
                <a:lumOff val="1373"/>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l" defTabSz="1244600">
            <a:lnSpc>
              <a:spcPct val="90000"/>
            </a:lnSpc>
            <a:spcBef>
              <a:spcPct val="0"/>
            </a:spcBef>
            <a:spcAft>
              <a:spcPct val="35000"/>
            </a:spcAft>
            <a:buNone/>
          </a:pPr>
          <a:r>
            <a:rPr lang="en-GB" sz="2800" kern="1200"/>
            <a:t>Recheck regelmatig</a:t>
          </a:r>
          <a:endParaRPr lang="en-US" sz="2800" kern="1200"/>
        </a:p>
        <a:p>
          <a:pPr marL="228600" lvl="1" indent="-228600" algn="l" defTabSz="977900">
            <a:lnSpc>
              <a:spcPct val="90000"/>
            </a:lnSpc>
            <a:spcBef>
              <a:spcPct val="0"/>
            </a:spcBef>
            <a:spcAft>
              <a:spcPct val="15000"/>
            </a:spcAft>
            <a:buChar char="•"/>
          </a:pPr>
          <a:r>
            <a:rPr lang="en-GB" sz="2200" kern="1200"/>
            <a:t>Kun je je aan je planning houden?</a:t>
          </a:r>
          <a:endParaRPr lang="en-US" sz="2200" kern="1200"/>
        </a:p>
      </dsp:txBody>
      <dsp:txXfrm>
        <a:off x="1474026" y="4077532"/>
        <a:ext cx="4471626" cy="1073834"/>
      </dsp:txXfrm>
    </dsp:sp>
    <dsp:sp modelId="{01ED052A-DAB6-4F02-95F5-CDCC9FB721E2}">
      <dsp:nvSpPr>
        <dsp:cNvPr id="0" name=""/>
        <dsp:cNvSpPr/>
      </dsp:nvSpPr>
      <dsp:spPr>
        <a:xfrm>
          <a:off x="5021049" y="873634"/>
          <a:ext cx="741422" cy="741422"/>
        </a:xfrm>
        <a:prstGeom prst="downArrow">
          <a:avLst>
            <a:gd name="adj1" fmla="val 55000"/>
            <a:gd name="adj2" fmla="val 45000"/>
          </a:avLst>
        </a:prstGeom>
        <a:solidFill>
          <a:schemeClr val="accent2">
            <a:tint val="40000"/>
            <a:alpha val="90000"/>
            <a:hueOff val="0"/>
            <a:satOff val="0"/>
            <a:lumOff val="0"/>
            <a:alphaOff val="0"/>
          </a:schemeClr>
        </a:solidFill>
        <a:ln w="9525" cap="flat" cmpd="sng" algn="ctr">
          <a:solidFill>
            <a:schemeClr val="accent2">
              <a:tint val="40000"/>
              <a:alpha val="90000"/>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187869" y="873634"/>
        <a:ext cx="407782" cy="557920"/>
      </dsp:txXfrm>
    </dsp:sp>
    <dsp:sp modelId="{8C0CD1E8-22DA-4148-912D-AFBC1682B0F5}">
      <dsp:nvSpPr>
        <dsp:cNvPr id="0" name=""/>
        <dsp:cNvSpPr/>
      </dsp:nvSpPr>
      <dsp:spPr>
        <a:xfrm>
          <a:off x="5503657" y="2221676"/>
          <a:ext cx="741422" cy="741422"/>
        </a:xfrm>
        <a:prstGeom prst="downArrow">
          <a:avLst>
            <a:gd name="adj1" fmla="val 55000"/>
            <a:gd name="adj2" fmla="val 45000"/>
          </a:avLst>
        </a:prstGeom>
        <a:solidFill>
          <a:schemeClr val="accent2">
            <a:tint val="40000"/>
            <a:alpha val="90000"/>
            <a:hueOff val="2512910"/>
            <a:satOff val="-2189"/>
            <a:lumOff val="-3"/>
            <a:alphaOff val="0"/>
          </a:schemeClr>
        </a:solidFill>
        <a:ln w="9525" cap="flat" cmpd="sng" algn="ctr">
          <a:solidFill>
            <a:schemeClr val="accent2">
              <a:tint val="40000"/>
              <a:alpha val="90000"/>
              <a:hueOff val="2512910"/>
              <a:satOff val="-2189"/>
              <a:lumOff val="-3"/>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5670477" y="2221676"/>
        <a:ext cx="407782" cy="557920"/>
      </dsp:txXfrm>
    </dsp:sp>
    <dsp:sp modelId="{453996F4-1367-4544-842E-8EA392748275}">
      <dsp:nvSpPr>
        <dsp:cNvPr id="0" name=""/>
        <dsp:cNvSpPr/>
      </dsp:nvSpPr>
      <dsp:spPr>
        <a:xfrm>
          <a:off x="5979061" y="3569717"/>
          <a:ext cx="741422" cy="741422"/>
        </a:xfrm>
        <a:prstGeom prst="downArrow">
          <a:avLst>
            <a:gd name="adj1" fmla="val 55000"/>
            <a:gd name="adj2" fmla="val 45000"/>
          </a:avLst>
        </a:prstGeom>
        <a:solidFill>
          <a:schemeClr val="accent2">
            <a:tint val="40000"/>
            <a:alpha val="90000"/>
            <a:hueOff val="5025821"/>
            <a:satOff val="-4378"/>
            <a:lumOff val="-6"/>
            <a:alphaOff val="0"/>
          </a:schemeClr>
        </a:solidFill>
        <a:ln w="9525" cap="flat" cmpd="sng" algn="ctr">
          <a:solidFill>
            <a:schemeClr val="accent2">
              <a:tint val="40000"/>
              <a:alpha val="90000"/>
              <a:hueOff val="5025821"/>
              <a:satOff val="-4378"/>
              <a:lumOff val="-6"/>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41910" tIns="41910" rIns="41910" bIns="41910" numCol="1" spcCol="1270" anchor="ctr" anchorCtr="0">
          <a:noAutofit/>
        </a:bodyPr>
        <a:lstStyle/>
        <a:p>
          <a:pPr marL="0" lvl="0" indent="0" algn="ctr" defTabSz="1466850">
            <a:lnSpc>
              <a:spcPct val="90000"/>
            </a:lnSpc>
            <a:spcBef>
              <a:spcPct val="0"/>
            </a:spcBef>
            <a:spcAft>
              <a:spcPct val="35000"/>
            </a:spcAft>
            <a:buNone/>
          </a:pPr>
          <a:endParaRPr lang="en-US" sz="3300" kern="1200"/>
        </a:p>
      </dsp:txBody>
      <dsp:txXfrm>
        <a:off x="6145881" y="3569717"/>
        <a:ext cx="407782" cy="557920"/>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4402138" cy="382588"/>
          </a:xfrm>
          <a:prstGeom prst="rect">
            <a:avLst/>
          </a:prstGeom>
        </p:spPr>
        <p:txBody>
          <a:bodyPr vert="horz" lIns="91440" tIns="45720" rIns="91440" bIns="45720" rtlCol="0"/>
          <a:lstStyle>
            <a:lvl1pPr algn="l">
              <a:defRPr sz="1200"/>
            </a:lvl1pPr>
          </a:lstStyle>
          <a:p>
            <a:endParaRPr lang="nl-BE"/>
          </a:p>
        </p:txBody>
      </p:sp>
      <p:sp>
        <p:nvSpPr>
          <p:cNvPr id="3" name="Tijdelijke aanduiding voor datum 2"/>
          <p:cNvSpPr>
            <a:spLocks noGrp="1"/>
          </p:cNvSpPr>
          <p:nvPr>
            <p:ph type="dt" idx="1"/>
          </p:nvPr>
        </p:nvSpPr>
        <p:spPr>
          <a:xfrm>
            <a:off x="5754688" y="0"/>
            <a:ext cx="4403725" cy="382588"/>
          </a:xfrm>
          <a:prstGeom prst="rect">
            <a:avLst/>
          </a:prstGeom>
        </p:spPr>
        <p:txBody>
          <a:bodyPr vert="horz" lIns="91440" tIns="45720" rIns="91440" bIns="45720" rtlCol="0"/>
          <a:lstStyle>
            <a:lvl1pPr algn="r">
              <a:defRPr sz="1200"/>
            </a:lvl1pPr>
          </a:lstStyle>
          <a:p>
            <a:fld id="{11E68570-3BDA-440B-AE9E-F5C3B14F90C4}" type="datetimeFigureOut">
              <a:rPr lang="nl-BE" smtClean="0"/>
              <a:t>8/02/2022</a:t>
            </a:fld>
            <a:endParaRPr lang="nl-BE"/>
          </a:p>
        </p:txBody>
      </p:sp>
      <p:sp>
        <p:nvSpPr>
          <p:cNvPr id="4" name="Tijdelijke aanduiding voor dia-afbeelding 3"/>
          <p:cNvSpPr>
            <a:spLocks noGrp="1" noRot="1" noChangeAspect="1"/>
          </p:cNvSpPr>
          <p:nvPr>
            <p:ph type="sldImg" idx="2"/>
          </p:nvPr>
        </p:nvSpPr>
        <p:spPr>
          <a:xfrm>
            <a:off x="3365500" y="952500"/>
            <a:ext cx="3429000" cy="2571750"/>
          </a:xfrm>
          <a:prstGeom prst="rect">
            <a:avLst/>
          </a:prstGeom>
          <a:noFill/>
          <a:ln w="12700">
            <a:solidFill>
              <a:prstClr val="black"/>
            </a:solidFill>
          </a:ln>
        </p:spPr>
        <p:txBody>
          <a:bodyPr vert="horz" lIns="91440" tIns="45720" rIns="91440" bIns="45720" rtlCol="0" anchor="ctr"/>
          <a:lstStyle/>
          <a:p>
            <a:endParaRPr lang="nl-BE"/>
          </a:p>
        </p:txBody>
      </p:sp>
      <p:sp>
        <p:nvSpPr>
          <p:cNvPr id="5" name="Tijdelijke aanduiding voor notities 4"/>
          <p:cNvSpPr>
            <a:spLocks noGrp="1"/>
          </p:cNvSpPr>
          <p:nvPr>
            <p:ph type="body" sz="quarter" idx="3"/>
          </p:nvPr>
        </p:nvSpPr>
        <p:spPr>
          <a:xfrm>
            <a:off x="1016000" y="3667125"/>
            <a:ext cx="8128000" cy="3000375"/>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6" name="Tijdelijke aanduiding voor voettekst 5"/>
          <p:cNvSpPr>
            <a:spLocks noGrp="1"/>
          </p:cNvSpPr>
          <p:nvPr>
            <p:ph type="ftr" sz="quarter" idx="4"/>
          </p:nvPr>
        </p:nvSpPr>
        <p:spPr>
          <a:xfrm>
            <a:off x="0" y="7237413"/>
            <a:ext cx="4402138" cy="382587"/>
          </a:xfrm>
          <a:prstGeom prst="rect">
            <a:avLst/>
          </a:prstGeom>
        </p:spPr>
        <p:txBody>
          <a:bodyPr vert="horz" lIns="91440" tIns="45720" rIns="91440" bIns="45720" rtlCol="0" anchor="b"/>
          <a:lstStyle>
            <a:lvl1pPr algn="l">
              <a:defRPr sz="1200"/>
            </a:lvl1pPr>
          </a:lstStyle>
          <a:p>
            <a:endParaRPr lang="nl-BE"/>
          </a:p>
        </p:txBody>
      </p:sp>
      <p:sp>
        <p:nvSpPr>
          <p:cNvPr id="7" name="Tijdelijke aanduiding voor dianummer 6"/>
          <p:cNvSpPr>
            <a:spLocks noGrp="1"/>
          </p:cNvSpPr>
          <p:nvPr>
            <p:ph type="sldNum" sz="quarter" idx="5"/>
          </p:nvPr>
        </p:nvSpPr>
        <p:spPr>
          <a:xfrm>
            <a:off x="5754688" y="7237413"/>
            <a:ext cx="4403725" cy="382587"/>
          </a:xfrm>
          <a:prstGeom prst="rect">
            <a:avLst/>
          </a:prstGeom>
        </p:spPr>
        <p:txBody>
          <a:bodyPr vert="horz" lIns="91440" tIns="45720" rIns="91440" bIns="45720" rtlCol="0" anchor="b"/>
          <a:lstStyle>
            <a:lvl1pPr algn="r">
              <a:defRPr sz="1200"/>
            </a:lvl1pPr>
          </a:lstStyle>
          <a:p>
            <a:fld id="{9E4A7B32-3DB6-420E-BFD4-0455F7961588}" type="slidenum">
              <a:rPr lang="nl-BE" smtClean="0"/>
              <a:t>‹#›</a:t>
            </a:fld>
            <a:endParaRPr lang="nl-BE"/>
          </a:p>
        </p:txBody>
      </p:sp>
    </p:spTree>
    <p:extLst>
      <p:ext uri="{BB962C8B-B14F-4D97-AF65-F5344CB8AC3E}">
        <p14:creationId xmlns:p14="http://schemas.microsoft.com/office/powerpoint/2010/main" val="21932746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fld id="{9E4A7B32-3DB6-420E-BFD4-0455F7961588}" type="slidenum">
              <a:rPr lang="nl-BE" smtClean="0"/>
              <a:t>9</a:t>
            </a:fld>
            <a:endParaRPr lang="nl-BE"/>
          </a:p>
        </p:txBody>
      </p:sp>
    </p:spTree>
    <p:extLst>
      <p:ext uri="{BB962C8B-B14F-4D97-AF65-F5344CB8AC3E}">
        <p14:creationId xmlns:p14="http://schemas.microsoft.com/office/powerpoint/2010/main" val="287442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8" name="Tijdelijke aanduiding voor tekst 7"/>
          <p:cNvSpPr>
            <a:spLocks noGrp="1"/>
          </p:cNvSpPr>
          <p:nvPr>
            <p:ph type="body" sz="quarter" idx="10"/>
          </p:nvPr>
        </p:nvSpPr>
        <p:spPr>
          <a:xfrm>
            <a:off x="965200" y="3810000"/>
            <a:ext cx="8686800" cy="381000"/>
          </a:xfrm>
          <a:prstGeom prst="rect">
            <a:avLst/>
          </a:prstGeom>
        </p:spPr>
        <p:txBody>
          <a:bodyPr vert="horz"/>
          <a:lstStyle>
            <a:lvl1pPr>
              <a:defRPr sz="1800" b="0" i="1" cap="none">
                <a:solidFill>
                  <a:schemeClr val="bg1"/>
                </a:solidFill>
                <a:latin typeface=""/>
              </a:defRPr>
            </a:lvl1pPr>
            <a:lvl2pPr>
              <a:defRPr sz="1400" b="0" i="1" cap="none">
                <a:solidFill>
                  <a:schemeClr val="bg1"/>
                </a:solidFill>
                <a:latin typeface=""/>
              </a:defRPr>
            </a:lvl2pPr>
            <a:lvl3pPr>
              <a:defRPr sz="1400" b="0" i="1" cap="none">
                <a:solidFill>
                  <a:schemeClr val="bg1"/>
                </a:solidFill>
                <a:latin typeface=""/>
              </a:defRPr>
            </a:lvl3pPr>
            <a:lvl4pPr>
              <a:defRPr sz="1400" b="0" i="1" cap="none">
                <a:solidFill>
                  <a:schemeClr val="bg1"/>
                </a:solidFill>
                <a:latin typeface=""/>
              </a:defRPr>
            </a:lvl4pPr>
            <a:lvl5pPr>
              <a:defRPr sz="1400" b="0" i="1" cap="none">
                <a:solidFill>
                  <a:schemeClr val="bg1"/>
                </a:solidFill>
                <a:latin typeface=""/>
              </a:defRPr>
            </a:lvl5pPr>
          </a:lstStyle>
          <a:p>
            <a:pPr lvl="0"/>
            <a:r>
              <a:rPr lang="en-US" dirty="0"/>
              <a:t>Click to edit Master text styles</a:t>
            </a:r>
          </a:p>
        </p:txBody>
      </p:sp>
      <p:sp>
        <p:nvSpPr>
          <p:cNvPr id="6" name="Text Placeholder 9"/>
          <p:cNvSpPr>
            <a:spLocks noGrp="1"/>
          </p:cNvSpPr>
          <p:nvPr>
            <p:ph type="body" sz="quarter" idx="11"/>
          </p:nvPr>
        </p:nvSpPr>
        <p:spPr>
          <a:xfrm>
            <a:off x="965200" y="2009800"/>
            <a:ext cx="8686800" cy="1190600"/>
          </a:xfrm>
          <a:prstGeom prst="rect">
            <a:avLst/>
          </a:prstGeom>
        </p:spPr>
        <p:txBody>
          <a:bodyPr/>
          <a:lstStyle>
            <a:lvl1pPr>
              <a:defRPr sz="3600" baseline="0"/>
            </a:lvl1pPr>
          </a:lstStyle>
          <a:p>
            <a:pPr lvl="0"/>
            <a:r>
              <a:rPr lang="en-US" dirty="0"/>
              <a:t>Click to edit Master text styles</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3200" cap="small" baseline="0">
                <a:solidFill>
                  <a:schemeClr val="tx1"/>
                </a:solidFill>
                <a:latin typeface="+mj-lt"/>
              </a:defRPr>
            </a:lvl1pPr>
            <a:lvl2pPr marL="742950" indent="-285750">
              <a:buFont typeface="Arial" panose="020B0604020202020204" pitchFamily="34" charset="0"/>
              <a:buChar char="•"/>
              <a:defRPr sz="2400">
                <a:solidFill>
                  <a:schemeClr val="tx1"/>
                </a:solidFill>
                <a:latin typeface="+mj-lt"/>
              </a:defRPr>
            </a:lvl2pPr>
            <a:lvl3pPr marL="1200150" indent="-285750">
              <a:buFont typeface="Arial" panose="020B0604020202020204" pitchFamily="34" charset="0"/>
              <a:buChar char="•"/>
              <a:defRPr sz="2400">
                <a:solidFill>
                  <a:schemeClr val="tx1"/>
                </a:solidFill>
                <a:latin typeface="+mj-lt"/>
              </a:defRPr>
            </a:lvl3pPr>
            <a:lvl4pPr marL="1657350" indent="-285750">
              <a:buFont typeface="Arial" panose="020B0604020202020204" pitchFamily="34" charset="0"/>
              <a:buChar char="•"/>
              <a:defRPr sz="2400">
                <a:solidFill>
                  <a:schemeClr val="tx1"/>
                </a:solidFill>
                <a:latin typeface="+mj-lt"/>
              </a:defRPr>
            </a:lvl4pPr>
            <a:lvl5pPr marL="2114550" indent="-285750">
              <a:buFont typeface="Arial" panose="020B0604020202020204" pitchFamily="34" charset="0"/>
              <a:buChar char="•"/>
              <a:defRPr sz="24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Smaller">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31800" y="569640"/>
            <a:ext cx="9296400" cy="720080"/>
          </a:xfrm>
          <a:prstGeom prst="rect">
            <a:avLst/>
          </a:prstGeom>
        </p:spPr>
        <p:txBody>
          <a:bodyPr lIns="0" tIns="0" rIns="0" bIns="0"/>
          <a:lstStyle>
            <a:lvl1pPr>
              <a:defRPr sz="3200" b="1" i="0">
                <a:solidFill>
                  <a:srgbClr val="034EA2"/>
                </a:solidFill>
                <a:latin typeface="Arial"/>
                <a:cs typeface="Arial"/>
              </a:defRPr>
            </a:lvl1pPr>
          </a:lstStyle>
          <a:p>
            <a:r>
              <a:rPr lang="en-US" dirty="0"/>
              <a:t>Click to edit Master title style</a:t>
            </a:r>
            <a:endParaRPr dirty="0"/>
          </a:p>
        </p:txBody>
      </p:sp>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10" name="Text Placeholder 9">
            <a:extLst>
              <a:ext uri="{FF2B5EF4-FFF2-40B4-BE49-F238E27FC236}">
                <a16:creationId xmlns:a16="http://schemas.microsoft.com/office/drawing/2014/main" id="{762E970E-587F-4D95-98BF-EB16877CCF6D}"/>
              </a:ext>
            </a:extLst>
          </p:cNvPr>
          <p:cNvSpPr>
            <a:spLocks noGrp="1"/>
          </p:cNvSpPr>
          <p:nvPr>
            <p:ph type="body" sz="quarter" idx="10"/>
          </p:nvPr>
        </p:nvSpPr>
        <p:spPr>
          <a:xfrm>
            <a:off x="431800" y="1433513"/>
            <a:ext cx="9296400" cy="5184775"/>
          </a:xfrm>
          <a:prstGeom prst="rect">
            <a:avLst/>
          </a:prstGeom>
        </p:spPr>
        <p:txBody>
          <a:bodyPr/>
          <a:lstStyle>
            <a:lvl1pPr marL="285750" indent="-285750">
              <a:buFont typeface="Arial" panose="020B0604020202020204" pitchFamily="34" charset="0"/>
              <a:buChar char="•"/>
              <a:defRPr sz="2400" cap="small" baseline="0">
                <a:solidFill>
                  <a:schemeClr val="tx1"/>
                </a:solidFill>
                <a:latin typeface="+mj-lt"/>
              </a:defRPr>
            </a:lvl1pPr>
            <a:lvl2pPr marL="742950" indent="-285750">
              <a:buFont typeface="Arial" panose="020B0604020202020204" pitchFamily="34" charset="0"/>
              <a:buChar char="•"/>
              <a:defRPr sz="1800">
                <a:solidFill>
                  <a:schemeClr val="tx1"/>
                </a:solidFill>
                <a:latin typeface="+mj-lt"/>
              </a:defRPr>
            </a:lvl2pPr>
            <a:lvl3pPr marL="1200150" indent="-285750">
              <a:buFont typeface="Arial" panose="020B0604020202020204" pitchFamily="34" charset="0"/>
              <a:buChar char="•"/>
              <a:defRPr sz="1800">
                <a:solidFill>
                  <a:schemeClr val="tx1"/>
                </a:solidFill>
                <a:latin typeface="+mj-lt"/>
              </a:defRPr>
            </a:lvl3pPr>
            <a:lvl4pPr marL="1657350" indent="-285750">
              <a:buFont typeface="Arial" panose="020B0604020202020204" pitchFamily="34" charset="0"/>
              <a:buChar char="•"/>
              <a:defRPr sz="1800">
                <a:solidFill>
                  <a:schemeClr val="tx1"/>
                </a:solidFill>
                <a:latin typeface="+mj-lt"/>
              </a:defRPr>
            </a:lvl4pPr>
            <a:lvl5pPr marL="2114550" indent="-285750">
              <a:buFont typeface="Arial" panose="020B0604020202020204" pitchFamily="34" charset="0"/>
              <a:buChar char="•"/>
              <a:defRPr sz="1800">
                <a:solidFill>
                  <a:schemeClr val="tx1"/>
                </a:solidFill>
                <a:latin typeface="+mj-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5320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opyright">
    <p:bg>
      <p:bgPr>
        <a:blipFill rotWithShape="1">
          <a:blip r:embed="rId2"/>
          <a:stretch>
            <a:fillRect/>
          </a:stretch>
        </a:blipFill>
        <a:effectLst/>
      </p:bgPr>
    </p:bg>
    <p:spTree>
      <p:nvGrpSpPr>
        <p:cNvPr id="1" name=""/>
        <p:cNvGrpSpPr/>
        <p:nvPr/>
      </p:nvGrpSpPr>
      <p:grpSpPr>
        <a:xfrm>
          <a:off x="0" y="0"/>
          <a:ext cx="0" cy="0"/>
          <a:chOff x="0" y="0"/>
          <a:chExt cx="0" cy="0"/>
        </a:xfrm>
      </p:grpSpPr>
      <p:sp>
        <p:nvSpPr>
          <p:cNvPr id="6" name="Holder 6"/>
          <p:cNvSpPr>
            <a:spLocks noGrp="1"/>
          </p:cNvSpPr>
          <p:nvPr>
            <p:ph type="sldNum" sz="quarter" idx="7"/>
          </p:nvPr>
        </p:nvSpPr>
        <p:spPr>
          <a:xfrm>
            <a:off x="-101600" y="7162800"/>
            <a:ext cx="533400" cy="184666"/>
          </a:xfrm>
          <a:prstGeom prst="rect">
            <a:avLst/>
          </a:prstGeom>
        </p:spPr>
        <p:txBody>
          <a:bodyPr lIns="0" tIns="0" rIns="0" bIns="0"/>
          <a:lstStyle>
            <a:lvl1pPr algn="r">
              <a:defRPr sz="1400">
                <a:solidFill>
                  <a:schemeClr val="tx1">
                    <a:tint val="75000"/>
                  </a:schemeClr>
                </a:solidFill>
              </a:defRPr>
            </a:lvl1pPr>
          </a:lstStyle>
          <a:p>
            <a:fld id="{B6F15528-21DE-4FAA-801E-634DDDAF4B2B}" type="slidenum">
              <a:rPr lang="en-US" smtClean="0"/>
              <a:pPr/>
              <a:t>‹#›</a:t>
            </a:fld>
            <a:endParaRPr lang="en-US"/>
          </a:p>
        </p:txBody>
      </p:sp>
      <p:sp>
        <p:nvSpPr>
          <p:cNvPr id="8" name="TextBox 7">
            <a:extLst>
              <a:ext uri="{FF2B5EF4-FFF2-40B4-BE49-F238E27FC236}">
                <a16:creationId xmlns:a16="http://schemas.microsoft.com/office/drawing/2014/main" id="{15931FA1-F2CD-43B8-9F83-6D60CAEF2E93}"/>
              </a:ext>
            </a:extLst>
          </p:cNvPr>
          <p:cNvSpPr txBox="1"/>
          <p:nvPr userDrawn="1"/>
        </p:nvSpPr>
        <p:spPr>
          <a:xfrm>
            <a:off x="736600" y="2783541"/>
            <a:ext cx="8686800" cy="3754874"/>
          </a:xfrm>
          <a:prstGeom prst="rect">
            <a:avLst/>
          </a:prstGeom>
          <a:noFill/>
        </p:spPr>
        <p:txBody>
          <a:bodyPr wrap="square">
            <a:spAutoFit/>
          </a:bodyPr>
          <a:lstStyle/>
          <a:p>
            <a:pPr marL="0" indent="0">
              <a:buNone/>
            </a:pPr>
            <a:r>
              <a:rPr lang="nl-NL" sz="1400" b="0" i="1"/>
              <a:t>© </a:t>
            </a:r>
            <a:r>
              <a:rPr lang="nl-NL" sz="1400" b="0" i="1" err="1"/>
              <a:t>Syntra</a:t>
            </a:r>
            <a:r>
              <a:rPr lang="nl-NL" sz="1400" b="0" i="1"/>
              <a:t> West </a:t>
            </a:r>
            <a:endParaRPr lang="nl-BE" sz="1400" b="0" i="1"/>
          </a:p>
          <a:p>
            <a:pPr marL="0" indent="0">
              <a:buNone/>
            </a:pPr>
            <a:endParaRPr lang="nl-BE" sz="1400" i="1"/>
          </a:p>
          <a:p>
            <a:pPr marL="0" indent="0">
              <a:buNone/>
            </a:pPr>
            <a:r>
              <a:rPr lang="nl-NL" sz="1400" b="0" i="1"/>
              <a:t>De docent/auteur en </a:t>
            </a:r>
            <a:r>
              <a:rPr lang="nl-NL" sz="1400" b="0" i="1" err="1"/>
              <a:t>Syntra</a:t>
            </a:r>
            <a:r>
              <a:rPr lang="nl-NL" sz="1400" b="0" i="1"/>
              <a:t> West behouden zich het recht voor de inhoud, het beeldmateriaal en alle verdere informatie in deze PowerPoint zonder voorafgaand bericht aan te passen of te verbeteren.</a:t>
            </a:r>
            <a:endParaRPr lang="nl-BE" sz="1400" b="0" i="1"/>
          </a:p>
          <a:p>
            <a:pPr marL="0" indent="0">
              <a:buNone/>
            </a:pPr>
            <a:r>
              <a:rPr lang="nl-NL" sz="1400" b="0" i="1"/>
              <a:t>Deze PowerPoint is met zorg samengesteld, waarbij alles werd in het werk gesteld om de juistheid van de inhoud te verzekeren, niettemin wordt deze PowerPoint ter beschikking gesteld zonder enige garantie.</a:t>
            </a:r>
            <a:endParaRPr lang="nl-BE" sz="1400" b="0" i="1"/>
          </a:p>
          <a:p>
            <a:pPr marL="0" indent="0">
              <a:buNone/>
            </a:pPr>
            <a:r>
              <a:rPr lang="nl-NL" sz="1400" b="0" i="1"/>
              <a:t>De docent/auteur en </a:t>
            </a:r>
            <a:r>
              <a:rPr lang="nl-NL" sz="1400" b="0" i="1" err="1"/>
              <a:t>Syntra</a:t>
            </a:r>
            <a:r>
              <a:rPr lang="nl-NL" sz="1400" b="0" i="1"/>
              <a:t> West  kunnen niet verantwoordelijk noch aansprakelijk gesteld worden voor eventuele materiële schade of andere vergissingen die voortvloeien uit het gebruik van de informatie uit deze PowerPoint of voor eventuele fouten of vergissingen in de PowerPoint. Dit cursusmateriaal is auteursrechtelijk beschermd. </a:t>
            </a:r>
            <a:endParaRPr lang="nl-BE" sz="1400" b="0" i="1"/>
          </a:p>
          <a:p>
            <a:pPr marL="0" indent="0">
              <a:buNone/>
            </a:pPr>
            <a:endParaRPr lang="nl-NL" sz="1400" b="0" i="1"/>
          </a:p>
          <a:p>
            <a:pPr marL="0" indent="0">
              <a:buNone/>
            </a:pPr>
            <a:r>
              <a:rPr lang="nl-NL" sz="1400" b="1" i="1">
                <a:solidFill>
                  <a:srgbClr val="FF0000"/>
                </a:solidFill>
              </a:rPr>
              <a:t>Alles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docent/auteur.</a:t>
            </a:r>
          </a:p>
          <a:p>
            <a:pPr marL="0" indent="0">
              <a:buNone/>
            </a:pPr>
            <a:endParaRPr lang="nl-NL" sz="1400" b="0" i="1"/>
          </a:p>
          <a:p>
            <a:pPr marL="0" indent="0">
              <a:buNone/>
            </a:pPr>
            <a:r>
              <a:rPr lang="nl-NL" sz="1400" b="1" i="1">
                <a:solidFill>
                  <a:srgbClr val="FF0000"/>
                </a:solidFill>
              </a:rPr>
              <a:t>Niets</a:t>
            </a:r>
            <a:r>
              <a:rPr lang="nl-NL" sz="1400" b="0" i="1"/>
              <a:t> uit deze uitgave mag worden verveelvoudigd en/of openbaar gemaakt door middel van druk, fotokopie, elektronisch of op welke andere wijze ook, of in een retrieval systeem worden opgeslagen, zonder voorafgaandelijke schriftelijke toestemming van de </a:t>
            </a:r>
            <a:r>
              <a:rPr lang="nl-NL" sz="1400" b="0" i="1" err="1"/>
              <a:t>Syntra</a:t>
            </a:r>
            <a:r>
              <a:rPr lang="nl-NL" sz="1400" b="0" i="1"/>
              <a:t> West.</a:t>
            </a:r>
            <a:endParaRPr lang="nl-BE" sz="1400" b="0" i="1"/>
          </a:p>
        </p:txBody>
      </p:sp>
      <p:sp>
        <p:nvSpPr>
          <p:cNvPr id="11" name="TextBox 10">
            <a:extLst>
              <a:ext uri="{FF2B5EF4-FFF2-40B4-BE49-F238E27FC236}">
                <a16:creationId xmlns:a16="http://schemas.microsoft.com/office/drawing/2014/main" id="{7A162432-948D-43AF-AC7F-A4A04E50561B}"/>
              </a:ext>
            </a:extLst>
          </p:cNvPr>
          <p:cNvSpPr txBox="1"/>
          <p:nvPr userDrawn="1"/>
        </p:nvSpPr>
        <p:spPr>
          <a:xfrm>
            <a:off x="736600" y="641648"/>
            <a:ext cx="8686800" cy="1107996"/>
          </a:xfrm>
          <a:prstGeom prst="rect">
            <a:avLst/>
          </a:prstGeom>
        </p:spPr>
        <p:txBody>
          <a:bodyPr wrap="square" lIns="0" tIns="0" rIns="0" bIns="0" rtlCol="0">
            <a:spAutoFit/>
          </a:bodyPr>
          <a:lstStyle/>
          <a:p>
            <a:pPr algn="l" defTabSz="914400"/>
            <a:r>
              <a:rPr lang="nl-NL" sz="1800">
                <a:solidFill>
                  <a:srgbClr val="034EA2"/>
                </a:solidFill>
              </a:rPr>
              <a:t>Hoofdtitel: Software Testen</a:t>
            </a:r>
            <a:br>
              <a:rPr lang="nl-NL" sz="1800">
                <a:solidFill>
                  <a:srgbClr val="034EA2"/>
                </a:solidFill>
              </a:rPr>
            </a:br>
            <a:r>
              <a:rPr lang="nl-NL" sz="1800">
                <a:solidFill>
                  <a:srgbClr val="034EA2"/>
                </a:solidFill>
              </a:rPr>
              <a:t>Subtitel: Schatting en Planning</a:t>
            </a:r>
            <a:br>
              <a:rPr lang="nl-NL" sz="1800">
                <a:solidFill>
                  <a:srgbClr val="034EA2"/>
                </a:solidFill>
              </a:rPr>
            </a:br>
            <a:r>
              <a:rPr lang="nl-NL" sz="1800">
                <a:solidFill>
                  <a:srgbClr val="034EA2"/>
                </a:solidFill>
              </a:rPr>
              <a:t>Auteur / docent: Vincent Van De Walle</a:t>
            </a:r>
            <a:br>
              <a:rPr lang="nl-NL" sz="1800">
                <a:solidFill>
                  <a:srgbClr val="034EA2"/>
                </a:solidFill>
              </a:rPr>
            </a:br>
            <a:r>
              <a:rPr lang="nl-NL" sz="1800">
                <a:solidFill>
                  <a:srgbClr val="034EA2"/>
                </a:solidFill>
              </a:rPr>
              <a:t>Versie: Gebruikt tijdens opleiding</a:t>
            </a:r>
            <a:endParaRPr lang="en-US" sz="2400">
              <a:solidFill>
                <a:srgbClr val="034EA2"/>
              </a:solidFill>
            </a:endParaRPr>
          </a:p>
        </p:txBody>
      </p:sp>
    </p:spTree>
    <p:extLst>
      <p:ext uri="{BB962C8B-B14F-4D97-AF65-F5344CB8AC3E}">
        <p14:creationId xmlns:p14="http://schemas.microsoft.com/office/powerpoint/2010/main" val="7436378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act">
    <p:spTree>
      <p:nvGrpSpPr>
        <p:cNvPr id="1" name=""/>
        <p:cNvGrpSpPr/>
        <p:nvPr/>
      </p:nvGrpSpPr>
      <p:grpSpPr>
        <a:xfrm>
          <a:off x="0" y="0"/>
          <a:ext cx="0" cy="0"/>
          <a:chOff x="0" y="0"/>
          <a:chExt cx="0" cy="0"/>
        </a:xfrm>
      </p:grpSpPr>
      <p:sp>
        <p:nvSpPr>
          <p:cNvPr id="8" name="Tekstvak 7"/>
          <p:cNvSpPr txBox="1"/>
          <p:nvPr userDrawn="1"/>
        </p:nvSpPr>
        <p:spPr>
          <a:xfrm>
            <a:off x="812800" y="2819400"/>
            <a:ext cx="4800600" cy="1077218"/>
          </a:xfrm>
          <a:prstGeom prst="rect">
            <a:avLst/>
          </a:prstGeom>
          <a:noFill/>
        </p:spPr>
        <p:txBody>
          <a:bodyPr wrap="square" rtlCol="0">
            <a:spAutoFit/>
          </a:bodyPr>
          <a:lstStyle/>
          <a:p>
            <a:pPr rtl="0"/>
            <a:r>
              <a:rPr lang="en-US" sz="3200" b="1" i="0" u="none" strike="noStrike" kern="1200" cap="all" spc="200" baseline="30000" err="1">
                <a:solidFill>
                  <a:schemeClr val="bg1"/>
                </a:solidFill>
                <a:latin typeface=""/>
                <a:ea typeface="+mn-ea"/>
                <a:cs typeface="+mn-cs"/>
              </a:rPr>
              <a:t>contacteer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ons</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err="1">
                <a:solidFill>
                  <a:schemeClr val="bg1"/>
                </a:solidFill>
                <a:latin typeface=""/>
                <a:ea typeface="+mn-ea"/>
                <a:cs typeface="+mn-cs"/>
              </a:rPr>
              <a:t>voor</a:t>
            </a:r>
            <a:r>
              <a:rPr lang="en-US" sz="3200" b="1" i="0" u="none" strike="noStrike" kern="1200" cap="all" spc="200" baseline="30000">
                <a:solidFill>
                  <a:schemeClr val="bg1"/>
                </a:solidFill>
                <a:latin typeface=""/>
                <a:ea typeface="+mn-ea"/>
                <a:cs typeface="+mn-cs"/>
              </a:rPr>
              <a:t> </a:t>
            </a:r>
            <a:r>
              <a:rPr lang="en-US" sz="3200" b="1" i="0" u="none" strike="noStrike" kern="1200" cap="all" spc="200" baseline="30000" err="1">
                <a:solidFill>
                  <a:schemeClr val="bg1"/>
                </a:solidFill>
                <a:latin typeface=""/>
                <a:ea typeface="+mn-ea"/>
                <a:cs typeface="+mn-cs"/>
              </a:rPr>
              <a:t>maatprojecten</a:t>
            </a:r>
            <a:endParaRPr lang="en-US" sz="3200" b="1" i="0" u="none" strike="noStrike" kern="1200" cap="all" spc="200" baseline="30000">
              <a:solidFill>
                <a:schemeClr val="bg1"/>
              </a:solidFill>
              <a:latin typeface=""/>
              <a:ea typeface="+mn-ea"/>
              <a:cs typeface="+mn-cs"/>
            </a:endParaRPr>
          </a:p>
          <a:p>
            <a:pPr rtl="0"/>
            <a:r>
              <a:rPr lang="en-US" sz="3200" b="1" i="0" u="none" strike="noStrike" kern="1200" cap="all" spc="200" baseline="30000">
                <a:solidFill>
                  <a:schemeClr val="bg1"/>
                </a:solidFill>
                <a:latin typeface=""/>
                <a:ea typeface="+mn-ea"/>
                <a:cs typeface="+mn-cs"/>
              </a:rPr>
              <a:t>en </a:t>
            </a:r>
            <a:r>
              <a:rPr lang="en-US" sz="3200" b="1" i="0" u="none" strike="noStrike" kern="1200" cap="all" spc="200" baseline="30000" err="1">
                <a:solidFill>
                  <a:schemeClr val="bg1"/>
                </a:solidFill>
                <a:latin typeface=""/>
                <a:ea typeface="+mn-ea"/>
                <a:cs typeface="+mn-cs"/>
              </a:rPr>
              <a:t>adviesverlening</a:t>
            </a:r>
            <a:endParaRPr lang="nl-NL" sz="3200" cap="all" spc="200" baseline="30000">
              <a:solidFill>
                <a:schemeClr val="bg1"/>
              </a:solidFill>
              <a:latin typeface=""/>
            </a:endParaRPr>
          </a:p>
        </p:txBody>
      </p:sp>
      <p:pic>
        <p:nvPicPr>
          <p:cNvPr id="10" name="Afbeelding 9"/>
          <p:cNvPicPr>
            <a:picLocks noChangeAspect="1"/>
          </p:cNvPicPr>
          <p:nvPr userDrawn="1"/>
        </p:nvPicPr>
        <p:blipFill>
          <a:blip r:embed="rId2"/>
          <a:stretch>
            <a:fillRect/>
          </a:stretch>
        </p:blipFill>
        <p:spPr>
          <a:xfrm>
            <a:off x="8280400" y="6806623"/>
            <a:ext cx="1339273" cy="496455"/>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913359" y="4038600"/>
            <a:ext cx="2337841" cy="116568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ddresses">
    <p:spTree>
      <p:nvGrpSpPr>
        <p:cNvPr id="1" name=""/>
        <p:cNvGrpSpPr/>
        <p:nvPr/>
      </p:nvGrpSpPr>
      <p:grpSpPr>
        <a:xfrm>
          <a:off x="0" y="0"/>
          <a:ext cx="0" cy="0"/>
          <a:chOff x="0" y="0"/>
          <a:chExt cx="0" cy="0"/>
        </a:xfrm>
      </p:grpSpPr>
      <p:sp>
        <p:nvSpPr>
          <p:cNvPr id="8" name="Tekstvak 7"/>
          <p:cNvSpPr txBox="1"/>
          <p:nvPr userDrawn="1"/>
        </p:nvSpPr>
        <p:spPr>
          <a:xfrm>
            <a:off x="812800" y="2819400"/>
            <a:ext cx="2286000" cy="2851208"/>
          </a:xfrm>
          <a:prstGeom prst="rect">
            <a:avLst/>
          </a:prstGeom>
          <a:noFill/>
        </p:spPr>
        <p:txBody>
          <a:bodyPr wrap="square" rtlCol="0">
            <a:spAutoFit/>
          </a:bodyPr>
          <a:lstStyle/>
          <a:p>
            <a:pPr rtl="0">
              <a:lnSpc>
                <a:spcPts val="1800"/>
              </a:lnSpc>
            </a:pPr>
            <a:r>
              <a:rPr lang="en-US" sz="1600" b="1" i="0" u="none" strike="noStrike" kern="1200" baseline="30000">
                <a:solidFill>
                  <a:srgbClr val="FFFFFF"/>
                </a:solidFill>
                <a:latin typeface=""/>
                <a:ea typeface="+mn-ea"/>
                <a:cs typeface="+mn-cs"/>
              </a:rPr>
              <a:t>BRUGGE</a:t>
            </a:r>
          </a:p>
          <a:p>
            <a:pPr rtl="0">
              <a:lnSpc>
                <a:spcPts val="1800"/>
              </a:lnSpc>
            </a:pPr>
            <a:r>
              <a:rPr lang="en-US" sz="1600" b="0" i="0" u="none" strike="noStrike" kern="1200" baseline="30000" err="1">
                <a:solidFill>
                  <a:srgbClr val="FFFFFF"/>
                </a:solidFill>
                <a:latin typeface=""/>
                <a:ea typeface="+mn-ea"/>
                <a:cs typeface="+mn-cs"/>
              </a:rPr>
              <a:t>Spoorwegstraat</a:t>
            </a:r>
            <a:r>
              <a:rPr lang="en-US" sz="1600" b="0" i="0" u="none" strike="noStrike" kern="1200" baseline="30000">
                <a:solidFill>
                  <a:srgbClr val="FFFFFF"/>
                </a:solidFill>
                <a:latin typeface=""/>
                <a:ea typeface="+mn-ea"/>
                <a:cs typeface="+mn-cs"/>
              </a:rPr>
              <a:t> 14</a:t>
            </a:r>
          </a:p>
          <a:p>
            <a:pPr rtl="0">
              <a:lnSpc>
                <a:spcPts val="1800"/>
              </a:lnSpc>
            </a:pPr>
            <a:r>
              <a:rPr lang="nl-NL" sz="1600" b="0" i="0" u="none" strike="noStrike" kern="1200" baseline="30000">
                <a:solidFill>
                  <a:srgbClr val="FFFFFF"/>
                </a:solidFill>
                <a:latin typeface=""/>
                <a:ea typeface="+mn-ea"/>
                <a:cs typeface="+mn-cs"/>
              </a:rPr>
              <a:t>8200 Brugge</a:t>
            </a: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endParaRPr lang="nl-NL" sz="1600" b="1" i="0" u="none" strike="noStrike" kern="1200" baseline="30000">
              <a:solidFill>
                <a:srgbClr val="FFFFFF"/>
              </a:solidFill>
              <a:latin typeface=""/>
              <a:ea typeface="+mn-ea"/>
              <a:cs typeface="+mn-cs"/>
            </a:endParaRPr>
          </a:p>
          <a:p>
            <a:pPr rtl="0">
              <a:lnSpc>
                <a:spcPts val="1800"/>
              </a:lnSpc>
            </a:pPr>
            <a:r>
              <a:rPr lang="nl-NL" sz="1600" b="1" i="0" u="none" strike="noStrike" kern="1200" baseline="30000">
                <a:solidFill>
                  <a:srgbClr val="FFFFFF"/>
                </a:solidFill>
                <a:latin typeface=""/>
                <a:ea typeface="+mn-ea"/>
                <a:cs typeface="+mn-cs"/>
              </a:rPr>
              <a:t>IEPER</a:t>
            </a:r>
          </a:p>
          <a:p>
            <a:pPr rtl="0">
              <a:lnSpc>
                <a:spcPts val="1800"/>
              </a:lnSpc>
            </a:pPr>
            <a:r>
              <a:rPr lang="nl-NL" sz="1600" b="0" i="0" u="none" strike="noStrike" kern="1200" baseline="30000">
                <a:solidFill>
                  <a:srgbClr val="FFFFFF"/>
                </a:solidFill>
                <a:latin typeface=""/>
                <a:ea typeface="+mn-ea"/>
                <a:cs typeface="+mn-cs"/>
              </a:rPr>
              <a:t>Grachtstraat 13-1A</a:t>
            </a:r>
          </a:p>
          <a:p>
            <a:pPr rtl="0">
              <a:lnSpc>
                <a:spcPts val="1800"/>
              </a:lnSpc>
            </a:pPr>
            <a:r>
              <a:rPr lang="it-IT" sz="1600" b="0" i="0" u="none" strike="noStrike" kern="1200" baseline="30000">
                <a:solidFill>
                  <a:srgbClr val="FFFFFF"/>
                </a:solidFill>
                <a:latin typeface=""/>
                <a:ea typeface="+mn-ea"/>
                <a:cs typeface="+mn-cs"/>
              </a:rPr>
              <a:t>8900 </a:t>
            </a:r>
            <a:r>
              <a:rPr lang="it-IT" sz="1600" b="0" i="0" u="none" strike="noStrike" kern="1200" baseline="30000" err="1">
                <a:solidFill>
                  <a:srgbClr val="FFFFFF"/>
                </a:solidFill>
                <a:latin typeface=""/>
                <a:ea typeface="+mn-ea"/>
                <a:cs typeface="+mn-cs"/>
              </a:rPr>
              <a:t>Ieper</a:t>
            </a:r>
            <a:endParaRPr lang="it-IT" sz="1600" b="0" i="0" u="none" strike="noStrike" kern="1200" baseline="30000">
              <a:solidFill>
                <a:srgbClr val="FFFFFF"/>
              </a:solidFill>
              <a:latin typeface=""/>
              <a:ea typeface="+mn-ea"/>
              <a:cs typeface="+mn-cs"/>
            </a:endParaRPr>
          </a:p>
          <a:p>
            <a:pPr rtl="0">
              <a:lnSpc>
                <a:spcPts val="1800"/>
              </a:lnSpc>
            </a:pPr>
            <a:endParaRPr lang="it-IT" sz="1600" b="1"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KORTRIJK</a:t>
            </a:r>
          </a:p>
          <a:p>
            <a:pPr rtl="0">
              <a:lnSpc>
                <a:spcPts val="1800"/>
              </a:lnSpc>
            </a:pPr>
            <a:r>
              <a:rPr lang="it-IT" sz="1600" b="0" i="0" u="none" strike="noStrike" kern="1200" baseline="30000" err="1">
                <a:solidFill>
                  <a:srgbClr val="FFFFFF"/>
                </a:solidFill>
                <a:latin typeface=""/>
                <a:ea typeface="+mn-ea"/>
                <a:cs typeface="+mn-cs"/>
              </a:rPr>
              <a:t>Doorniksesteenweg</a:t>
            </a:r>
            <a:r>
              <a:rPr lang="it-IT" sz="1600" b="0" i="0" u="none" strike="noStrike" kern="1200" baseline="30000">
                <a:solidFill>
                  <a:srgbClr val="FFFFFF"/>
                </a:solidFill>
                <a:latin typeface=""/>
                <a:ea typeface="+mn-ea"/>
                <a:cs typeface="+mn-cs"/>
              </a:rPr>
              <a:t> 220</a:t>
            </a:r>
          </a:p>
          <a:p>
            <a:pPr rtl="0">
              <a:lnSpc>
                <a:spcPts val="1800"/>
              </a:lnSpc>
            </a:pPr>
            <a:r>
              <a:rPr lang="it-IT" sz="1600" b="0" i="0" u="none" strike="noStrike" kern="1200" baseline="30000">
                <a:solidFill>
                  <a:srgbClr val="FFFFFF"/>
                </a:solidFill>
                <a:latin typeface=""/>
                <a:ea typeface="+mn-ea"/>
                <a:cs typeface="+mn-cs"/>
              </a:rPr>
              <a:t>8500 </a:t>
            </a:r>
            <a:r>
              <a:rPr lang="it-IT" sz="1600" b="0" i="0" u="none" strike="noStrike" kern="1200" baseline="30000" err="1">
                <a:solidFill>
                  <a:srgbClr val="FFFFFF"/>
                </a:solidFill>
                <a:latin typeface=""/>
                <a:ea typeface="+mn-ea"/>
                <a:cs typeface="+mn-cs"/>
              </a:rPr>
              <a:t>Kortrijk</a:t>
            </a:r>
            <a:endParaRPr lang="nl-NL" sz="1600" cap="all" spc="200">
              <a:solidFill>
                <a:srgbClr val="FFFFFF"/>
              </a:solidFill>
              <a:latin typeface=""/>
            </a:endParaRPr>
          </a:p>
        </p:txBody>
      </p:sp>
      <p:sp>
        <p:nvSpPr>
          <p:cNvPr id="11" name="Tekstvak 10"/>
          <p:cNvSpPr txBox="1"/>
          <p:nvPr userDrawn="1"/>
        </p:nvSpPr>
        <p:spPr>
          <a:xfrm>
            <a:off x="3175000" y="2819400"/>
            <a:ext cx="2286000" cy="2851208"/>
          </a:xfrm>
          <a:prstGeom prst="rect">
            <a:avLst/>
          </a:prstGeom>
          <a:noFill/>
        </p:spPr>
        <p:txBody>
          <a:bodyPr wrap="square" rtlCol="0">
            <a:spAutoFit/>
          </a:bodyPr>
          <a:lstStyle/>
          <a:p>
            <a:pPr rtl="0">
              <a:lnSpc>
                <a:spcPts val="1800"/>
              </a:lnSpc>
            </a:pPr>
            <a:r>
              <a:rPr lang="it-IT" sz="1600" b="1" i="0" u="none" strike="noStrike" kern="1200" baseline="30000">
                <a:solidFill>
                  <a:srgbClr val="FFFFFF"/>
                </a:solidFill>
                <a:latin typeface=""/>
                <a:ea typeface="+mn-ea"/>
                <a:cs typeface="+mn-cs"/>
              </a:rPr>
              <a:t>OOSTENDE</a:t>
            </a:r>
          </a:p>
          <a:p>
            <a:pPr rtl="0">
              <a:lnSpc>
                <a:spcPts val="1800"/>
              </a:lnSpc>
            </a:pPr>
            <a:r>
              <a:rPr lang="it-IT" sz="1600" b="0" i="0" u="none" strike="noStrike" kern="1200" baseline="30000" err="1">
                <a:solidFill>
                  <a:srgbClr val="FFFFFF"/>
                </a:solidFill>
                <a:latin typeface=""/>
                <a:ea typeface="+mn-ea"/>
                <a:cs typeface="+mn-cs"/>
              </a:rPr>
              <a:t>Industriezone</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err="1">
                <a:solidFill>
                  <a:srgbClr val="FFFFFF"/>
                </a:solidFill>
                <a:latin typeface=""/>
                <a:ea typeface="+mn-ea"/>
                <a:cs typeface="+mn-cs"/>
              </a:rPr>
              <a:t>Zandvoordeschorredijkstraat</a:t>
            </a:r>
            <a:r>
              <a:rPr lang="it-IT" sz="1600" b="0" i="0" u="none" strike="noStrike" kern="1200" baseline="30000">
                <a:solidFill>
                  <a:srgbClr val="FFFFFF"/>
                </a:solidFill>
                <a:latin typeface=""/>
                <a:ea typeface="+mn-ea"/>
                <a:cs typeface="+mn-cs"/>
              </a:rPr>
              <a:t> 73</a:t>
            </a:r>
          </a:p>
          <a:p>
            <a:pPr rtl="0">
              <a:lnSpc>
                <a:spcPts val="1800"/>
              </a:lnSpc>
            </a:pPr>
            <a:r>
              <a:rPr lang="it-IT" sz="1600" b="0" i="0" u="none" strike="noStrike" kern="1200" baseline="30000">
                <a:solidFill>
                  <a:srgbClr val="FFFFFF"/>
                </a:solidFill>
                <a:latin typeface=""/>
                <a:ea typeface="+mn-ea"/>
                <a:cs typeface="+mn-cs"/>
              </a:rPr>
              <a:t>8400 </a:t>
            </a:r>
            <a:r>
              <a:rPr lang="it-IT" sz="1600" b="0" i="0" u="none" strike="noStrike" kern="1200" baseline="30000" err="1">
                <a:solidFill>
                  <a:srgbClr val="FFFFFF"/>
                </a:solidFill>
                <a:latin typeface=""/>
                <a:ea typeface="+mn-ea"/>
                <a:cs typeface="+mn-cs"/>
              </a:rPr>
              <a:t>Oostende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ROESELARE</a:t>
            </a:r>
          </a:p>
          <a:p>
            <a:pPr rtl="0">
              <a:lnSpc>
                <a:spcPts val="1800"/>
              </a:lnSpc>
            </a:pPr>
            <a:r>
              <a:rPr lang="it-IT" sz="1600" b="0" i="0" u="none" strike="noStrike" kern="1200" baseline="30000" err="1">
                <a:solidFill>
                  <a:srgbClr val="FFFFFF"/>
                </a:solidFill>
                <a:latin typeface=""/>
                <a:ea typeface="+mn-ea"/>
                <a:cs typeface="+mn-cs"/>
              </a:rPr>
              <a:t>Oostnieuwkerksesteenweg</a:t>
            </a:r>
            <a:r>
              <a:rPr lang="it-IT" sz="1600" b="0" i="0" u="none" strike="noStrike" kern="1200" baseline="30000">
                <a:solidFill>
                  <a:srgbClr val="FFFFFF"/>
                </a:solidFill>
                <a:latin typeface=""/>
                <a:ea typeface="+mn-ea"/>
                <a:cs typeface="+mn-cs"/>
              </a:rPr>
              <a:t> 111</a:t>
            </a:r>
          </a:p>
          <a:p>
            <a:pPr rtl="0">
              <a:lnSpc>
                <a:spcPts val="1800"/>
              </a:lnSpc>
            </a:pPr>
            <a:r>
              <a:rPr lang="it-IT" sz="1600" b="0" i="0" u="none" strike="noStrike" kern="1200" baseline="30000">
                <a:solidFill>
                  <a:srgbClr val="FFFFFF"/>
                </a:solidFill>
                <a:latin typeface=""/>
                <a:ea typeface="+mn-ea"/>
                <a:cs typeface="+mn-cs"/>
              </a:rPr>
              <a:t>8800 </a:t>
            </a:r>
            <a:r>
              <a:rPr lang="it-IT" sz="1600" b="0" i="0" u="none" strike="noStrike" kern="1200" baseline="30000" err="1">
                <a:solidFill>
                  <a:srgbClr val="FFFFFF"/>
                </a:solidFill>
                <a:latin typeface=""/>
                <a:ea typeface="+mn-ea"/>
                <a:cs typeface="+mn-cs"/>
              </a:rPr>
              <a:t>Roeselare</a:t>
            </a:r>
            <a:endParaRPr lang="it-IT" sz="1600" b="0" i="0" u="none" strike="noStrike" kern="1200" baseline="30000">
              <a:solidFill>
                <a:srgbClr val="FFFFFF"/>
              </a:solidFill>
              <a:latin typeface=""/>
              <a:ea typeface="+mn-ea"/>
              <a:cs typeface="+mn-cs"/>
            </a:endParaRPr>
          </a:p>
          <a:p>
            <a:pPr rtl="0">
              <a:lnSpc>
                <a:spcPts val="1800"/>
              </a:lnSpc>
            </a:pPr>
            <a:endParaRPr lang="it-IT" sz="1600" b="0" i="0" u="none" strike="noStrike" kern="1200" baseline="30000">
              <a:solidFill>
                <a:srgbClr val="FFFFFF"/>
              </a:solidFill>
              <a:latin typeface=""/>
              <a:ea typeface="+mn-ea"/>
              <a:cs typeface="+mn-cs"/>
            </a:endParaRPr>
          </a:p>
          <a:p>
            <a:pPr rtl="0">
              <a:lnSpc>
                <a:spcPts val="1800"/>
              </a:lnSpc>
            </a:pPr>
            <a:r>
              <a:rPr lang="it-IT" sz="1600" b="1" i="0" u="none" strike="noStrike" kern="1200" baseline="30000">
                <a:solidFill>
                  <a:srgbClr val="FFFFFF"/>
                </a:solidFill>
                <a:latin typeface=""/>
                <a:ea typeface="+mn-ea"/>
                <a:cs typeface="+mn-cs"/>
              </a:rPr>
              <a:t>VEURNE</a:t>
            </a:r>
          </a:p>
          <a:p>
            <a:pPr rtl="0">
              <a:lnSpc>
                <a:spcPts val="1800"/>
              </a:lnSpc>
            </a:pPr>
            <a:r>
              <a:rPr lang="it-IT" sz="1600" b="0" i="0" u="none" strike="noStrike" kern="1200" baseline="30000" err="1">
                <a:solidFill>
                  <a:srgbClr val="FFFFFF"/>
                </a:solidFill>
                <a:latin typeface=""/>
                <a:ea typeface="+mn-ea"/>
                <a:cs typeface="+mn-cs"/>
              </a:rPr>
              <a:t>Sint-Idesbaldusstraat</a:t>
            </a:r>
            <a:r>
              <a:rPr lang="it-IT" sz="1600" b="0" i="0" u="none" strike="noStrike" kern="1200" baseline="30000">
                <a:solidFill>
                  <a:srgbClr val="FFFFFF"/>
                </a:solidFill>
                <a:latin typeface=""/>
                <a:ea typeface="+mn-ea"/>
                <a:cs typeface="+mn-cs"/>
              </a:rPr>
              <a:t> 2</a:t>
            </a:r>
          </a:p>
          <a:p>
            <a:pPr rtl="0">
              <a:lnSpc>
                <a:spcPts val="1800"/>
              </a:lnSpc>
            </a:pPr>
            <a:r>
              <a:rPr lang="it-IT" sz="1600" b="0" i="0" u="none" strike="noStrike" kern="1200" baseline="30000">
                <a:solidFill>
                  <a:srgbClr val="FFFFFF"/>
                </a:solidFill>
                <a:latin typeface=""/>
                <a:ea typeface="+mn-ea"/>
                <a:cs typeface="+mn-cs"/>
              </a:rPr>
              <a:t>8630 </a:t>
            </a:r>
            <a:r>
              <a:rPr lang="it-IT" sz="1600" b="0" i="0" u="none" strike="noStrike" kern="1200" baseline="30000" err="1">
                <a:solidFill>
                  <a:srgbClr val="FFFFFF"/>
                </a:solidFill>
                <a:latin typeface=""/>
                <a:ea typeface="+mn-ea"/>
                <a:cs typeface="+mn-cs"/>
              </a:rPr>
              <a:t>Veurne</a:t>
            </a:r>
            <a:endParaRPr lang="nl-NL" sz="1600" cap="all" spc="200">
              <a:solidFill>
                <a:srgbClr val="FFFFFF"/>
              </a:solidFill>
              <a:latin typeface=""/>
            </a:endParaRPr>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356600" y="5951322"/>
            <a:ext cx="1447800" cy="1341286"/>
          </a:xfrm>
          <a:prstGeom prst="rect">
            <a:avLst/>
          </a:prstGeom>
        </p:spPr>
      </p:pic>
    </p:spTree>
    <p:extLst>
      <p:ext uri="{BB962C8B-B14F-4D97-AF65-F5344CB8AC3E}">
        <p14:creationId xmlns:p14="http://schemas.microsoft.com/office/powerpoint/2010/main" val="4128896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344638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9"/>
          <a:stretch>
            <a:fillRect/>
          </a:stretch>
        </a:blip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5" r:id="rId1"/>
    <p:sldLayoutId id="2147483662" r:id="rId2"/>
    <p:sldLayoutId id="2147483670" r:id="rId3"/>
    <p:sldLayoutId id="2147483667" r:id="rId4"/>
    <p:sldLayoutId id="2147483663" r:id="rId5"/>
    <p:sldLayoutId id="2147483666" r:id="rId6"/>
    <p:sldLayoutId id="2147483668" r:id="rId7"/>
  </p:sldLayoutIdLst>
  <p:hf hdr="0" ftr="0" dt="0"/>
  <p:txStyles>
    <p:titleStyle>
      <a:lvl1pPr algn="l" eaLnBrk="1" hangingPunct="1">
        <a:defRPr sz="1400" b="0" i="1" u="none">
          <a:solidFill>
            <a:schemeClr val="bg1"/>
          </a:solidFill>
          <a:latin typeface="+mj-lt"/>
          <a:ea typeface="+mj-ea"/>
          <a:cs typeface="+mj-cs"/>
        </a:defRPr>
      </a:lvl1pPr>
    </p:titleStyle>
    <p:bodyStyle>
      <a:lvl1pPr marL="0" algn="l" eaLnBrk="1" hangingPunct="1">
        <a:defRPr sz="3200" b="1" i="0" cap="all">
          <a:solidFill>
            <a:schemeClr val="bg1"/>
          </a:solidFill>
          <a:latin typeface=""/>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Schatting</a:t>
            </a:r>
          </a:p>
          <a:p>
            <a:r>
              <a:rPr lang="en-GB"/>
              <a:t>2 </a:t>
            </a:r>
            <a:r>
              <a:rPr lang="en-GB" err="1"/>
              <a:t>werkuur</a:t>
            </a:r>
            <a:endParaRPr lang="en-US"/>
          </a:p>
        </p:txBody>
      </p:sp>
      <p:sp>
        <p:nvSpPr>
          <p:cNvPr id="3" name="Text Placeholder 2"/>
          <p:cNvSpPr>
            <a:spLocks noGrp="1"/>
          </p:cNvSpPr>
          <p:nvPr>
            <p:ph type="body" sz="quarter" idx="11"/>
          </p:nvPr>
        </p:nvSpPr>
        <p:spPr/>
        <p:txBody>
          <a:bodyPr/>
          <a:lstStyle/>
          <a:p>
            <a:r>
              <a:rPr lang="en-GB"/>
              <a:t>Software Testen Schatten</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1</a:t>
            </a:fld>
            <a:endParaRPr lang="en-US"/>
          </a:p>
        </p:txBody>
      </p:sp>
    </p:spTree>
    <p:extLst>
      <p:ext uri="{BB962C8B-B14F-4D97-AF65-F5344CB8AC3E}">
        <p14:creationId xmlns:p14="http://schemas.microsoft.com/office/powerpoint/2010/main" val="15459469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69E7DB9-751C-48EC-983D-52B958C4760E}"/>
              </a:ext>
            </a:extLst>
          </p:cNvPr>
          <p:cNvSpPr>
            <a:spLocks noGrp="1"/>
          </p:cNvSpPr>
          <p:nvPr>
            <p:ph type="sldNum" sz="quarter" idx="7"/>
          </p:nvPr>
        </p:nvSpPr>
        <p:spPr/>
        <p:txBody>
          <a:bodyPr/>
          <a:lstStyle/>
          <a:p>
            <a:fld id="{B6F15528-21DE-4FAA-801E-634DDDAF4B2B}" type="slidenum">
              <a:rPr lang="en-US" smtClean="0"/>
              <a:t>2</a:t>
            </a:fld>
            <a:endParaRPr lang="en-US"/>
          </a:p>
        </p:txBody>
      </p:sp>
    </p:spTree>
    <p:extLst>
      <p:ext uri="{BB962C8B-B14F-4D97-AF65-F5344CB8AC3E}">
        <p14:creationId xmlns:p14="http://schemas.microsoft.com/office/powerpoint/2010/main" val="17371913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0B846A6-E764-42DF-B68E-3CCE3C4B997E}"/>
              </a:ext>
            </a:extLst>
          </p:cNvPr>
          <p:cNvSpPr>
            <a:spLocks noGrp="1"/>
          </p:cNvSpPr>
          <p:nvPr>
            <p:ph type="body" sz="quarter" idx="10"/>
          </p:nvPr>
        </p:nvSpPr>
        <p:spPr/>
        <p:txBody>
          <a:bodyPr/>
          <a:lstStyle/>
          <a:p>
            <a:r>
              <a:rPr lang="en-GB"/>
              <a:t>Vincent@CopyPaste.be</a:t>
            </a:r>
          </a:p>
          <a:p>
            <a:r>
              <a:rPr lang="en-GB"/>
              <a:t>VincentVanDeWalle@digi4u.be</a:t>
            </a:r>
          </a:p>
          <a:p>
            <a:endParaRPr lang="en-GB"/>
          </a:p>
          <a:p>
            <a:endParaRPr lang="en-GB"/>
          </a:p>
          <a:p>
            <a:r>
              <a:rPr lang="en-GB"/>
              <a:t>+32 (0) 475 / 97.63.80</a:t>
            </a:r>
          </a:p>
        </p:txBody>
      </p:sp>
      <p:sp>
        <p:nvSpPr>
          <p:cNvPr id="3" name="Text Placeholder 2">
            <a:extLst>
              <a:ext uri="{FF2B5EF4-FFF2-40B4-BE49-F238E27FC236}">
                <a16:creationId xmlns:a16="http://schemas.microsoft.com/office/drawing/2014/main" id="{0E0BDE6D-4BEE-43F8-87A1-8105663D5D2A}"/>
              </a:ext>
            </a:extLst>
          </p:cNvPr>
          <p:cNvSpPr>
            <a:spLocks noGrp="1"/>
          </p:cNvSpPr>
          <p:nvPr>
            <p:ph type="body" sz="quarter" idx="11"/>
          </p:nvPr>
        </p:nvSpPr>
        <p:spPr/>
        <p:txBody>
          <a:bodyPr/>
          <a:lstStyle/>
          <a:p>
            <a:r>
              <a:rPr lang="en-GB"/>
              <a:t>Vincent Van De Walle</a:t>
            </a:r>
            <a:endParaRPr lang="en-US"/>
          </a:p>
        </p:txBody>
      </p:sp>
    </p:spTree>
    <p:extLst>
      <p:ext uri="{BB962C8B-B14F-4D97-AF65-F5344CB8AC3E}">
        <p14:creationId xmlns:p14="http://schemas.microsoft.com/office/powerpoint/2010/main" val="19215756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Schattingen zijn onafhankelijk van objectieven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4</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Als het dat niet is, dan vraag je om problemen.</a:t>
            </a:r>
          </a:p>
          <a:p>
            <a:pPr lvl="1"/>
            <a:r>
              <a:rPr lang="en-GB"/>
              <a:t>Je mag nooit schattingen laten afhangen van de belangrijkheid van een item / taak / User Story.</a:t>
            </a:r>
          </a:p>
          <a:p>
            <a:pPr lvl="1"/>
            <a:endParaRPr lang="en-GB"/>
          </a:p>
          <a:p>
            <a:r>
              <a:rPr lang="en-GB"/>
              <a:t>Als de schattingen te hoog zijn, om de objectieven uit te voeren, dan moet je de belangrijkheid laten spelen</a:t>
            </a:r>
          </a:p>
          <a:p>
            <a:pPr lvl="1"/>
            <a:r>
              <a:rPr lang="en-GB"/>
              <a:t>Niet omgekeerd</a:t>
            </a:r>
          </a:p>
          <a:p>
            <a:pPr lvl="1"/>
            <a:r>
              <a:rPr lang="en-GB"/>
              <a:t>Schattingen nooit aanpassen aan de objectieven</a:t>
            </a:r>
          </a:p>
          <a:p>
            <a:endParaRPr lang="en-GB"/>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182266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Schattingen zijn onafhankelijk van objectieven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endParaRPr lang="en-GB"/>
          </a:p>
        </p:txBody>
      </p:sp>
      <p:sp>
        <p:nvSpPr>
          <p:cNvPr id="5" name="AutoShape 2" descr="Evaluating Objectives">
            <a:extLst>
              <a:ext uri="{FF2B5EF4-FFF2-40B4-BE49-F238E27FC236}">
                <a16:creationId xmlns:a16="http://schemas.microsoft.com/office/drawing/2014/main" id="{72DC91F9-0F25-4755-B1B7-22ACB713DBFD}"/>
              </a:ext>
            </a:extLst>
          </p:cNvPr>
          <p:cNvSpPr>
            <a:spLocks noChangeAspect="1" noChangeArrowheads="1"/>
          </p:cNvSpPr>
          <p:nvPr/>
        </p:nvSpPr>
        <p:spPr bwMode="auto">
          <a:xfrm>
            <a:off x="4927600" y="3657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a:extLst>
              <a:ext uri="{FF2B5EF4-FFF2-40B4-BE49-F238E27FC236}">
                <a16:creationId xmlns:a16="http://schemas.microsoft.com/office/drawing/2014/main" id="{3DEB864B-2428-4837-AD3E-53190E69DF9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27672" y="1433513"/>
            <a:ext cx="5316674" cy="4918358"/>
          </a:xfrm>
          <a:prstGeom prst="rect">
            <a:avLst/>
          </a:prstGeom>
        </p:spPr>
      </p:pic>
    </p:spTree>
    <p:extLst>
      <p:ext uri="{BB962C8B-B14F-4D97-AF65-F5344CB8AC3E}">
        <p14:creationId xmlns:p14="http://schemas.microsoft.com/office/powerpoint/2010/main" val="2109171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Waarom User Stories in Story Punten?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6</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Je weet niet wie het gaat doen.</a:t>
            </a:r>
          </a:p>
          <a:p>
            <a:pPr lvl="1"/>
            <a:r>
              <a:rPr lang="en-GB"/>
              <a:t>Het voorbeeld met Excel totalen.</a:t>
            </a:r>
          </a:p>
          <a:p>
            <a:pPr lvl="1"/>
            <a:r>
              <a:rPr lang="en-GB"/>
              <a:t>Het voorbeeld van de landen.</a:t>
            </a:r>
          </a:p>
          <a:p>
            <a:pPr lvl="1"/>
            <a:r>
              <a:rPr lang="en-GB"/>
              <a:t>Het schilderen van de vier kamers.</a:t>
            </a:r>
          </a:p>
          <a:p>
            <a:pPr lvl="1"/>
            <a:r>
              <a:rPr lang="en-GB"/>
              <a:t>Senior – Junior in een bepaald kennis gebied.</a:t>
            </a:r>
          </a:p>
          <a:p>
            <a:pPr marL="457200" lvl="1" indent="0">
              <a:buNone/>
            </a:pPr>
            <a:endParaRPr lang="en-GB"/>
          </a:p>
          <a:p>
            <a:r>
              <a:rPr lang="en-GB"/>
              <a:t>0, ½, 1, 2, 3, 5, 8, 13, 20, 40, 100, infinity, Tas koffie</a:t>
            </a:r>
          </a:p>
          <a:p>
            <a:pPr lvl="1"/>
            <a:r>
              <a:rPr lang="en-GB"/>
              <a:t>Waarom deze cijfers?</a:t>
            </a:r>
          </a:p>
          <a:p>
            <a:pPr lvl="1"/>
            <a:r>
              <a:rPr lang="en-GB"/>
              <a:t>Je vermijdt dat je exact zou willen schatten.</a:t>
            </a:r>
          </a:p>
          <a:p>
            <a:pPr lvl="1"/>
            <a:r>
              <a:rPr lang="en-GB"/>
              <a:t>Het team creert voor zichzelf een marge.</a:t>
            </a:r>
            <a:endParaRPr lang="en-US"/>
          </a:p>
        </p:txBody>
      </p:sp>
    </p:spTree>
    <p:extLst>
      <p:ext uri="{BB962C8B-B14F-4D97-AF65-F5344CB8AC3E}">
        <p14:creationId xmlns:p14="http://schemas.microsoft.com/office/powerpoint/2010/main" val="55099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Waarom taken in uren?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7</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Als een taak geassigneerd wordt, weet je wie het gaat doen.</a:t>
            </a:r>
          </a:p>
          <a:p>
            <a:pPr lvl="1"/>
            <a:r>
              <a:rPr lang="en-GB"/>
              <a:t>En dan kun je beter schatten</a:t>
            </a:r>
          </a:p>
          <a:p>
            <a:pPr lvl="1"/>
            <a:r>
              <a:rPr lang="en-GB"/>
              <a:t>Een taak heeft een kleinere grootte orde dan een User Story.</a:t>
            </a:r>
          </a:p>
          <a:p>
            <a:pPr lvl="1"/>
            <a:r>
              <a:rPr lang="en-GB"/>
              <a:t>Val niet in de valkuil van repetitief werk:</a:t>
            </a:r>
          </a:p>
          <a:p>
            <a:pPr lvl="2"/>
            <a:r>
              <a:rPr lang="en-GB"/>
              <a:t>In software bestaat dat niet.</a:t>
            </a:r>
          </a:p>
          <a:p>
            <a:pPr lvl="2"/>
            <a:r>
              <a:rPr lang="en-GB"/>
              <a:t>Als het wel  bestaat, ben je geen goede software aan het schrijven.</a:t>
            </a:r>
          </a:p>
          <a:p>
            <a:pPr lvl="2"/>
            <a:r>
              <a:rPr lang="en-GB"/>
              <a:t>Een herkenbaar voorbeeld.</a:t>
            </a:r>
          </a:p>
          <a:p>
            <a:pPr lvl="3"/>
            <a:r>
              <a:rPr lang="en-GB"/>
              <a:t>Lezen, toevoegen, wijzigen, verwijderen van iets.</a:t>
            </a:r>
          </a:p>
        </p:txBody>
      </p:sp>
    </p:spTree>
    <p:extLst>
      <p:ext uri="{BB962C8B-B14F-4D97-AF65-F5344CB8AC3E}">
        <p14:creationId xmlns:p14="http://schemas.microsoft.com/office/powerpoint/2010/main" val="4121943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Waarom werken we iets 90% af</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8</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Niemand houdt van de puntjes op de “I” te zetten</a:t>
            </a:r>
          </a:p>
          <a:p>
            <a:pPr lvl="1"/>
            <a:r>
              <a:rPr lang="en-GB"/>
              <a:t>Dit is enorm tijdrovend.</a:t>
            </a:r>
          </a:p>
          <a:p>
            <a:pPr lvl="1"/>
            <a:r>
              <a:rPr lang="en-GB"/>
              <a:t>Je krijgt de indruk dat dit geen “value” oplevert.</a:t>
            </a:r>
          </a:p>
          <a:p>
            <a:pPr lvl="1"/>
            <a:endParaRPr lang="en-GB"/>
          </a:p>
          <a:p>
            <a:r>
              <a:rPr lang="en-GB"/>
              <a:t>Dit is 1 van de “Wastes” uit Lean</a:t>
            </a:r>
          </a:p>
          <a:p>
            <a:pPr lvl="1"/>
            <a:r>
              <a:rPr lang="en-GB"/>
              <a:t>Onafgewerkte items.</a:t>
            </a:r>
          </a:p>
          <a:p>
            <a:pPr lvl="1"/>
            <a:r>
              <a:rPr lang="en-GB"/>
              <a:t>Hoe kleiner de taak, hoe kleiner de kans dat iets niet wordt afgewerkt.</a:t>
            </a:r>
          </a:p>
          <a:p>
            <a:pPr lvl="1"/>
            <a:r>
              <a:rPr lang="en-GB"/>
              <a:t>Hoe kleiner de User Story, hoe kleiner de kans dat iets niet wordt afgewerkt.</a:t>
            </a:r>
          </a:p>
          <a:p>
            <a:pPr lvl="1"/>
            <a:endParaRPr lang="en-GB"/>
          </a:p>
        </p:txBody>
      </p:sp>
    </p:spTree>
    <p:extLst>
      <p:ext uri="{BB962C8B-B14F-4D97-AF65-F5344CB8AC3E}">
        <p14:creationId xmlns:p14="http://schemas.microsoft.com/office/powerpoint/2010/main" val="156184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Waarom schatten we fout?</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9</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We vergelijken met andere taken.</a:t>
            </a:r>
          </a:p>
          <a:p>
            <a:pPr lvl="1"/>
            <a:r>
              <a:rPr lang="en-GB"/>
              <a:t>Dit is enorm tijdrovend.</a:t>
            </a:r>
          </a:p>
          <a:p>
            <a:pPr lvl="1"/>
            <a:r>
              <a:rPr lang="en-GB"/>
              <a:t>Je krijgt de indruk dat dit geen “value” oplevert.</a:t>
            </a:r>
          </a:p>
          <a:p>
            <a:pPr lvl="1"/>
            <a:endParaRPr lang="en-GB"/>
          </a:p>
          <a:p>
            <a:r>
              <a:rPr lang="en-GB"/>
              <a:t>We gaan ervan uit dat er geen problemen gaan opduiken.</a:t>
            </a:r>
          </a:p>
          <a:p>
            <a:pPr lvl="1"/>
            <a:r>
              <a:rPr lang="en-GB"/>
              <a:t>Iedereen liegt (of vertelt halve waarheden)</a:t>
            </a:r>
          </a:p>
          <a:p>
            <a:pPr lvl="1"/>
            <a:r>
              <a:rPr lang="en-GB"/>
              <a:t>Iedereen is altijd veel te optimistisch</a:t>
            </a:r>
          </a:p>
          <a:p>
            <a:pPr lvl="1"/>
            <a:r>
              <a:rPr lang="en-GB"/>
              <a:t>De MVP ontwijkt alle problemen</a:t>
            </a:r>
          </a:p>
          <a:p>
            <a:pPr lvl="2"/>
            <a:r>
              <a:rPr lang="en-GB"/>
              <a:t>En dan beginnen de problemen</a:t>
            </a:r>
          </a:p>
          <a:p>
            <a:pPr lvl="2"/>
            <a:endParaRPr lang="en-GB"/>
          </a:p>
          <a:p>
            <a:r>
              <a:rPr lang="en-GB"/>
              <a:t>Business / FA vertelt nooit het volledige verhaal.</a:t>
            </a:r>
          </a:p>
          <a:p>
            <a:pPr lvl="1"/>
            <a:r>
              <a:rPr lang="en-GB"/>
              <a:t>Men ziet een demo en men denkt: “het werkt”.</a:t>
            </a:r>
          </a:p>
          <a:p>
            <a:pPr lvl="1"/>
            <a:endParaRPr lang="en-GB"/>
          </a:p>
          <a:p>
            <a:pPr lvl="1"/>
            <a:endParaRPr lang="en-GB"/>
          </a:p>
        </p:txBody>
      </p:sp>
    </p:spTree>
    <p:extLst>
      <p:ext uri="{BB962C8B-B14F-4D97-AF65-F5344CB8AC3E}">
        <p14:creationId xmlns:p14="http://schemas.microsoft.com/office/powerpoint/2010/main" val="1972301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De toekomst is altijd beter dan het verleden</a:t>
            </a:r>
            <a:br>
              <a:rPr lang="en-GB"/>
            </a:br>
            <a:r>
              <a:rPr lang="en-GB"/>
              <a:t>Het verleden is altijd beter dan de toekomst</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endParaRPr lang="en-US"/>
          </a:p>
          <a:p>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a:xfrm>
            <a:off x="401277" y="1721768"/>
            <a:ext cx="9296400" cy="5184775"/>
          </a:xfrm>
        </p:spPr>
        <p:txBody>
          <a:bodyPr/>
          <a:lstStyle/>
          <a:p>
            <a:r>
              <a:rPr lang="en-GB"/>
              <a:t>No way.</a:t>
            </a:r>
          </a:p>
          <a:p>
            <a:pPr lvl="1"/>
            <a:r>
              <a:rPr lang="en-GB"/>
              <a:t>Je krijgt gewoon andere problemen.</a:t>
            </a:r>
          </a:p>
          <a:p>
            <a:pPr lvl="1"/>
            <a:r>
              <a:rPr lang="en-GB"/>
              <a:t>De problemen verschuiven (naar een andere functie / team).</a:t>
            </a:r>
          </a:p>
          <a:p>
            <a:pPr lvl="1"/>
            <a:endParaRPr lang="en-GB"/>
          </a:p>
          <a:p>
            <a:r>
              <a:rPr lang="en-GB"/>
              <a:t>De wet van behoud van ellende.</a:t>
            </a:r>
          </a:p>
          <a:p>
            <a:pPr lvl="1"/>
            <a:r>
              <a:rPr lang="en-GB"/>
              <a:t>Op het einde van de rit, komt het probleem bij de tester terecht.</a:t>
            </a:r>
          </a:p>
          <a:p>
            <a:pPr lvl="1"/>
            <a:r>
              <a:rPr lang="en-GB"/>
              <a:t>Of bij de persoon die software gebruikt.</a:t>
            </a:r>
          </a:p>
          <a:p>
            <a:pPr lvl="2"/>
            <a:endParaRPr lang="en-GB"/>
          </a:p>
          <a:p>
            <a:r>
              <a:rPr lang="en-GB"/>
              <a:t>Business / FA / Developers vertellen nooit het volledige verhaal.</a:t>
            </a:r>
          </a:p>
          <a:p>
            <a:pPr lvl="1"/>
            <a:r>
              <a:rPr lang="en-GB"/>
              <a:t>En soms een verschillende verhaal.</a:t>
            </a:r>
          </a:p>
          <a:p>
            <a:pPr lvl="1"/>
            <a:endParaRPr lang="en-GB"/>
          </a:p>
        </p:txBody>
      </p:sp>
    </p:spTree>
    <p:extLst>
      <p:ext uri="{BB962C8B-B14F-4D97-AF65-F5344CB8AC3E}">
        <p14:creationId xmlns:p14="http://schemas.microsoft.com/office/powerpoint/2010/main" val="3405106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gebeurt er met de schattingen?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11</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Bepalen van het budget.</a:t>
            </a:r>
          </a:p>
          <a:p>
            <a:pPr lvl="1"/>
            <a:r>
              <a:rPr lang="en-GB"/>
              <a:t>Tijd is geld, maar tijd is niet hetzelfde als geld.</a:t>
            </a:r>
          </a:p>
          <a:p>
            <a:pPr lvl="1"/>
            <a:endParaRPr lang="en-GB"/>
          </a:p>
          <a:p>
            <a:r>
              <a:rPr lang="en-GB"/>
              <a:t>Beslissen of iets doorgaat.</a:t>
            </a:r>
          </a:p>
          <a:p>
            <a:pPr lvl="1"/>
            <a:r>
              <a:rPr lang="en-GB"/>
              <a:t>Is het de moeite om het te doen? Kosten baten analyse.</a:t>
            </a:r>
          </a:p>
          <a:p>
            <a:pPr lvl="1"/>
            <a:endParaRPr lang="en-GB"/>
          </a:p>
          <a:p>
            <a:r>
              <a:rPr lang="en-GB"/>
              <a:t>Het gevaar van overschatten?</a:t>
            </a:r>
          </a:p>
          <a:p>
            <a:pPr lvl="1"/>
            <a:r>
              <a:rPr lang="en-GB"/>
              <a:t>Het zal minder kosten dan gedacht.</a:t>
            </a:r>
          </a:p>
          <a:p>
            <a:pPr lvl="1"/>
            <a:r>
              <a:rPr lang="en-GB"/>
              <a:t>Men doet iets niet omdat men het te hoog heeft ingeschat.</a:t>
            </a:r>
          </a:p>
          <a:p>
            <a:pPr lvl="1"/>
            <a:endParaRPr lang="en-GB"/>
          </a:p>
          <a:p>
            <a:r>
              <a:rPr lang="en-GB"/>
              <a:t>Het gevaar van onderschatten?</a:t>
            </a:r>
          </a:p>
          <a:p>
            <a:pPr lvl="1"/>
            <a:r>
              <a:rPr lang="en-GB"/>
              <a:t>Het zal meer kosten dan gedacht.</a:t>
            </a:r>
          </a:p>
          <a:p>
            <a:pPr lvl="1"/>
            <a:r>
              <a:rPr lang="en-GB"/>
              <a:t>Er is geen weg terug als men al gestart is. (de euro verkopen)</a:t>
            </a:r>
          </a:p>
          <a:p>
            <a:endParaRPr lang="en-GB"/>
          </a:p>
        </p:txBody>
      </p:sp>
    </p:spTree>
    <p:extLst>
      <p:ext uri="{BB962C8B-B14F-4D97-AF65-F5344CB8AC3E}">
        <p14:creationId xmlns:p14="http://schemas.microsoft.com/office/powerpoint/2010/main" val="214057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78B27C-CFC4-4786-8094-C2D051E73EEE}"/>
              </a:ext>
            </a:extLst>
          </p:cNvPr>
          <p:cNvSpPr>
            <a:spLocks noGrp="1"/>
          </p:cNvSpPr>
          <p:nvPr>
            <p:ph type="title"/>
          </p:nvPr>
        </p:nvSpPr>
        <p:spPr/>
        <p:txBody>
          <a:bodyPr/>
          <a:lstStyle/>
          <a:p>
            <a:r>
              <a:rPr lang="en-GB"/>
              <a:t>Hoe schatten?</a:t>
            </a:r>
            <a:endParaRPr lang="en-US"/>
          </a:p>
        </p:txBody>
      </p:sp>
      <p:sp>
        <p:nvSpPr>
          <p:cNvPr id="3" name="Slide Number Placeholder 2">
            <a:extLst>
              <a:ext uri="{FF2B5EF4-FFF2-40B4-BE49-F238E27FC236}">
                <a16:creationId xmlns:a16="http://schemas.microsoft.com/office/drawing/2014/main" id="{E3593CD6-33BB-4558-A79C-4BDA3817B362}"/>
              </a:ext>
            </a:extLst>
          </p:cNvPr>
          <p:cNvSpPr>
            <a:spLocks noGrp="1"/>
          </p:cNvSpPr>
          <p:nvPr>
            <p:ph type="sldNum" sz="quarter" idx="7"/>
          </p:nvPr>
        </p:nvSpPr>
        <p:spPr>
          <a:prstGeom prst="rect">
            <a:avLst/>
          </a:prstGeom>
        </p:spPr>
        <p:txBody>
          <a:bodyPr/>
          <a:lstStyle/>
          <a:p>
            <a:fld id="{B6F15528-21DE-4FAA-801E-634DDDAF4B2B}" type="slidenum">
              <a:rPr lang="en-US" smtClean="0"/>
              <a:pPr/>
              <a:t>12</a:t>
            </a:fld>
            <a:endParaRPr lang="en-US"/>
          </a:p>
        </p:txBody>
      </p:sp>
      <p:sp>
        <p:nvSpPr>
          <p:cNvPr id="6" name="Text Placeholder 5">
            <a:extLst>
              <a:ext uri="{FF2B5EF4-FFF2-40B4-BE49-F238E27FC236}">
                <a16:creationId xmlns:a16="http://schemas.microsoft.com/office/drawing/2014/main" id="{AEFF2ED3-0B57-43AC-8D70-47E35CCFDE18}"/>
              </a:ext>
            </a:extLst>
          </p:cNvPr>
          <p:cNvSpPr>
            <a:spLocks noGrp="1"/>
          </p:cNvSpPr>
          <p:nvPr>
            <p:ph type="body" sz="quarter" idx="10"/>
          </p:nvPr>
        </p:nvSpPr>
        <p:spPr/>
        <p:txBody>
          <a:bodyPr/>
          <a:lstStyle/>
          <a:p>
            <a:endParaRPr lang="en-US"/>
          </a:p>
        </p:txBody>
      </p:sp>
      <p:graphicFrame>
        <p:nvGraphicFramePr>
          <p:cNvPr id="7" name="Diagram 6">
            <a:extLst>
              <a:ext uri="{FF2B5EF4-FFF2-40B4-BE49-F238E27FC236}">
                <a16:creationId xmlns:a16="http://schemas.microsoft.com/office/drawing/2014/main" id="{964B221C-7546-4AC0-A53F-EEE77CFD8E62}"/>
              </a:ext>
            </a:extLst>
          </p:cNvPr>
          <p:cNvGraphicFramePr/>
          <p:nvPr>
            <p:extLst>
              <p:ext uri="{D42A27DB-BD31-4B8C-83A1-F6EECF244321}">
                <p14:modId xmlns:p14="http://schemas.microsoft.com/office/powerpoint/2010/main" val="1422707181"/>
              </p:ext>
            </p:extLst>
          </p:nvPr>
        </p:nvGraphicFramePr>
        <p:xfrm>
          <a:off x="1693333" y="1552221"/>
          <a:ext cx="7203091" cy="51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884747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DBD85C47-26EA-49C5-AA6B-B1399B67B43A}"/>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3CF9F115-3D3D-4196-A579-6A479A3B28A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graphicEl>
                                              <a:dgm id="{722F4DA8-BAC8-475C-9C24-86C6BA88F86E}"/>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graphicEl>
                                              <a:dgm id="{097A75FD-958A-4C39-84E5-46F90719E654}"/>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graphicEl>
                                              <a:dgm id="{C9F475C8-824A-4DED-A853-95C52CF09637}"/>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graphicEl>
                                              <a:dgm id="{0CE6980D-3AD2-4D54-ABE3-CCC1C6A3CD5E}"/>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graphicEl>
                                              <a:dgm id="{45BE3912-6DD3-495F-B2C9-F09A4D824D2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78B27C-CFC4-4786-8094-C2D051E73EEE}"/>
              </a:ext>
            </a:extLst>
          </p:cNvPr>
          <p:cNvSpPr>
            <a:spLocks noGrp="1"/>
          </p:cNvSpPr>
          <p:nvPr>
            <p:ph type="title"/>
          </p:nvPr>
        </p:nvSpPr>
        <p:spPr/>
        <p:txBody>
          <a:bodyPr/>
          <a:lstStyle/>
          <a:p>
            <a:r>
              <a:rPr lang="en-GB"/>
              <a:t>Een vergelijking met testen opzetten</a:t>
            </a:r>
            <a:endParaRPr lang="en-US"/>
          </a:p>
        </p:txBody>
      </p:sp>
      <p:sp>
        <p:nvSpPr>
          <p:cNvPr id="3" name="Slide Number Placeholder 2">
            <a:extLst>
              <a:ext uri="{FF2B5EF4-FFF2-40B4-BE49-F238E27FC236}">
                <a16:creationId xmlns:a16="http://schemas.microsoft.com/office/drawing/2014/main" id="{E3593CD6-33BB-4558-A79C-4BDA3817B362}"/>
              </a:ext>
            </a:extLst>
          </p:cNvPr>
          <p:cNvSpPr>
            <a:spLocks noGrp="1"/>
          </p:cNvSpPr>
          <p:nvPr>
            <p:ph type="sldNum" sz="quarter" idx="7"/>
          </p:nvPr>
        </p:nvSpPr>
        <p:spPr>
          <a:prstGeom prst="rect">
            <a:avLst/>
          </a:prstGeom>
        </p:spPr>
        <p:txBody>
          <a:bodyPr/>
          <a:lstStyle/>
          <a:p>
            <a:fld id="{B6F15528-21DE-4FAA-801E-634DDDAF4B2B}" type="slidenum">
              <a:rPr lang="en-US" smtClean="0"/>
              <a:pPr/>
              <a:t>13</a:t>
            </a:fld>
            <a:endParaRPr lang="en-US"/>
          </a:p>
        </p:txBody>
      </p:sp>
      <p:sp>
        <p:nvSpPr>
          <p:cNvPr id="6" name="Text Placeholder 5">
            <a:extLst>
              <a:ext uri="{FF2B5EF4-FFF2-40B4-BE49-F238E27FC236}">
                <a16:creationId xmlns:a16="http://schemas.microsoft.com/office/drawing/2014/main" id="{AEFF2ED3-0B57-43AC-8D70-47E35CCFDE18}"/>
              </a:ext>
            </a:extLst>
          </p:cNvPr>
          <p:cNvSpPr>
            <a:spLocks noGrp="1"/>
          </p:cNvSpPr>
          <p:nvPr>
            <p:ph type="body" sz="quarter" idx="10"/>
          </p:nvPr>
        </p:nvSpPr>
        <p:spPr/>
        <p:txBody>
          <a:bodyPr/>
          <a:lstStyle/>
          <a:p>
            <a:endParaRPr lang="en-US"/>
          </a:p>
        </p:txBody>
      </p:sp>
      <p:graphicFrame>
        <p:nvGraphicFramePr>
          <p:cNvPr id="7" name="Diagram 6">
            <a:extLst>
              <a:ext uri="{FF2B5EF4-FFF2-40B4-BE49-F238E27FC236}">
                <a16:creationId xmlns:a16="http://schemas.microsoft.com/office/drawing/2014/main" id="{964B221C-7546-4AC0-A53F-EEE77CFD8E62}"/>
              </a:ext>
            </a:extLst>
          </p:cNvPr>
          <p:cNvGraphicFramePr/>
          <p:nvPr>
            <p:extLst>
              <p:ext uri="{D42A27DB-BD31-4B8C-83A1-F6EECF244321}">
                <p14:modId xmlns:p14="http://schemas.microsoft.com/office/powerpoint/2010/main" val="4252201902"/>
              </p:ext>
            </p:extLst>
          </p:nvPr>
        </p:nvGraphicFramePr>
        <p:xfrm>
          <a:off x="1693333" y="1552221"/>
          <a:ext cx="7203091" cy="51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80587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6592D22A-D856-40A9-9BCD-10CC514DEA0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95A0A66A-4737-4ED9-9EF7-8638D6CD43A0}"/>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graphicEl>
                                              <a:dgm id="{D0647980-6918-4BA2-A915-2072349F2971}"/>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graphicEl>
                                              <a:dgm id="{CBCDD90A-F78D-46B4-8FC1-96951296D2FF}"/>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graphicEl>
                                              <a:dgm id="{0FA63050-DB74-4338-97C1-1638016F769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graphicEl>
                                              <a:dgm id="{5E09853A-8AAC-46BF-8DF0-D7E982CB1759}"/>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graphicEl>
                                              <a:dgm id="{DB246EEE-0163-472E-9843-23790C1F91D0}"/>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6 schattingstechnieken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14</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Historische gegevens als leercurve</a:t>
            </a:r>
          </a:p>
          <a:p>
            <a:r>
              <a:rPr lang="en-GB"/>
              <a:t>Laat iemand anders voor jou schatten</a:t>
            </a:r>
          </a:p>
          <a:p>
            <a:r>
              <a:rPr lang="en-GB"/>
              <a:t>Schat in kleine stukken, laat ruimte voor marge</a:t>
            </a:r>
          </a:p>
          <a:p>
            <a:r>
              <a:rPr lang="en-GB"/>
              <a:t>Het drie punten systeem</a:t>
            </a:r>
          </a:p>
          <a:p>
            <a:r>
              <a:rPr lang="en-GB"/>
              <a:t>Bereken het “vage” in iets</a:t>
            </a:r>
          </a:p>
          <a:p>
            <a:r>
              <a:rPr lang="en-GB"/>
              <a:t>Schat gedurende een laag punt in je dag</a:t>
            </a:r>
          </a:p>
          <a:p>
            <a:endParaRPr lang="en-GB"/>
          </a:p>
        </p:txBody>
      </p:sp>
    </p:spTree>
    <p:extLst>
      <p:ext uri="{BB962C8B-B14F-4D97-AF65-F5344CB8AC3E}">
        <p14:creationId xmlns:p14="http://schemas.microsoft.com/office/powerpoint/2010/main" val="2499115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Historische gegevens als leercurve</a:t>
            </a:r>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Hoelang duurt iets gewoonlijk?</a:t>
            </a:r>
          </a:p>
          <a:p>
            <a:pPr lvl="1"/>
            <a:r>
              <a:rPr lang="en-GB"/>
              <a:t>Kijk naar andere firmas / projecten</a:t>
            </a:r>
          </a:p>
          <a:p>
            <a:pPr lvl="1"/>
            <a:endParaRPr lang="en-GB"/>
          </a:p>
          <a:p>
            <a:r>
              <a:rPr lang="en-GB"/>
              <a:t>In plaats van</a:t>
            </a:r>
          </a:p>
          <a:p>
            <a:pPr lvl="1"/>
            <a:r>
              <a:rPr lang="en-GB"/>
              <a:t>Wat zijn onze specifieke kenmerken en moeilijkheden in ons specifiek probleem?</a:t>
            </a:r>
          </a:p>
          <a:p>
            <a:pPr lvl="1"/>
            <a:endParaRPr lang="en-GB"/>
          </a:p>
          <a:p>
            <a:r>
              <a:rPr lang="en-GB"/>
              <a:t>Een voorbeeld</a:t>
            </a:r>
          </a:p>
          <a:p>
            <a:pPr lvl="1"/>
            <a:r>
              <a:rPr lang="en-GB"/>
              <a:t>Gaan winkelen met een lijstje</a:t>
            </a:r>
          </a:p>
          <a:p>
            <a:pPr lvl="1"/>
            <a:r>
              <a:rPr lang="en-GB"/>
              <a:t>Gaan winkelen met een budget</a:t>
            </a:r>
          </a:p>
          <a:p>
            <a:pPr lvl="1"/>
            <a:endParaRPr lang="en-GB"/>
          </a:p>
          <a:p>
            <a:r>
              <a:rPr lang="en-GB"/>
              <a:t>Nadeel</a:t>
            </a:r>
          </a:p>
          <a:p>
            <a:pPr lvl="1"/>
            <a:r>
              <a:rPr lang="en-GB"/>
              <a:t>Je hebt niet altijd historische gegevens</a:t>
            </a:r>
          </a:p>
          <a:p>
            <a:endParaRPr lang="en-GB"/>
          </a:p>
        </p:txBody>
      </p:sp>
    </p:spTree>
    <p:extLst>
      <p:ext uri="{BB962C8B-B14F-4D97-AF65-F5344CB8AC3E}">
        <p14:creationId xmlns:p14="http://schemas.microsoft.com/office/powerpoint/2010/main" val="1939092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Laat iemand anders voor jou schatten</a:t>
            </a:r>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16</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We zijn slecht in schatten voor onszelf</a:t>
            </a:r>
          </a:p>
          <a:p>
            <a:r>
              <a:rPr lang="en-GB"/>
              <a:t>We zijn héél goed in schatten hoelang iemand anders er over doet om iets af te werken</a:t>
            </a:r>
          </a:p>
          <a:p>
            <a:endParaRPr lang="en-GB"/>
          </a:p>
          <a:p>
            <a:r>
              <a:rPr lang="en-GB"/>
              <a:t>Voorbeeld</a:t>
            </a:r>
          </a:p>
          <a:p>
            <a:pPr lvl="1"/>
            <a:r>
              <a:rPr lang="en-GB"/>
              <a:t>Het schrijven van het alfabet van A naar Z</a:t>
            </a:r>
          </a:p>
          <a:p>
            <a:pPr lvl="1"/>
            <a:r>
              <a:rPr lang="en-GB"/>
              <a:t>Het schrijven van het alfabet van Z naar A</a:t>
            </a:r>
          </a:p>
          <a:p>
            <a:pPr lvl="1"/>
            <a:r>
              <a:rPr lang="en-GB"/>
              <a:t>Het schrijven van het alfabet tegelijkertijd van A naar Z en van Z naar A.</a:t>
            </a:r>
          </a:p>
          <a:p>
            <a:endParaRPr lang="en-GB"/>
          </a:p>
          <a:p>
            <a:pPr lvl="1"/>
            <a:endParaRPr lang="en-GB"/>
          </a:p>
          <a:p>
            <a:endParaRPr lang="en-GB"/>
          </a:p>
        </p:txBody>
      </p:sp>
    </p:spTree>
    <p:extLst>
      <p:ext uri="{BB962C8B-B14F-4D97-AF65-F5344CB8AC3E}">
        <p14:creationId xmlns:p14="http://schemas.microsoft.com/office/powerpoint/2010/main" val="1134985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2"/>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Schat in kleine stukken, laat ruimte voor marge</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17</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Er zijn bekende bekendheden</a:t>
            </a:r>
          </a:p>
          <a:p>
            <a:pPr lvl="1"/>
            <a:r>
              <a:rPr lang="en-GB"/>
              <a:t>We weten wat er is</a:t>
            </a:r>
          </a:p>
          <a:p>
            <a:r>
              <a:rPr lang="nl-NL"/>
              <a:t>Er zijn dingen waarvan we weten dat we ze weten</a:t>
            </a:r>
          </a:p>
          <a:p>
            <a:pPr lvl="1"/>
            <a:r>
              <a:rPr lang="nl-NL"/>
              <a:t>En we zijn er zeker van</a:t>
            </a:r>
          </a:p>
          <a:p>
            <a:r>
              <a:rPr lang="nl-NL"/>
              <a:t>We weten ook dat er bekende onbekenden zijn</a:t>
            </a:r>
          </a:p>
          <a:p>
            <a:pPr lvl="1"/>
            <a:r>
              <a:rPr lang="nl-NL"/>
              <a:t>We weten dat er enkele dingen zijn die we niet weten</a:t>
            </a:r>
          </a:p>
          <a:p>
            <a:r>
              <a:rPr lang="en-GB"/>
              <a:t>Er zijn onbekende onbekenden</a:t>
            </a:r>
          </a:p>
          <a:p>
            <a:pPr lvl="1"/>
            <a:r>
              <a:rPr lang="en-GB"/>
              <a:t>De dingen waarvan we niet weten dat we ze niet weten</a:t>
            </a:r>
          </a:p>
          <a:p>
            <a:endParaRPr lang="en-GB"/>
          </a:p>
        </p:txBody>
      </p:sp>
    </p:spTree>
    <p:extLst>
      <p:ext uri="{BB962C8B-B14F-4D97-AF65-F5344CB8AC3E}">
        <p14:creationId xmlns:p14="http://schemas.microsoft.com/office/powerpoint/2010/main" val="36978923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Schat in kleine stukken, laat ruimte voor marge</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18</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De kegel van onzekerheid in het begin</a:t>
            </a:r>
          </a:p>
          <a:p>
            <a:pPr lvl="1"/>
            <a:r>
              <a:rPr lang="en-GB"/>
              <a:t>Iets wat 2 xx geschat is, kan 8 xx zijn, maar ook ½ xx</a:t>
            </a:r>
          </a:p>
        </p:txBody>
      </p:sp>
      <p:pic>
        <p:nvPicPr>
          <p:cNvPr id="1028" name="Picture 4" descr="cone of uncertainty">
            <a:extLst>
              <a:ext uri="{FF2B5EF4-FFF2-40B4-BE49-F238E27FC236}">
                <a16:creationId xmlns:a16="http://schemas.microsoft.com/office/drawing/2014/main" id="{8601D312-C365-497D-86DF-8B95A27F92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1528" y="2534720"/>
            <a:ext cx="8250774" cy="444363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07096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Het drie punten systeem</a:t>
            </a:r>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19</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a:xfrm>
            <a:off x="431800" y="1289720"/>
            <a:ext cx="9296400" cy="5184775"/>
          </a:xfrm>
        </p:spPr>
        <p:txBody>
          <a:bodyPr/>
          <a:lstStyle/>
          <a:p>
            <a:r>
              <a:rPr lang="en-GB"/>
              <a:t>Het schatten van het “beste-geval” scenario</a:t>
            </a:r>
          </a:p>
          <a:p>
            <a:pPr lvl="1"/>
            <a:r>
              <a:rPr lang="en-GB"/>
              <a:t>Wat als alles goed gaat?</a:t>
            </a:r>
          </a:p>
          <a:p>
            <a:pPr lvl="1"/>
            <a:r>
              <a:rPr lang="en-GB"/>
              <a:t>Dat geeft je een waarde “O” (bijvoorbeeld </a:t>
            </a:r>
            <a:r>
              <a:rPr lang="en-GB">
                <a:sym typeface="Wingdings" panose="05000000000000000000" pitchFamily="2" charset="2"/>
              </a:rPr>
              <a:t> 30)</a:t>
            </a:r>
            <a:endParaRPr lang="en-GB"/>
          </a:p>
          <a:p>
            <a:pPr lvl="1"/>
            <a:endParaRPr lang="en-GB"/>
          </a:p>
          <a:p>
            <a:r>
              <a:rPr lang="en-GB"/>
              <a:t>Het schatten van het “slechtste-geval” scenario</a:t>
            </a:r>
          </a:p>
          <a:p>
            <a:pPr lvl="1"/>
            <a:r>
              <a:rPr lang="en-GB"/>
              <a:t>Wat als alles fout gaat?</a:t>
            </a:r>
          </a:p>
          <a:p>
            <a:pPr lvl="1"/>
            <a:r>
              <a:rPr lang="en-GB"/>
              <a:t>Dat geeft je een waarde “P” (bijvoorbeeld </a:t>
            </a:r>
            <a:r>
              <a:rPr lang="en-GB">
                <a:sym typeface="Wingdings" panose="05000000000000000000" pitchFamily="2" charset="2"/>
              </a:rPr>
              <a:t> 55)</a:t>
            </a:r>
            <a:endParaRPr lang="en-GB"/>
          </a:p>
          <a:p>
            <a:pPr lvl="1"/>
            <a:endParaRPr lang="en-GB"/>
          </a:p>
          <a:p>
            <a:r>
              <a:rPr lang="en-GB"/>
              <a:t>Het schatten van het “gewoonlijk-geval” scenario</a:t>
            </a:r>
          </a:p>
          <a:p>
            <a:pPr lvl="1"/>
            <a:r>
              <a:rPr lang="en-GB"/>
              <a:t>Wat als gewoon verloopt zoals gewoonlijk?</a:t>
            </a:r>
          </a:p>
          <a:p>
            <a:pPr lvl="1"/>
            <a:r>
              <a:rPr lang="en-GB"/>
              <a:t>Dat geeft je een waarde “ML” (bijvoorbeeld </a:t>
            </a:r>
            <a:r>
              <a:rPr lang="en-GB">
                <a:sym typeface="Wingdings" panose="05000000000000000000" pitchFamily="2" charset="2"/>
              </a:rPr>
              <a:t> 40)</a:t>
            </a:r>
            <a:endParaRPr lang="en-GB"/>
          </a:p>
          <a:p>
            <a:pPr lvl="1"/>
            <a:endParaRPr lang="en-GB"/>
          </a:p>
          <a:p>
            <a:r>
              <a:rPr lang="en-GB"/>
              <a:t>Neem het gemiddelde (O + P + ML) / 3</a:t>
            </a:r>
          </a:p>
          <a:p>
            <a:pPr lvl="1"/>
            <a:r>
              <a:rPr lang="en-GB"/>
              <a:t>(30 + 55 + 40) / 3 </a:t>
            </a:r>
            <a:r>
              <a:rPr lang="en-GB">
                <a:sym typeface="Wingdings" panose="05000000000000000000" pitchFamily="2" charset="2"/>
              </a:rPr>
              <a:t> 41,67</a:t>
            </a:r>
            <a:endParaRPr lang="en-GB"/>
          </a:p>
          <a:p>
            <a:pPr lvl="1"/>
            <a:endParaRPr lang="en-GB"/>
          </a:p>
          <a:p>
            <a:pPr lvl="1"/>
            <a:endParaRPr lang="en-GB"/>
          </a:p>
          <a:p>
            <a:pPr lvl="1"/>
            <a:endParaRPr lang="en-GB"/>
          </a:p>
          <a:p>
            <a:pPr marL="0" indent="0">
              <a:buNone/>
            </a:pPr>
            <a:endParaRPr lang="en-GB"/>
          </a:p>
          <a:p>
            <a:pPr marL="457200" lvl="1" indent="0">
              <a:buNone/>
            </a:pPr>
            <a:endParaRPr lang="en-GB"/>
          </a:p>
          <a:p>
            <a:endParaRPr lang="en-GB"/>
          </a:p>
        </p:txBody>
      </p:sp>
    </p:spTree>
    <p:extLst>
      <p:ext uri="{BB962C8B-B14F-4D97-AF65-F5344CB8AC3E}">
        <p14:creationId xmlns:p14="http://schemas.microsoft.com/office/powerpoint/2010/main" val="29971271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Iets ingewikkelder “Pert Kernel”</a:t>
            </a:r>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20</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Het </a:t>
            </a:r>
            <a:r>
              <a:rPr lang="en-GB" dirty="0" err="1"/>
              <a:t>schatten</a:t>
            </a:r>
            <a:r>
              <a:rPr lang="en-GB" dirty="0"/>
              <a:t> van het “</a:t>
            </a:r>
            <a:r>
              <a:rPr lang="en-GB" dirty="0" err="1"/>
              <a:t>beste-geval</a:t>
            </a:r>
            <a:r>
              <a:rPr lang="en-GB" dirty="0"/>
              <a:t>” scenario</a:t>
            </a:r>
          </a:p>
          <a:p>
            <a:pPr lvl="1"/>
            <a:r>
              <a:rPr lang="en-GB" dirty="0" err="1"/>
              <a:t>Dat</a:t>
            </a:r>
            <a:r>
              <a:rPr lang="en-GB" dirty="0"/>
              <a:t> </a:t>
            </a:r>
            <a:r>
              <a:rPr lang="en-GB" dirty="0" err="1"/>
              <a:t>geeft</a:t>
            </a:r>
            <a:r>
              <a:rPr lang="en-GB" dirty="0"/>
              <a:t> je </a:t>
            </a:r>
            <a:r>
              <a:rPr lang="en-GB" dirty="0" err="1"/>
              <a:t>een</a:t>
            </a:r>
            <a:r>
              <a:rPr lang="en-GB" dirty="0"/>
              <a:t> </a:t>
            </a:r>
            <a:r>
              <a:rPr lang="en-GB" dirty="0" err="1"/>
              <a:t>waarde</a:t>
            </a:r>
            <a:r>
              <a:rPr lang="en-GB" dirty="0"/>
              <a:t> “O” (</a:t>
            </a:r>
            <a:r>
              <a:rPr lang="en-GB" dirty="0" err="1"/>
              <a:t>bijvoorbeeld</a:t>
            </a:r>
            <a:r>
              <a:rPr lang="en-GB" dirty="0"/>
              <a:t> </a:t>
            </a:r>
            <a:r>
              <a:rPr lang="en-GB" dirty="0">
                <a:sym typeface="Wingdings" panose="05000000000000000000" pitchFamily="2" charset="2"/>
              </a:rPr>
              <a:t> </a:t>
            </a:r>
            <a:r>
              <a:rPr lang="en-GB" dirty="0"/>
              <a:t>30)</a:t>
            </a:r>
          </a:p>
          <a:p>
            <a:pPr lvl="1"/>
            <a:endParaRPr lang="en-GB" dirty="0"/>
          </a:p>
          <a:p>
            <a:r>
              <a:rPr lang="en-GB" dirty="0"/>
              <a:t>Het </a:t>
            </a:r>
            <a:r>
              <a:rPr lang="en-GB" dirty="0" err="1"/>
              <a:t>schatten</a:t>
            </a:r>
            <a:r>
              <a:rPr lang="en-GB" dirty="0"/>
              <a:t> van het “</a:t>
            </a:r>
            <a:r>
              <a:rPr lang="en-GB" dirty="0" err="1"/>
              <a:t>slechtste-geval</a:t>
            </a:r>
            <a:r>
              <a:rPr lang="en-GB" dirty="0"/>
              <a:t>” scenario</a:t>
            </a:r>
          </a:p>
          <a:p>
            <a:pPr lvl="1"/>
            <a:r>
              <a:rPr lang="en-GB" dirty="0" err="1"/>
              <a:t>Dat</a:t>
            </a:r>
            <a:r>
              <a:rPr lang="en-GB" dirty="0"/>
              <a:t> </a:t>
            </a:r>
            <a:r>
              <a:rPr lang="en-GB" dirty="0" err="1"/>
              <a:t>geeft</a:t>
            </a:r>
            <a:r>
              <a:rPr lang="en-GB" dirty="0"/>
              <a:t> je </a:t>
            </a:r>
            <a:r>
              <a:rPr lang="en-GB" dirty="0" err="1"/>
              <a:t>een</a:t>
            </a:r>
            <a:r>
              <a:rPr lang="en-GB" dirty="0"/>
              <a:t> </a:t>
            </a:r>
            <a:r>
              <a:rPr lang="en-GB" dirty="0" err="1"/>
              <a:t>waarde</a:t>
            </a:r>
            <a:r>
              <a:rPr lang="en-GB" dirty="0"/>
              <a:t> “P” (</a:t>
            </a:r>
            <a:r>
              <a:rPr lang="en-GB" dirty="0" err="1"/>
              <a:t>bijvoorbeeld</a:t>
            </a:r>
            <a:r>
              <a:rPr lang="en-GB" dirty="0"/>
              <a:t> </a:t>
            </a:r>
            <a:r>
              <a:rPr lang="en-GB" dirty="0">
                <a:sym typeface="Wingdings" panose="05000000000000000000" pitchFamily="2" charset="2"/>
              </a:rPr>
              <a:t> 5</a:t>
            </a:r>
            <a:r>
              <a:rPr lang="en-GB" dirty="0"/>
              <a:t>5)</a:t>
            </a:r>
          </a:p>
          <a:p>
            <a:pPr marL="457200" lvl="1" indent="0">
              <a:buNone/>
            </a:pPr>
            <a:endParaRPr lang="en-GB" dirty="0"/>
          </a:p>
          <a:p>
            <a:r>
              <a:rPr lang="en-GB" dirty="0"/>
              <a:t>Het </a:t>
            </a:r>
            <a:r>
              <a:rPr lang="en-GB" dirty="0" err="1"/>
              <a:t>schatten</a:t>
            </a:r>
            <a:r>
              <a:rPr lang="en-GB" dirty="0"/>
              <a:t> van het “</a:t>
            </a:r>
            <a:r>
              <a:rPr lang="en-GB" dirty="0" err="1"/>
              <a:t>gewoonlijk-geval</a:t>
            </a:r>
            <a:r>
              <a:rPr lang="en-GB" dirty="0"/>
              <a:t>” scenario</a:t>
            </a:r>
          </a:p>
          <a:p>
            <a:pPr lvl="1"/>
            <a:r>
              <a:rPr lang="en-GB" dirty="0" err="1"/>
              <a:t>Dat</a:t>
            </a:r>
            <a:r>
              <a:rPr lang="en-GB" dirty="0"/>
              <a:t> </a:t>
            </a:r>
            <a:r>
              <a:rPr lang="en-GB" dirty="0" err="1"/>
              <a:t>geeft</a:t>
            </a:r>
            <a:r>
              <a:rPr lang="en-GB" dirty="0"/>
              <a:t> je </a:t>
            </a:r>
            <a:r>
              <a:rPr lang="en-GB" dirty="0" err="1"/>
              <a:t>een</a:t>
            </a:r>
            <a:r>
              <a:rPr lang="en-GB" dirty="0"/>
              <a:t> </a:t>
            </a:r>
            <a:r>
              <a:rPr lang="en-GB" dirty="0" err="1"/>
              <a:t>waarde</a:t>
            </a:r>
            <a:r>
              <a:rPr lang="en-GB" dirty="0"/>
              <a:t> “ML” (</a:t>
            </a:r>
            <a:r>
              <a:rPr lang="en-GB" dirty="0" err="1"/>
              <a:t>bijvoorbeeld</a:t>
            </a:r>
            <a:r>
              <a:rPr lang="en-GB" dirty="0"/>
              <a:t> </a:t>
            </a:r>
            <a:r>
              <a:rPr lang="en-GB" dirty="0">
                <a:sym typeface="Wingdings" panose="05000000000000000000" pitchFamily="2" charset="2"/>
              </a:rPr>
              <a:t> 40</a:t>
            </a:r>
            <a:r>
              <a:rPr lang="en-GB" dirty="0"/>
              <a:t>)</a:t>
            </a:r>
          </a:p>
          <a:p>
            <a:pPr lvl="1"/>
            <a:endParaRPr lang="en-GB" dirty="0"/>
          </a:p>
          <a:p>
            <a:r>
              <a:rPr lang="en-GB" dirty="0"/>
              <a:t>(O + 4 ML + P) / 6</a:t>
            </a:r>
          </a:p>
          <a:p>
            <a:pPr lvl="1"/>
            <a:r>
              <a:rPr lang="en-GB" dirty="0"/>
              <a:t>(30 + 4 * 40 + 55) / 6 </a:t>
            </a:r>
            <a:r>
              <a:rPr lang="en-GB" dirty="0">
                <a:sym typeface="Wingdings" panose="05000000000000000000" pitchFamily="2" charset="2"/>
              </a:rPr>
              <a:t> 40,83</a:t>
            </a:r>
            <a:endParaRPr lang="en-GB" dirty="0"/>
          </a:p>
          <a:p>
            <a:endParaRPr lang="en-GB" dirty="0"/>
          </a:p>
        </p:txBody>
      </p:sp>
    </p:spTree>
    <p:extLst>
      <p:ext uri="{BB962C8B-B14F-4D97-AF65-F5344CB8AC3E}">
        <p14:creationId xmlns:p14="http://schemas.microsoft.com/office/powerpoint/2010/main" val="156800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is de foutmarge?</a:t>
            </a:r>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21</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Het schatten van het “beste-geval” scenario</a:t>
            </a:r>
          </a:p>
          <a:p>
            <a:pPr lvl="1"/>
            <a:r>
              <a:rPr lang="en-GB"/>
              <a:t>Dat geeft je een waarde “O” (bijvoorbeeld </a:t>
            </a:r>
            <a:r>
              <a:rPr lang="en-GB">
                <a:sym typeface="Wingdings" panose="05000000000000000000" pitchFamily="2" charset="2"/>
              </a:rPr>
              <a:t> </a:t>
            </a:r>
            <a:r>
              <a:rPr lang="en-GB"/>
              <a:t>30)</a:t>
            </a:r>
          </a:p>
          <a:p>
            <a:pPr lvl="1"/>
            <a:endParaRPr lang="en-GB"/>
          </a:p>
          <a:p>
            <a:r>
              <a:rPr lang="en-GB"/>
              <a:t>Het schatten van het “slechtste-geval” scenario</a:t>
            </a:r>
          </a:p>
          <a:p>
            <a:pPr lvl="1"/>
            <a:r>
              <a:rPr lang="en-GB"/>
              <a:t>Dat geeft je een waarde “P” (bijvoorbeeld </a:t>
            </a:r>
            <a:r>
              <a:rPr lang="en-GB">
                <a:sym typeface="Wingdings" panose="05000000000000000000" pitchFamily="2" charset="2"/>
              </a:rPr>
              <a:t> </a:t>
            </a:r>
            <a:r>
              <a:rPr lang="en-GB"/>
              <a:t>55)</a:t>
            </a:r>
          </a:p>
          <a:p>
            <a:pPr lvl="1"/>
            <a:endParaRPr lang="en-GB"/>
          </a:p>
          <a:p>
            <a:r>
              <a:rPr lang="en-GB"/>
              <a:t>(P – O)/6 (standaarddeviatie)</a:t>
            </a:r>
          </a:p>
          <a:p>
            <a:pPr lvl="1"/>
            <a:r>
              <a:rPr lang="en-GB"/>
              <a:t>Boven of onder je schatting.</a:t>
            </a:r>
          </a:p>
          <a:p>
            <a:pPr lvl="1"/>
            <a:r>
              <a:rPr lang="en-GB"/>
              <a:t>(55 – 30) / 6 </a:t>
            </a:r>
            <a:r>
              <a:rPr lang="en-GB">
                <a:sym typeface="Wingdings" panose="05000000000000000000" pitchFamily="2" charset="2"/>
              </a:rPr>
              <a:t> 4,16</a:t>
            </a:r>
          </a:p>
          <a:p>
            <a:pPr lvl="1"/>
            <a:endParaRPr lang="en-GB">
              <a:sym typeface="Wingdings" panose="05000000000000000000" pitchFamily="2" charset="2"/>
            </a:endParaRPr>
          </a:p>
          <a:p>
            <a:r>
              <a:rPr lang="en-GB">
                <a:sym typeface="Wingdings" panose="05000000000000000000" pitchFamily="2" charset="2"/>
              </a:rPr>
              <a:t>Acceptabele schatting</a:t>
            </a:r>
          </a:p>
          <a:p>
            <a:pPr lvl="1"/>
            <a:r>
              <a:rPr lang="en-GB">
                <a:sym typeface="Wingdings" panose="05000000000000000000" pitchFamily="2" charset="2"/>
              </a:rPr>
              <a:t>40,83 ± 4,16  Tussen 36,66 en 45</a:t>
            </a:r>
          </a:p>
          <a:p>
            <a:pPr lvl="1"/>
            <a:endParaRPr lang="en-GB"/>
          </a:p>
          <a:p>
            <a:endParaRPr lang="en-GB"/>
          </a:p>
        </p:txBody>
      </p:sp>
    </p:spTree>
    <p:extLst>
      <p:ext uri="{BB962C8B-B14F-4D97-AF65-F5344CB8AC3E}">
        <p14:creationId xmlns:p14="http://schemas.microsoft.com/office/powerpoint/2010/main" val="1043781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Bereken het “vage” in iets</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22</a:t>
            </a:fld>
            <a:endParaRPr lang="en-US"/>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Vergelijk dit met “Velocity” in Scrum</a:t>
                </a:r>
              </a:p>
              <a:p>
                <a:endParaRPr lang="en-GB"/>
              </a:p>
              <a:p>
                <a:r>
                  <a:rPr lang="en-GB"/>
                  <a:t>Noteer je schattingen</a:t>
                </a:r>
              </a:p>
              <a:p>
                <a:r>
                  <a:rPr lang="en-GB"/>
                  <a:t>Noteer je effectieve tijden</a:t>
                </a:r>
              </a:p>
              <a:p>
                <a:r>
                  <a:rPr lang="en-GB"/>
                  <a:t>Geef je taken een gewicht</a:t>
                </a:r>
              </a:p>
              <a:p>
                <a:pPr lvl="1"/>
                <a:r>
                  <a:rPr lang="en-GB"/>
                  <a:t>Wat is het gewicht van een taak of user story</a:t>
                </a:r>
              </a:p>
              <a:p>
                <a:endParaRPr lang="en-GB"/>
              </a:p>
              <a:p>
                <a:r>
                  <a:rPr lang="en-GB"/>
                  <a:t>Bereken het verschil, en neem daar een “gewogen” gemiddelde van.</a:t>
                </a:r>
              </a:p>
              <a:p>
                <a:pPr lvl="1"/>
                <a14:m>
                  <m:oMath xmlns:m="http://schemas.openxmlformats.org/officeDocument/2006/math">
                    <m:nary>
                      <m:naryPr>
                        <m:chr m:val="∑"/>
                        <m:subHide m:val="on"/>
                        <m:supHide m:val="on"/>
                        <m:ctrlPr>
                          <a:rPr lang="en-GB" i="1" smtClean="0">
                            <a:latin typeface="Cambria Math" panose="02040503050406030204" pitchFamily="18" charset="0"/>
                          </a:rPr>
                        </m:ctrlPr>
                      </m:naryPr>
                      <m:sub/>
                      <m:sup/>
                      <m:e>
                        <m:d>
                          <m:dPr>
                            <m:ctrlPr>
                              <a:rPr lang="en-US" b="0" i="1" smtClean="0">
                                <a:latin typeface="Cambria Math" panose="02040503050406030204" pitchFamily="18" charset="0"/>
                              </a:rPr>
                            </m:ctrlPr>
                          </m:dPr>
                          <m:e>
                            <m:r>
                              <a:rPr lang="en-US" b="0" i="1" smtClean="0">
                                <a:latin typeface="Cambria Math" panose="02040503050406030204" pitchFamily="18" charset="0"/>
                              </a:rPr>
                              <m:t>𝑉𝑒𝑟𝑠𝑐h𝑖𝑙</m:t>
                            </m:r>
                            <m:r>
                              <a:rPr lang="en-US" b="0" i="1" smtClean="0">
                                <a:latin typeface="Cambria Math" panose="02040503050406030204" pitchFamily="18" charset="0"/>
                              </a:rPr>
                              <m:t> ∗</m:t>
                            </m:r>
                            <m:r>
                              <a:rPr lang="en-US" b="0" i="1" smtClean="0">
                                <a:latin typeface="Cambria Math" panose="02040503050406030204" pitchFamily="18" charset="0"/>
                              </a:rPr>
                              <m:t>𝑊𝑎𝑎𝑟𝑑𝑒</m:t>
                            </m:r>
                          </m:e>
                        </m:d>
                      </m:e>
                    </m:nary>
                  </m:oMath>
                </a14:m>
                <a:r>
                  <a:rPr lang="en-GB"/>
                  <a:t>/ </a:t>
                </a:r>
                <a14:m>
                  <m:oMath xmlns:m="http://schemas.openxmlformats.org/officeDocument/2006/math">
                    <m:nary>
                      <m:naryPr>
                        <m:chr m:val="∑"/>
                        <m:subHide m:val="on"/>
                        <m:supHide m:val="on"/>
                        <m:ctrlPr>
                          <a:rPr lang="en-GB" i="1">
                            <a:latin typeface="Cambria Math" panose="02040503050406030204" pitchFamily="18" charset="0"/>
                          </a:rPr>
                        </m:ctrlPr>
                      </m:naryPr>
                      <m:sub/>
                      <m:sup/>
                      <m:e>
                        <m:d>
                          <m:dPr>
                            <m:ctrlPr>
                              <a:rPr lang="en-US" i="1">
                                <a:latin typeface="Cambria Math" panose="02040503050406030204" pitchFamily="18" charset="0"/>
                              </a:rPr>
                            </m:ctrlPr>
                          </m:dPr>
                          <m:e>
                            <m:r>
                              <a:rPr lang="en-US" i="1">
                                <a:latin typeface="Cambria Math" panose="02040503050406030204" pitchFamily="18" charset="0"/>
                              </a:rPr>
                              <m:t>𝑊𝑎𝑎𝑟𝑑𝑒</m:t>
                            </m:r>
                          </m:e>
                        </m:d>
                      </m:e>
                    </m:nary>
                  </m:oMath>
                </a14:m>
                <a:endParaRPr lang="en-GB"/>
              </a:p>
              <a:p>
                <a:endParaRPr lang="en-GB"/>
              </a:p>
            </p:txBody>
          </p:sp>
        </mc:Choice>
        <mc:Fallback xmlns="">
          <p:sp>
            <p:nvSpPr>
              <p:cNvPr id="4" name="Text Placeholder 3">
                <a:extLst>
                  <a:ext uri="{FF2B5EF4-FFF2-40B4-BE49-F238E27FC236}">
                    <a16:creationId xmlns:a16="http://schemas.microsoft.com/office/drawing/2014/main" id="{219F28A5-E5A3-44D7-A4B9-C8F5E83913F6}"/>
                  </a:ext>
                </a:extLst>
              </p:cNvPr>
              <p:cNvSpPr>
                <a:spLocks noGrp="1" noRot="1" noChangeAspect="1" noMove="1" noResize="1" noEditPoints="1" noAdjustHandles="1" noChangeArrowheads="1" noChangeShapeType="1" noTextEdit="1"/>
              </p:cNvSpPr>
              <p:nvPr>
                <p:ph type="body" sz="quarter" idx="10"/>
              </p:nvPr>
            </p:nvSpPr>
            <p:spPr>
              <a:blipFill>
                <a:blip r:embed="rId2"/>
                <a:stretch>
                  <a:fillRect l="-1508" t="-1528" b="-8578"/>
                </a:stretch>
              </a:blipFill>
            </p:spPr>
            <p:txBody>
              <a:bodyPr/>
              <a:lstStyle/>
              <a:p>
                <a:r>
                  <a:rPr lang="nl-BE">
                    <a:noFill/>
                  </a:rPr>
                  <a:t> </a:t>
                </a:r>
              </a:p>
            </p:txBody>
          </p:sp>
        </mc:Fallback>
      </mc:AlternateContent>
    </p:spTree>
    <p:extLst>
      <p:ext uri="{BB962C8B-B14F-4D97-AF65-F5344CB8AC3E}">
        <p14:creationId xmlns:p14="http://schemas.microsoft.com/office/powerpoint/2010/main" val="3027991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Bereken het “vage” in iets – Een voorbeeld</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23</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3 taken</a:t>
            </a:r>
          </a:p>
          <a:p>
            <a:pPr lvl="1"/>
            <a:r>
              <a:rPr lang="en-GB" dirty="0" err="1"/>
              <a:t>Taak</a:t>
            </a:r>
            <a:r>
              <a:rPr lang="en-GB" dirty="0"/>
              <a:t> A, </a:t>
            </a:r>
            <a:r>
              <a:rPr lang="en-GB" dirty="0" err="1"/>
              <a:t>schatting</a:t>
            </a:r>
            <a:r>
              <a:rPr lang="en-GB" dirty="0"/>
              <a:t> 2, </a:t>
            </a:r>
            <a:r>
              <a:rPr lang="en-GB" dirty="0" err="1"/>
              <a:t>gewicht</a:t>
            </a:r>
            <a:r>
              <a:rPr lang="en-GB" dirty="0"/>
              <a:t> 1</a:t>
            </a:r>
          </a:p>
          <a:p>
            <a:pPr lvl="1"/>
            <a:r>
              <a:rPr lang="en-GB" dirty="0" err="1"/>
              <a:t>Taak</a:t>
            </a:r>
            <a:r>
              <a:rPr lang="en-GB" dirty="0"/>
              <a:t> B, </a:t>
            </a:r>
            <a:r>
              <a:rPr lang="en-GB" dirty="0" err="1"/>
              <a:t>schatting</a:t>
            </a:r>
            <a:r>
              <a:rPr lang="en-GB" dirty="0"/>
              <a:t> 2, </a:t>
            </a:r>
            <a:r>
              <a:rPr lang="en-GB" dirty="0" err="1"/>
              <a:t>gewicht</a:t>
            </a:r>
            <a:r>
              <a:rPr lang="en-GB" dirty="0"/>
              <a:t> 1</a:t>
            </a:r>
          </a:p>
          <a:p>
            <a:pPr lvl="1"/>
            <a:r>
              <a:rPr lang="en-GB" dirty="0" err="1"/>
              <a:t>Taak</a:t>
            </a:r>
            <a:r>
              <a:rPr lang="en-GB" dirty="0"/>
              <a:t> C, </a:t>
            </a:r>
            <a:r>
              <a:rPr lang="en-GB" dirty="0" err="1"/>
              <a:t>schatting</a:t>
            </a:r>
            <a:r>
              <a:rPr lang="en-GB" dirty="0"/>
              <a:t> 6, </a:t>
            </a:r>
            <a:r>
              <a:rPr lang="en-GB" dirty="0" err="1"/>
              <a:t>gewicht</a:t>
            </a:r>
            <a:r>
              <a:rPr lang="en-GB" dirty="0"/>
              <a:t> 2</a:t>
            </a:r>
          </a:p>
          <a:p>
            <a:pPr lvl="2"/>
            <a:r>
              <a:rPr lang="en-GB" dirty="0" err="1"/>
              <a:t>Dit</a:t>
            </a:r>
            <a:r>
              <a:rPr lang="en-GB" dirty="0"/>
              <a:t> </a:t>
            </a:r>
            <a:r>
              <a:rPr lang="en-GB" dirty="0" err="1"/>
              <a:t>wil</a:t>
            </a:r>
            <a:r>
              <a:rPr lang="en-GB" dirty="0"/>
              <a:t> </a:t>
            </a:r>
            <a:r>
              <a:rPr lang="en-GB" dirty="0" err="1"/>
              <a:t>zeggen</a:t>
            </a:r>
            <a:r>
              <a:rPr lang="en-GB" dirty="0"/>
              <a:t> </a:t>
            </a:r>
            <a:r>
              <a:rPr lang="en-GB" dirty="0" err="1"/>
              <a:t>dat</a:t>
            </a:r>
            <a:r>
              <a:rPr lang="en-GB" dirty="0"/>
              <a:t> je wilt </a:t>
            </a:r>
            <a:r>
              <a:rPr lang="en-GB" dirty="0" err="1"/>
              <a:t>dat</a:t>
            </a:r>
            <a:r>
              <a:rPr lang="en-GB" dirty="0"/>
              <a:t> de </a:t>
            </a:r>
            <a:r>
              <a:rPr lang="en-GB" dirty="0" err="1"/>
              <a:t>belangrijkheid</a:t>
            </a:r>
            <a:r>
              <a:rPr lang="en-GB" dirty="0"/>
              <a:t> van </a:t>
            </a:r>
            <a:r>
              <a:rPr lang="en-GB" dirty="0" err="1"/>
              <a:t>taak</a:t>
            </a:r>
            <a:r>
              <a:rPr lang="en-GB" dirty="0"/>
              <a:t> C twee </a:t>
            </a:r>
            <a:r>
              <a:rPr lang="en-GB" dirty="0" err="1"/>
              <a:t>keer</a:t>
            </a:r>
            <a:r>
              <a:rPr lang="en-GB" dirty="0"/>
              <a:t> zo </a:t>
            </a:r>
            <a:r>
              <a:rPr lang="en-GB" dirty="0" err="1"/>
              <a:t>hoog</a:t>
            </a:r>
            <a:r>
              <a:rPr lang="en-GB" dirty="0"/>
              <a:t> is </a:t>
            </a:r>
            <a:r>
              <a:rPr lang="en-GB" dirty="0" err="1"/>
              <a:t>als</a:t>
            </a:r>
            <a:r>
              <a:rPr lang="en-GB" dirty="0"/>
              <a:t> de </a:t>
            </a:r>
            <a:r>
              <a:rPr lang="en-GB" dirty="0" err="1"/>
              <a:t>andere</a:t>
            </a:r>
            <a:r>
              <a:rPr lang="en-GB" dirty="0"/>
              <a:t> taken</a:t>
            </a:r>
          </a:p>
          <a:p>
            <a:r>
              <a:rPr lang="en-GB" dirty="0" err="1"/>
              <a:t>Noteer</a:t>
            </a:r>
            <a:r>
              <a:rPr lang="en-GB" dirty="0"/>
              <a:t> je </a:t>
            </a:r>
            <a:r>
              <a:rPr lang="en-GB" dirty="0" err="1"/>
              <a:t>effectieve</a:t>
            </a:r>
            <a:r>
              <a:rPr lang="en-GB" dirty="0"/>
              <a:t> </a:t>
            </a:r>
            <a:r>
              <a:rPr lang="en-GB" dirty="0" err="1"/>
              <a:t>tijden</a:t>
            </a:r>
            <a:endParaRPr lang="en-GB" dirty="0"/>
          </a:p>
          <a:p>
            <a:pPr lvl="1"/>
            <a:r>
              <a:rPr lang="en-GB" dirty="0" err="1"/>
              <a:t>Taak</a:t>
            </a:r>
            <a:r>
              <a:rPr lang="en-GB" dirty="0"/>
              <a:t> A, </a:t>
            </a:r>
            <a:r>
              <a:rPr lang="en-GB" dirty="0" err="1"/>
              <a:t>effectief</a:t>
            </a:r>
            <a:r>
              <a:rPr lang="en-GB" dirty="0"/>
              <a:t> 2 </a:t>
            </a:r>
            <a:r>
              <a:rPr lang="en-GB" dirty="0">
                <a:sym typeface="Wingdings" panose="05000000000000000000" pitchFamily="2" charset="2"/>
              </a:rPr>
              <a:t> Goede </a:t>
            </a:r>
            <a:r>
              <a:rPr lang="en-GB" dirty="0" err="1">
                <a:sym typeface="Wingdings" panose="05000000000000000000" pitchFamily="2" charset="2"/>
              </a:rPr>
              <a:t>schatting</a:t>
            </a:r>
            <a:endParaRPr lang="en-GB" dirty="0">
              <a:sym typeface="Wingdings" panose="05000000000000000000" pitchFamily="2" charset="2"/>
            </a:endParaRPr>
          </a:p>
          <a:p>
            <a:pPr lvl="1"/>
            <a:r>
              <a:rPr lang="en-GB" dirty="0" err="1">
                <a:sym typeface="Wingdings" panose="05000000000000000000" pitchFamily="2" charset="2"/>
              </a:rPr>
              <a:t>Taak</a:t>
            </a:r>
            <a:r>
              <a:rPr lang="en-GB" dirty="0">
                <a:sym typeface="Wingdings" panose="05000000000000000000" pitchFamily="2" charset="2"/>
              </a:rPr>
              <a:t> B, </a:t>
            </a:r>
            <a:r>
              <a:rPr lang="en-GB" dirty="0" err="1">
                <a:sym typeface="Wingdings" panose="05000000000000000000" pitchFamily="2" charset="2"/>
              </a:rPr>
              <a:t>effectief</a:t>
            </a:r>
            <a:r>
              <a:rPr lang="en-GB" dirty="0">
                <a:sym typeface="Wingdings" panose="05000000000000000000" pitchFamily="2" charset="2"/>
              </a:rPr>
              <a:t> 3  1 </a:t>
            </a:r>
            <a:r>
              <a:rPr lang="en-GB" dirty="0" err="1">
                <a:sym typeface="Wingdings" panose="05000000000000000000" pitchFamily="2" charset="2"/>
              </a:rPr>
              <a:t>teveel</a:t>
            </a:r>
            <a:endParaRPr lang="en-GB" dirty="0">
              <a:sym typeface="Wingdings" panose="05000000000000000000" pitchFamily="2" charset="2"/>
            </a:endParaRPr>
          </a:p>
          <a:p>
            <a:pPr lvl="1"/>
            <a:r>
              <a:rPr lang="en-GB" dirty="0" err="1">
                <a:sym typeface="Wingdings" panose="05000000000000000000" pitchFamily="2" charset="2"/>
              </a:rPr>
              <a:t>Taak</a:t>
            </a:r>
            <a:r>
              <a:rPr lang="en-GB" dirty="0">
                <a:sym typeface="Wingdings" panose="05000000000000000000" pitchFamily="2" charset="2"/>
              </a:rPr>
              <a:t> C, </a:t>
            </a:r>
            <a:r>
              <a:rPr lang="en-GB" dirty="0" err="1">
                <a:sym typeface="Wingdings" panose="05000000000000000000" pitchFamily="2" charset="2"/>
              </a:rPr>
              <a:t>effectief</a:t>
            </a:r>
            <a:r>
              <a:rPr lang="en-GB" dirty="0">
                <a:sym typeface="Wingdings" panose="05000000000000000000" pitchFamily="2" charset="2"/>
              </a:rPr>
              <a:t> 9  3 </a:t>
            </a:r>
            <a:r>
              <a:rPr lang="en-GB" dirty="0" err="1">
                <a:sym typeface="Wingdings" panose="05000000000000000000" pitchFamily="2" charset="2"/>
              </a:rPr>
              <a:t>teveel</a:t>
            </a:r>
            <a:r>
              <a:rPr lang="en-GB" dirty="0">
                <a:sym typeface="Wingdings" panose="05000000000000000000" pitchFamily="2" charset="2"/>
              </a:rPr>
              <a:t>, maar het </a:t>
            </a:r>
            <a:r>
              <a:rPr lang="en-GB" dirty="0" err="1">
                <a:sym typeface="Wingdings" panose="05000000000000000000" pitchFamily="2" charset="2"/>
              </a:rPr>
              <a:t>weegt</a:t>
            </a:r>
            <a:r>
              <a:rPr lang="en-GB" dirty="0">
                <a:sym typeface="Wingdings" panose="05000000000000000000" pitchFamily="2" charset="2"/>
              </a:rPr>
              <a:t> </a:t>
            </a:r>
            <a:r>
              <a:rPr lang="en-GB" dirty="0" err="1">
                <a:sym typeface="Wingdings" panose="05000000000000000000" pitchFamily="2" charset="2"/>
              </a:rPr>
              <a:t>iets</a:t>
            </a:r>
            <a:r>
              <a:rPr lang="en-GB" dirty="0">
                <a:sym typeface="Wingdings" panose="05000000000000000000" pitchFamily="2" charset="2"/>
              </a:rPr>
              <a:t> </a:t>
            </a:r>
            <a:r>
              <a:rPr lang="en-GB" dirty="0" err="1">
                <a:sym typeface="Wingdings" panose="05000000000000000000" pitchFamily="2" charset="2"/>
              </a:rPr>
              <a:t>zwaarder</a:t>
            </a:r>
            <a:r>
              <a:rPr lang="en-GB" dirty="0">
                <a:sym typeface="Wingdings" panose="05000000000000000000" pitchFamily="2" charset="2"/>
              </a:rPr>
              <a:t> door</a:t>
            </a:r>
          </a:p>
          <a:p>
            <a:r>
              <a:rPr lang="en-GB" dirty="0" err="1">
                <a:sym typeface="Wingdings" panose="05000000000000000000" pitchFamily="2" charset="2"/>
              </a:rPr>
              <a:t>Berekening</a:t>
            </a:r>
            <a:endParaRPr lang="en-GB" dirty="0">
              <a:sym typeface="Wingdings" panose="05000000000000000000" pitchFamily="2" charset="2"/>
            </a:endParaRPr>
          </a:p>
          <a:p>
            <a:pPr lvl="1"/>
            <a:r>
              <a:rPr lang="en-GB" dirty="0">
                <a:sym typeface="Wingdings" panose="05000000000000000000" pitchFamily="2" charset="2"/>
              </a:rPr>
              <a:t>(1 * 0 + 1 * 1 + 2 * 3) / (1 + 1 + 2)  7 / 4  1.75 (</a:t>
            </a:r>
            <a:r>
              <a:rPr lang="en-GB" dirty="0" err="1">
                <a:sym typeface="Wingdings" panose="05000000000000000000" pitchFamily="2" charset="2"/>
              </a:rPr>
              <a:t>fout</a:t>
            </a:r>
            <a:r>
              <a:rPr lang="en-GB" dirty="0">
                <a:sym typeface="Wingdings" panose="05000000000000000000" pitchFamily="2" charset="2"/>
              </a:rPr>
              <a:t> </a:t>
            </a:r>
            <a:r>
              <a:rPr lang="en-GB" dirty="0" err="1">
                <a:sym typeface="Wingdings" panose="05000000000000000000" pitchFamily="2" charset="2"/>
              </a:rPr>
              <a:t>geschat</a:t>
            </a:r>
            <a:r>
              <a:rPr lang="en-GB" dirty="0">
                <a:sym typeface="Wingdings" panose="05000000000000000000" pitchFamily="2" charset="2"/>
              </a:rPr>
              <a:t>)</a:t>
            </a:r>
          </a:p>
          <a:p>
            <a:pPr lvl="1"/>
            <a:endParaRPr lang="en-GB" dirty="0"/>
          </a:p>
        </p:txBody>
      </p:sp>
    </p:spTree>
    <p:extLst>
      <p:ext uri="{BB962C8B-B14F-4D97-AF65-F5344CB8AC3E}">
        <p14:creationId xmlns:p14="http://schemas.microsoft.com/office/powerpoint/2010/main" val="314779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Schat gedurende een laag punt in je dag</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24</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Je dag heeft een “bioritme”</a:t>
            </a:r>
          </a:p>
          <a:p>
            <a:pPr lvl="1"/>
            <a:r>
              <a:rPr lang="en-GB"/>
              <a:t>Wanneer ben je positief, negatief, creatief, lusteloos</a:t>
            </a:r>
          </a:p>
          <a:p>
            <a:pPr lvl="1"/>
            <a:r>
              <a:rPr lang="en-GB"/>
              <a:t>Je kent het gevoel wel, net gegeten, en je wilt in een hangmat liggen.</a:t>
            </a:r>
          </a:p>
          <a:p>
            <a:pPr marL="457200" lvl="1" indent="0">
              <a:buNone/>
            </a:pPr>
            <a:endParaRPr lang="en-GB"/>
          </a:p>
          <a:p>
            <a:r>
              <a:rPr lang="en-GB"/>
              <a:t>Schat nooit op je piekmoment</a:t>
            </a:r>
          </a:p>
          <a:p>
            <a:r>
              <a:rPr lang="en-GB"/>
              <a:t>Altijd op je laagte punt</a:t>
            </a:r>
          </a:p>
          <a:p>
            <a:endParaRPr lang="en-GB"/>
          </a:p>
          <a:p>
            <a:endParaRPr lang="en-GB"/>
          </a:p>
          <a:p>
            <a:endParaRPr lang="en-GB"/>
          </a:p>
        </p:txBody>
      </p:sp>
    </p:spTree>
    <p:extLst>
      <p:ext uri="{BB962C8B-B14F-4D97-AF65-F5344CB8AC3E}">
        <p14:creationId xmlns:p14="http://schemas.microsoft.com/office/powerpoint/2010/main" val="140436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Wat nog?</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25</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Maak abstractie van dingen en details</a:t>
            </a:r>
          </a:p>
          <a:p>
            <a:pPr lvl="1"/>
            <a:r>
              <a:rPr lang="en-GB"/>
              <a:t>Accuraat zijn is beter dan precies zijn</a:t>
            </a:r>
          </a:p>
          <a:p>
            <a:pPr lvl="1"/>
            <a:endParaRPr lang="en-GB"/>
          </a:p>
          <a:p>
            <a:r>
              <a:rPr lang="en-GB"/>
              <a:t>De wet van de grote getallen</a:t>
            </a:r>
          </a:p>
          <a:p>
            <a:pPr lvl="1"/>
            <a:r>
              <a:rPr lang="en-GB"/>
              <a:t>Verschil tussen € 1.000 en € 10.000</a:t>
            </a:r>
          </a:p>
          <a:p>
            <a:pPr lvl="1"/>
            <a:r>
              <a:rPr lang="en-GB"/>
              <a:t>Verschil tussen € 1.000.000 en € 1.100.000</a:t>
            </a:r>
          </a:p>
          <a:p>
            <a:pPr lvl="1"/>
            <a:endParaRPr lang="en-GB"/>
          </a:p>
          <a:p>
            <a:r>
              <a:rPr lang="en-GB"/>
              <a:t>Zandzakjes leggen (bufferen van tijd)</a:t>
            </a:r>
          </a:p>
          <a:p>
            <a:pPr lvl="1"/>
            <a:r>
              <a:rPr lang="en-GB"/>
              <a:t>Dat is systematisch overschatten.</a:t>
            </a:r>
          </a:p>
          <a:p>
            <a:pPr lvl="2"/>
            <a:r>
              <a:rPr lang="en-GB"/>
              <a:t>Dit heeft geen enkele zin, je ‘liegt’ tegen jezelf en het team.</a:t>
            </a:r>
          </a:p>
          <a:p>
            <a:endParaRPr lang="en-GB"/>
          </a:p>
          <a:p>
            <a:endParaRPr lang="en-GB"/>
          </a:p>
          <a:p>
            <a:pPr lvl="1"/>
            <a:endParaRPr lang="en-GB"/>
          </a:p>
          <a:p>
            <a:pPr lvl="1"/>
            <a:endParaRPr lang="en-GB"/>
          </a:p>
          <a:p>
            <a:endParaRPr lang="en-GB"/>
          </a:p>
        </p:txBody>
      </p:sp>
    </p:spTree>
    <p:extLst>
      <p:ext uri="{BB962C8B-B14F-4D97-AF65-F5344CB8AC3E}">
        <p14:creationId xmlns:p14="http://schemas.microsoft.com/office/powerpoint/2010/main" val="3410547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GB"/>
              <a:t>Planning</a:t>
            </a:r>
          </a:p>
          <a:p>
            <a:r>
              <a:rPr lang="en-GB"/>
              <a:t>1 werkuur</a:t>
            </a:r>
            <a:endParaRPr lang="en-US"/>
          </a:p>
        </p:txBody>
      </p:sp>
      <p:sp>
        <p:nvSpPr>
          <p:cNvPr id="3" name="Text Placeholder 2"/>
          <p:cNvSpPr>
            <a:spLocks noGrp="1"/>
          </p:cNvSpPr>
          <p:nvPr>
            <p:ph type="body" sz="quarter" idx="11"/>
          </p:nvPr>
        </p:nvSpPr>
        <p:spPr/>
        <p:txBody>
          <a:bodyPr/>
          <a:lstStyle/>
          <a:p>
            <a:r>
              <a:rPr lang="en-GB"/>
              <a:t>Software Testen Plannen</a:t>
            </a:r>
            <a:endParaRPr lang="en-US"/>
          </a:p>
        </p:txBody>
      </p:sp>
      <p:sp>
        <p:nvSpPr>
          <p:cNvPr id="4" name="Slide Number Placeholder 3">
            <a:extLst>
              <a:ext uri="{FF2B5EF4-FFF2-40B4-BE49-F238E27FC236}">
                <a16:creationId xmlns:a16="http://schemas.microsoft.com/office/drawing/2014/main" id="{C56A7A58-1FEB-46EA-9E43-4BE1C001006B}"/>
              </a:ext>
            </a:extLst>
          </p:cNvPr>
          <p:cNvSpPr>
            <a:spLocks noGrp="1"/>
          </p:cNvSpPr>
          <p:nvPr>
            <p:ph type="sldNum" sz="quarter" idx="4294967295"/>
          </p:nvPr>
        </p:nvSpPr>
        <p:spPr>
          <a:xfrm>
            <a:off x="-101600" y="7162800"/>
            <a:ext cx="533400" cy="184666"/>
          </a:xfrm>
          <a:prstGeom prst="rect">
            <a:avLst/>
          </a:prstGeom>
        </p:spPr>
        <p:txBody>
          <a:bodyPr/>
          <a:lstStyle/>
          <a:p>
            <a:fld id="{B6F15528-21DE-4FAA-801E-634DDDAF4B2B}" type="slidenum">
              <a:rPr lang="en-US" smtClean="0"/>
              <a:t>26</a:t>
            </a:fld>
            <a:endParaRPr lang="en-US"/>
          </a:p>
        </p:txBody>
      </p:sp>
    </p:spTree>
    <p:extLst>
      <p:ext uri="{BB962C8B-B14F-4D97-AF65-F5344CB8AC3E}">
        <p14:creationId xmlns:p14="http://schemas.microsoft.com/office/powerpoint/2010/main" val="2325010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78B27C-CFC4-4786-8094-C2D051E73EEE}"/>
              </a:ext>
            </a:extLst>
          </p:cNvPr>
          <p:cNvSpPr>
            <a:spLocks noGrp="1"/>
          </p:cNvSpPr>
          <p:nvPr>
            <p:ph type="title"/>
          </p:nvPr>
        </p:nvSpPr>
        <p:spPr/>
        <p:txBody>
          <a:bodyPr/>
          <a:lstStyle/>
          <a:p>
            <a:r>
              <a:rPr lang="en-GB"/>
              <a:t>Er zijn altijd twee vragen</a:t>
            </a:r>
            <a:endParaRPr lang="en-US"/>
          </a:p>
        </p:txBody>
      </p:sp>
      <p:sp>
        <p:nvSpPr>
          <p:cNvPr id="3" name="Slide Number Placeholder 2">
            <a:extLst>
              <a:ext uri="{FF2B5EF4-FFF2-40B4-BE49-F238E27FC236}">
                <a16:creationId xmlns:a16="http://schemas.microsoft.com/office/drawing/2014/main" id="{E3593CD6-33BB-4558-A79C-4BDA3817B362}"/>
              </a:ext>
            </a:extLst>
          </p:cNvPr>
          <p:cNvSpPr>
            <a:spLocks noGrp="1"/>
          </p:cNvSpPr>
          <p:nvPr>
            <p:ph type="sldNum" sz="quarter" idx="7"/>
          </p:nvPr>
        </p:nvSpPr>
        <p:spPr>
          <a:prstGeom prst="rect">
            <a:avLst/>
          </a:prstGeom>
        </p:spPr>
        <p:txBody>
          <a:bodyPr/>
          <a:lstStyle/>
          <a:p>
            <a:fld id="{B6F15528-21DE-4FAA-801E-634DDDAF4B2B}" type="slidenum">
              <a:rPr lang="en-US" smtClean="0"/>
              <a:pPr/>
              <a:t>27</a:t>
            </a:fld>
            <a:endParaRPr lang="en-US"/>
          </a:p>
        </p:txBody>
      </p:sp>
      <p:sp>
        <p:nvSpPr>
          <p:cNvPr id="6" name="Text Placeholder 5">
            <a:extLst>
              <a:ext uri="{FF2B5EF4-FFF2-40B4-BE49-F238E27FC236}">
                <a16:creationId xmlns:a16="http://schemas.microsoft.com/office/drawing/2014/main" id="{AEFF2ED3-0B57-43AC-8D70-47E35CCFDE18}"/>
              </a:ext>
            </a:extLst>
          </p:cNvPr>
          <p:cNvSpPr>
            <a:spLocks noGrp="1"/>
          </p:cNvSpPr>
          <p:nvPr>
            <p:ph type="body" sz="quarter" idx="10"/>
          </p:nvPr>
        </p:nvSpPr>
        <p:spPr/>
        <p:txBody>
          <a:bodyPr/>
          <a:lstStyle/>
          <a:p>
            <a:endParaRPr lang="en-US"/>
          </a:p>
        </p:txBody>
      </p:sp>
      <p:graphicFrame>
        <p:nvGraphicFramePr>
          <p:cNvPr id="7" name="Diagram 6">
            <a:extLst>
              <a:ext uri="{FF2B5EF4-FFF2-40B4-BE49-F238E27FC236}">
                <a16:creationId xmlns:a16="http://schemas.microsoft.com/office/drawing/2014/main" id="{964B221C-7546-4AC0-A53F-EEE77CFD8E62}"/>
              </a:ext>
            </a:extLst>
          </p:cNvPr>
          <p:cNvGraphicFramePr/>
          <p:nvPr>
            <p:extLst>
              <p:ext uri="{D42A27DB-BD31-4B8C-83A1-F6EECF244321}">
                <p14:modId xmlns:p14="http://schemas.microsoft.com/office/powerpoint/2010/main" val="1555748658"/>
              </p:ext>
            </p:extLst>
          </p:nvPr>
        </p:nvGraphicFramePr>
        <p:xfrm>
          <a:off x="1693333" y="1552222"/>
          <a:ext cx="6773333" cy="451555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778404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9E6C61DF-882E-4F50-9C14-5C5AD191AFF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88587837-E14E-4F31-9B02-0DE53D7F31E4}"/>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graphicEl>
                                              <a:dgm id="{DBBE1250-1CBB-426B-ACE2-891D236DE6BB}"/>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78B27C-CFC4-4786-8094-C2D051E73EEE}"/>
              </a:ext>
            </a:extLst>
          </p:cNvPr>
          <p:cNvSpPr>
            <a:spLocks noGrp="1"/>
          </p:cNvSpPr>
          <p:nvPr>
            <p:ph type="title"/>
          </p:nvPr>
        </p:nvSpPr>
        <p:spPr/>
        <p:txBody>
          <a:bodyPr/>
          <a:lstStyle/>
          <a:p>
            <a:r>
              <a:rPr lang="en-GB"/>
              <a:t>Wat moet je plannen?</a:t>
            </a:r>
            <a:endParaRPr lang="en-US"/>
          </a:p>
        </p:txBody>
      </p:sp>
      <p:sp>
        <p:nvSpPr>
          <p:cNvPr id="3" name="Slide Number Placeholder 2">
            <a:extLst>
              <a:ext uri="{FF2B5EF4-FFF2-40B4-BE49-F238E27FC236}">
                <a16:creationId xmlns:a16="http://schemas.microsoft.com/office/drawing/2014/main" id="{E3593CD6-33BB-4558-A79C-4BDA3817B362}"/>
              </a:ext>
            </a:extLst>
          </p:cNvPr>
          <p:cNvSpPr>
            <a:spLocks noGrp="1"/>
          </p:cNvSpPr>
          <p:nvPr>
            <p:ph type="sldNum" sz="quarter" idx="7"/>
          </p:nvPr>
        </p:nvSpPr>
        <p:spPr>
          <a:prstGeom prst="rect">
            <a:avLst/>
          </a:prstGeom>
        </p:spPr>
        <p:txBody>
          <a:bodyPr/>
          <a:lstStyle/>
          <a:p>
            <a:fld id="{B6F15528-21DE-4FAA-801E-634DDDAF4B2B}" type="slidenum">
              <a:rPr lang="en-US" smtClean="0"/>
              <a:pPr/>
              <a:t>28</a:t>
            </a:fld>
            <a:endParaRPr lang="en-US"/>
          </a:p>
        </p:txBody>
      </p:sp>
      <p:sp>
        <p:nvSpPr>
          <p:cNvPr id="6" name="Text Placeholder 5">
            <a:extLst>
              <a:ext uri="{FF2B5EF4-FFF2-40B4-BE49-F238E27FC236}">
                <a16:creationId xmlns:a16="http://schemas.microsoft.com/office/drawing/2014/main" id="{AEFF2ED3-0B57-43AC-8D70-47E35CCFDE18}"/>
              </a:ext>
            </a:extLst>
          </p:cNvPr>
          <p:cNvSpPr>
            <a:spLocks noGrp="1"/>
          </p:cNvSpPr>
          <p:nvPr>
            <p:ph type="body" sz="quarter" idx="10"/>
          </p:nvPr>
        </p:nvSpPr>
        <p:spPr/>
        <p:txBody>
          <a:bodyPr/>
          <a:lstStyle/>
          <a:p>
            <a:endParaRPr lang="en-US"/>
          </a:p>
        </p:txBody>
      </p:sp>
      <p:graphicFrame>
        <p:nvGraphicFramePr>
          <p:cNvPr id="7" name="Diagram 6">
            <a:extLst>
              <a:ext uri="{FF2B5EF4-FFF2-40B4-BE49-F238E27FC236}">
                <a16:creationId xmlns:a16="http://schemas.microsoft.com/office/drawing/2014/main" id="{964B221C-7546-4AC0-A53F-EEE77CFD8E62}"/>
              </a:ext>
            </a:extLst>
          </p:cNvPr>
          <p:cNvGraphicFramePr/>
          <p:nvPr>
            <p:extLst>
              <p:ext uri="{D42A27DB-BD31-4B8C-83A1-F6EECF244321}">
                <p14:modId xmlns:p14="http://schemas.microsoft.com/office/powerpoint/2010/main" val="2899484256"/>
              </p:ext>
            </p:extLst>
          </p:nvPr>
        </p:nvGraphicFramePr>
        <p:xfrm>
          <a:off x="1693333" y="1552221"/>
          <a:ext cx="7203091" cy="51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824700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05BE6CBC-9B75-402D-A16A-5B76517507C8}"/>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F0DD02E7-7411-432E-AC86-C729053DA97D}"/>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graphicEl>
                                              <a:dgm id="{AACEA4D1-DF51-4927-8CF8-93B51DE0A572}"/>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graphicEl>
                                              <a:dgm id="{4665B26B-7069-492B-BD7A-746B20054C7A}"/>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graphicEl>
                                              <a:dgm id="{5587A10E-6A6D-4DBC-84A4-4C7314976DDC}"/>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graphicEl>
                                              <a:dgm id="{0E71C05B-D588-474D-AE44-F293982E6A2D}"/>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graphicEl>
                                              <a:dgm id="{57C4A9DE-9285-442C-A33F-7CE30AAC6C45}"/>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D78B27C-CFC4-4786-8094-C2D051E73EEE}"/>
              </a:ext>
            </a:extLst>
          </p:cNvPr>
          <p:cNvSpPr>
            <a:spLocks noGrp="1"/>
          </p:cNvSpPr>
          <p:nvPr>
            <p:ph type="title"/>
          </p:nvPr>
        </p:nvSpPr>
        <p:spPr/>
        <p:txBody>
          <a:bodyPr/>
          <a:lstStyle/>
          <a:p>
            <a:r>
              <a:rPr lang="en-GB"/>
              <a:t>Wat moet je plannen?</a:t>
            </a:r>
            <a:endParaRPr lang="en-US"/>
          </a:p>
        </p:txBody>
      </p:sp>
      <p:sp>
        <p:nvSpPr>
          <p:cNvPr id="3" name="Slide Number Placeholder 2">
            <a:extLst>
              <a:ext uri="{FF2B5EF4-FFF2-40B4-BE49-F238E27FC236}">
                <a16:creationId xmlns:a16="http://schemas.microsoft.com/office/drawing/2014/main" id="{E3593CD6-33BB-4558-A79C-4BDA3817B362}"/>
              </a:ext>
            </a:extLst>
          </p:cNvPr>
          <p:cNvSpPr>
            <a:spLocks noGrp="1"/>
          </p:cNvSpPr>
          <p:nvPr>
            <p:ph type="sldNum" sz="quarter" idx="7"/>
          </p:nvPr>
        </p:nvSpPr>
        <p:spPr>
          <a:prstGeom prst="rect">
            <a:avLst/>
          </a:prstGeom>
        </p:spPr>
        <p:txBody>
          <a:bodyPr/>
          <a:lstStyle/>
          <a:p>
            <a:fld id="{B6F15528-21DE-4FAA-801E-634DDDAF4B2B}" type="slidenum">
              <a:rPr lang="en-US" smtClean="0"/>
              <a:pPr/>
              <a:t>29</a:t>
            </a:fld>
            <a:endParaRPr lang="en-US"/>
          </a:p>
        </p:txBody>
      </p:sp>
      <p:sp>
        <p:nvSpPr>
          <p:cNvPr id="6" name="Text Placeholder 5">
            <a:extLst>
              <a:ext uri="{FF2B5EF4-FFF2-40B4-BE49-F238E27FC236}">
                <a16:creationId xmlns:a16="http://schemas.microsoft.com/office/drawing/2014/main" id="{AEFF2ED3-0B57-43AC-8D70-47E35CCFDE18}"/>
              </a:ext>
            </a:extLst>
          </p:cNvPr>
          <p:cNvSpPr>
            <a:spLocks noGrp="1"/>
          </p:cNvSpPr>
          <p:nvPr>
            <p:ph type="body" sz="quarter" idx="10"/>
          </p:nvPr>
        </p:nvSpPr>
        <p:spPr/>
        <p:txBody>
          <a:bodyPr/>
          <a:lstStyle/>
          <a:p>
            <a:endParaRPr lang="en-US"/>
          </a:p>
        </p:txBody>
      </p:sp>
      <p:graphicFrame>
        <p:nvGraphicFramePr>
          <p:cNvPr id="7" name="Diagram 6">
            <a:extLst>
              <a:ext uri="{FF2B5EF4-FFF2-40B4-BE49-F238E27FC236}">
                <a16:creationId xmlns:a16="http://schemas.microsoft.com/office/drawing/2014/main" id="{964B221C-7546-4AC0-A53F-EEE77CFD8E62}"/>
              </a:ext>
            </a:extLst>
          </p:cNvPr>
          <p:cNvGraphicFramePr/>
          <p:nvPr>
            <p:extLst>
              <p:ext uri="{D42A27DB-BD31-4B8C-83A1-F6EECF244321}">
                <p14:modId xmlns:p14="http://schemas.microsoft.com/office/powerpoint/2010/main" val="2737756171"/>
              </p:ext>
            </p:extLst>
          </p:nvPr>
        </p:nvGraphicFramePr>
        <p:xfrm>
          <a:off x="1693333" y="1552221"/>
          <a:ext cx="7203091" cy="5184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38022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graphicEl>
                                              <a:dgm id="{11A6222F-22B9-4050-A234-54A73989777D}"/>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graphicEl>
                                              <a:dgm id="{01ED052A-DAB6-4F02-95F5-CDCC9FB721E2}"/>
                                            </p:graphic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graphicEl>
                                              <a:dgm id="{F16824EC-FC87-4F18-9591-7579B7A0A260}"/>
                                            </p:graphic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7">
                                            <p:graphicEl>
                                              <a:dgm id="{8C0CD1E8-22DA-4148-912D-AFBC1682B0F5}"/>
                                            </p:graphic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graphicEl>
                                              <a:dgm id="{B0F923E2-29DB-4887-9A17-FB5146318AA3}"/>
                                            </p:graphic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graphicEl>
                                              <a:dgm id="{453996F4-1367-4544-842E-8EA392748275}"/>
                                            </p:graphic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7">
                                            <p:graphicEl>
                                              <a:dgm id="{CA69EE5F-D3EB-4711-B8CA-3BF97F666BBE}"/>
                                            </p:graphic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Plannen van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30</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a:t>Hulpmiddelen</a:t>
            </a:r>
          </a:p>
          <a:p>
            <a:pPr lvl="1"/>
            <a:r>
              <a:rPr lang="en-GB"/>
              <a:t>Materiaal, materieel, mensen, ruimte, …</a:t>
            </a:r>
          </a:p>
          <a:p>
            <a:pPr lvl="0"/>
            <a:r>
              <a:rPr lang="en-GB"/>
              <a:t>Tijd</a:t>
            </a:r>
          </a:p>
          <a:p>
            <a:pPr lvl="1"/>
            <a:r>
              <a:rPr lang="en-GB"/>
              <a:t>Wanneer gaat men het doen?</a:t>
            </a:r>
          </a:p>
          <a:p>
            <a:pPr lvl="1"/>
            <a:r>
              <a:rPr lang="en-GB"/>
              <a:t>De logische volgorde van dingen</a:t>
            </a:r>
            <a:endParaRPr lang="en-US"/>
          </a:p>
          <a:p>
            <a:pPr lvl="0"/>
            <a:r>
              <a:rPr lang="en-GB"/>
              <a:t>Menselijke capaciteit</a:t>
            </a:r>
          </a:p>
          <a:p>
            <a:pPr lvl="1"/>
            <a:r>
              <a:rPr lang="en-GB"/>
              <a:t>Wat is de kennis en de ervaring van de mensen?</a:t>
            </a:r>
          </a:p>
          <a:p>
            <a:pPr lvl="1"/>
            <a:r>
              <a:rPr lang="en-GB"/>
              <a:t>Wanneer zijn die beschikbaar?</a:t>
            </a:r>
            <a:endParaRPr lang="en-US"/>
          </a:p>
          <a:p>
            <a:pPr lvl="0"/>
            <a:r>
              <a:rPr lang="en-GB"/>
              <a:t>Budget</a:t>
            </a:r>
          </a:p>
          <a:p>
            <a:pPr lvl="1"/>
            <a:r>
              <a:rPr lang="en-GB"/>
              <a:t>Hoe en wanneer gaat men het betalen?</a:t>
            </a:r>
            <a:endParaRPr lang="en-US"/>
          </a:p>
          <a:p>
            <a:pPr marL="0" indent="0">
              <a:buNone/>
            </a:pPr>
            <a:endParaRPr lang="en-GB"/>
          </a:p>
        </p:txBody>
      </p:sp>
    </p:spTree>
    <p:extLst>
      <p:ext uri="{BB962C8B-B14F-4D97-AF65-F5344CB8AC3E}">
        <p14:creationId xmlns:p14="http://schemas.microsoft.com/office/powerpoint/2010/main" val="325607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83056-688D-4DCE-8143-316A31D9473A}"/>
              </a:ext>
            </a:extLst>
          </p:cNvPr>
          <p:cNvSpPr>
            <a:spLocks noGrp="1"/>
          </p:cNvSpPr>
          <p:nvPr>
            <p:ph type="title"/>
          </p:nvPr>
        </p:nvSpPr>
        <p:spPr/>
        <p:txBody>
          <a:bodyPr/>
          <a:lstStyle/>
          <a:p>
            <a:r>
              <a:rPr lang="en-GB"/>
              <a:t>Schattingen die over het budget / tijd gaan</a:t>
            </a:r>
            <a:endParaRPr lang="en-US"/>
          </a:p>
        </p:txBody>
      </p:sp>
      <p:sp>
        <p:nvSpPr>
          <p:cNvPr id="3" name="Slide Number Placeholder 2">
            <a:extLst>
              <a:ext uri="{FF2B5EF4-FFF2-40B4-BE49-F238E27FC236}">
                <a16:creationId xmlns:a16="http://schemas.microsoft.com/office/drawing/2014/main" id="{904B3EC2-7C79-4A07-8E81-C026631CF419}"/>
              </a:ext>
            </a:extLst>
          </p:cNvPr>
          <p:cNvSpPr>
            <a:spLocks noGrp="1"/>
          </p:cNvSpPr>
          <p:nvPr>
            <p:ph type="sldNum" sz="quarter" idx="7"/>
          </p:nvPr>
        </p:nvSpPr>
        <p:spPr/>
        <p:txBody>
          <a:bodyPr/>
          <a:lstStyle/>
          <a:p>
            <a:fld id="{B6F15528-21DE-4FAA-801E-634DDDAF4B2B}" type="slidenum">
              <a:rPr lang="en-US" smtClean="0"/>
              <a:pPr/>
              <a:t>31</a:t>
            </a:fld>
            <a:endParaRPr lang="en-US"/>
          </a:p>
        </p:txBody>
      </p:sp>
      <p:sp>
        <p:nvSpPr>
          <p:cNvPr id="4" name="Text Placeholder 3">
            <a:extLst>
              <a:ext uri="{FF2B5EF4-FFF2-40B4-BE49-F238E27FC236}">
                <a16:creationId xmlns:a16="http://schemas.microsoft.com/office/drawing/2014/main" id="{219F28A5-E5A3-44D7-A4B9-C8F5E83913F6}"/>
              </a:ext>
            </a:extLst>
          </p:cNvPr>
          <p:cNvSpPr>
            <a:spLocks noGrp="1"/>
          </p:cNvSpPr>
          <p:nvPr>
            <p:ph type="body" sz="quarter" idx="10"/>
          </p:nvPr>
        </p:nvSpPr>
        <p:spPr/>
        <p:txBody>
          <a:bodyPr/>
          <a:lstStyle/>
          <a:p>
            <a:r>
              <a:rPr lang="en-GB" dirty="0"/>
              <a:t>Work Breakdown Structures</a:t>
            </a:r>
          </a:p>
          <a:p>
            <a:pPr lvl="1"/>
            <a:r>
              <a:rPr lang="en-GB" dirty="0"/>
              <a:t>Het </a:t>
            </a:r>
            <a:r>
              <a:rPr lang="en-GB" dirty="0" err="1"/>
              <a:t>werk</a:t>
            </a:r>
            <a:r>
              <a:rPr lang="en-GB" dirty="0"/>
              <a:t> in </a:t>
            </a:r>
            <a:r>
              <a:rPr lang="en-GB" dirty="0" err="1"/>
              <a:t>stukken</a:t>
            </a:r>
            <a:r>
              <a:rPr lang="en-GB" dirty="0"/>
              <a:t> </a:t>
            </a:r>
            <a:r>
              <a:rPr lang="en-GB" dirty="0" err="1"/>
              <a:t>verdelen</a:t>
            </a:r>
            <a:endParaRPr lang="en-GB" dirty="0"/>
          </a:p>
          <a:p>
            <a:pPr lvl="1"/>
            <a:r>
              <a:rPr lang="en-GB" dirty="0"/>
              <a:t>En </a:t>
            </a:r>
            <a:r>
              <a:rPr lang="en-GB" dirty="0" err="1"/>
              <a:t>maak</a:t>
            </a:r>
            <a:r>
              <a:rPr lang="en-GB" dirty="0"/>
              <a:t> </a:t>
            </a:r>
            <a:r>
              <a:rPr lang="en-GB" dirty="0" err="1"/>
              <a:t>een</a:t>
            </a:r>
            <a:r>
              <a:rPr lang="en-GB" dirty="0"/>
              <a:t> MVP</a:t>
            </a:r>
          </a:p>
          <a:p>
            <a:pPr lvl="2"/>
            <a:r>
              <a:rPr lang="en-GB" dirty="0"/>
              <a:t>Minimal Viable Product</a:t>
            </a:r>
          </a:p>
          <a:p>
            <a:pPr lvl="2"/>
            <a:r>
              <a:rPr lang="en-GB" dirty="0"/>
              <a:t>Wat </a:t>
            </a:r>
            <a:r>
              <a:rPr lang="en-GB" dirty="0" err="1"/>
              <a:t>heb</a:t>
            </a:r>
            <a:r>
              <a:rPr lang="en-GB" dirty="0"/>
              <a:t> </a:t>
            </a:r>
            <a:r>
              <a:rPr lang="en-GB"/>
              <a:t>je minimum </a:t>
            </a:r>
            <a:r>
              <a:rPr lang="en-GB" dirty="0" err="1"/>
              <a:t>nodig</a:t>
            </a:r>
            <a:r>
              <a:rPr lang="en-GB" dirty="0"/>
              <a:t> om </a:t>
            </a:r>
            <a:r>
              <a:rPr lang="en-GB" dirty="0" err="1"/>
              <a:t>te</a:t>
            </a:r>
            <a:r>
              <a:rPr lang="en-GB" dirty="0"/>
              <a:t> </a:t>
            </a:r>
            <a:r>
              <a:rPr lang="en-GB" dirty="0" err="1"/>
              <a:t>kunnen</a:t>
            </a:r>
            <a:r>
              <a:rPr lang="en-GB" dirty="0"/>
              <a:t> </a:t>
            </a:r>
            <a:r>
              <a:rPr lang="en-GB" dirty="0" err="1"/>
              <a:t>starten</a:t>
            </a:r>
            <a:endParaRPr lang="en-GB" dirty="0"/>
          </a:p>
          <a:p>
            <a:pPr lvl="3"/>
            <a:r>
              <a:rPr lang="en-GB" dirty="0"/>
              <a:t>En </a:t>
            </a:r>
            <a:r>
              <a:rPr lang="en-GB" dirty="0" err="1"/>
              <a:t>meestal</a:t>
            </a:r>
            <a:r>
              <a:rPr lang="en-GB" dirty="0"/>
              <a:t> is </a:t>
            </a:r>
            <a:r>
              <a:rPr lang="en-GB" dirty="0" err="1"/>
              <a:t>dat</a:t>
            </a:r>
            <a:r>
              <a:rPr lang="en-GB" dirty="0"/>
              <a:t> het </a:t>
            </a:r>
            <a:r>
              <a:rPr lang="en-GB" dirty="0" err="1"/>
              <a:t>kritische</a:t>
            </a:r>
            <a:r>
              <a:rPr lang="en-GB" dirty="0"/>
              <a:t> pad van </a:t>
            </a:r>
            <a:r>
              <a:rPr lang="en-GB" dirty="0" err="1"/>
              <a:t>functionaliteiten</a:t>
            </a:r>
            <a:endParaRPr lang="en-GB" dirty="0"/>
          </a:p>
          <a:p>
            <a:endParaRPr lang="en-GB" dirty="0"/>
          </a:p>
          <a:p>
            <a:r>
              <a:rPr lang="en-GB" dirty="0"/>
              <a:t>Meestal is </a:t>
            </a:r>
            <a:r>
              <a:rPr lang="en-GB" dirty="0" err="1"/>
              <a:t>dit</a:t>
            </a:r>
            <a:r>
              <a:rPr lang="en-GB" dirty="0"/>
              <a:t> </a:t>
            </a:r>
            <a:r>
              <a:rPr lang="en-GB" dirty="0" err="1"/>
              <a:t>Bottum</a:t>
            </a:r>
            <a:r>
              <a:rPr lang="en-GB" dirty="0"/>
              <a:t> – Up (User Story </a:t>
            </a:r>
            <a:r>
              <a:rPr lang="en-GB" dirty="0">
                <a:sym typeface="Wingdings" panose="05000000000000000000" pitchFamily="2" charset="2"/>
              </a:rPr>
              <a:t> Product)</a:t>
            </a:r>
          </a:p>
          <a:p>
            <a:pPr lvl="1"/>
            <a:r>
              <a:rPr lang="en-GB" dirty="0">
                <a:sym typeface="Wingdings" panose="05000000000000000000" pitchFamily="2" charset="2"/>
              </a:rPr>
              <a:t>Top – Down is </a:t>
            </a:r>
            <a:r>
              <a:rPr lang="en-GB" dirty="0" err="1">
                <a:sym typeface="Wingdings" panose="05000000000000000000" pitchFamily="2" charset="2"/>
              </a:rPr>
              <a:t>meestal</a:t>
            </a:r>
            <a:r>
              <a:rPr lang="en-GB" dirty="0">
                <a:sym typeface="Wingdings" panose="05000000000000000000" pitchFamily="2" charset="2"/>
              </a:rPr>
              <a:t> op </a:t>
            </a:r>
            <a:r>
              <a:rPr lang="en-GB" dirty="0" err="1">
                <a:sym typeface="Wingdings" panose="05000000000000000000" pitchFamily="2" charset="2"/>
              </a:rPr>
              <a:t>ervaring</a:t>
            </a:r>
            <a:endParaRPr lang="en-GB" dirty="0"/>
          </a:p>
          <a:p>
            <a:endParaRPr lang="en-GB" dirty="0"/>
          </a:p>
          <a:p>
            <a:r>
              <a:rPr lang="en-GB" dirty="0" err="1"/>
              <a:t>Soms</a:t>
            </a:r>
            <a:r>
              <a:rPr lang="en-GB" dirty="0"/>
              <a:t> is </a:t>
            </a:r>
            <a:r>
              <a:rPr lang="en-GB" dirty="0" err="1"/>
              <a:t>dat</a:t>
            </a:r>
            <a:r>
              <a:rPr lang="en-GB" dirty="0"/>
              <a:t> de </a:t>
            </a:r>
            <a:r>
              <a:rPr lang="en-GB" dirty="0" err="1"/>
              <a:t>realiteit</a:t>
            </a:r>
            <a:endParaRPr lang="en-GB" dirty="0"/>
          </a:p>
          <a:p>
            <a:pPr lvl="1"/>
            <a:r>
              <a:rPr lang="en-GB" dirty="0"/>
              <a:t>Het </a:t>
            </a:r>
            <a:r>
              <a:rPr lang="en-GB" dirty="0" err="1"/>
              <a:t>kan</a:t>
            </a:r>
            <a:r>
              <a:rPr lang="en-GB" dirty="0"/>
              <a:t> </a:t>
            </a:r>
            <a:r>
              <a:rPr lang="en-GB" dirty="0" err="1"/>
              <a:t>niet</a:t>
            </a:r>
            <a:r>
              <a:rPr lang="en-GB" dirty="0"/>
              <a:t> </a:t>
            </a:r>
            <a:r>
              <a:rPr lang="en-GB" dirty="0" err="1"/>
              <a:t>uitgevoerd</a:t>
            </a:r>
            <a:r>
              <a:rPr lang="en-GB" dirty="0"/>
              <a:t> </a:t>
            </a:r>
            <a:r>
              <a:rPr lang="en-GB" dirty="0" err="1"/>
              <a:t>worden</a:t>
            </a:r>
            <a:r>
              <a:rPr lang="en-GB" dirty="0"/>
              <a:t> met het </a:t>
            </a:r>
            <a:r>
              <a:rPr lang="en-GB" dirty="0" err="1"/>
              <a:t>beschikbare</a:t>
            </a:r>
            <a:r>
              <a:rPr lang="en-GB" dirty="0"/>
              <a:t> budget</a:t>
            </a:r>
          </a:p>
          <a:p>
            <a:endParaRPr lang="en-GB" dirty="0"/>
          </a:p>
          <a:p>
            <a:endParaRPr lang="en-GB" dirty="0"/>
          </a:p>
        </p:txBody>
      </p:sp>
    </p:spTree>
    <p:extLst>
      <p:ext uri="{BB962C8B-B14F-4D97-AF65-F5344CB8AC3E}">
        <p14:creationId xmlns:p14="http://schemas.microsoft.com/office/powerpoint/2010/main" val="2046854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bldLvl="3"/>
    </p:bldLst>
  </p:timing>
</p:sld>
</file>

<file path=ppt/theme/theme1.xml><?xml version="1.0" encoding="utf-8"?>
<a:theme xmlns:a="http://schemas.openxmlformats.org/drawingml/2006/main" name="SyntraWestBas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bodyPr lIns="0" tIns="0" rIns="0" bIns="0"/>
      <a:lstStyle>
        <a:defPPr algn="l" defTabSz="914400">
          <a:defRPr sz="2400" dirty="0"/>
        </a:defPPr>
      </a:lstStyle>
    </a:txDef>
  </a:objectDefaults>
  <a:extraClrSchemeLst/>
  <a:extLst>
    <a:ext uri="{05A4C25C-085E-4340-85A3-A5531E510DB2}">
      <thm15:themeFamily xmlns:thm15="http://schemas.microsoft.com/office/thememl/2012/main" name="Syntra West.potx" id="{24F00770-8E00-4FFE-B5E4-B586873A5211}" vid="{E1965DB8-31FE-4C27-ABEF-CEFFB6B9294D}"/>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874F3F7621500740B54595FADAACF0D3" ma:contentTypeVersion="0" ma:contentTypeDescription="Een nieuw document maken." ma:contentTypeScope="" ma:versionID="10ca7a2b515201b17e407c6f1e42a0cc">
  <xsd:schema xmlns:xsd="http://www.w3.org/2001/XMLSchema" xmlns:xs="http://www.w3.org/2001/XMLSchema" xmlns:p="http://schemas.microsoft.com/office/2006/metadata/properties" targetNamespace="http://schemas.microsoft.com/office/2006/metadata/properties" ma:root="true" ma:fieldsID="4026c954aec35dea8a68741baf22be7a">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F776112-665F-4321-8DF2-154B8CFE473B}">
  <ds:schemaRefs>
    <ds:schemaRef ds:uri="http://schemas.microsoft.com/office/infopath/2007/PartnerControls"/>
    <ds:schemaRef ds:uri="http://purl.org/dc/elements/1.1/"/>
    <ds:schemaRef ds:uri="http://schemas.microsoft.com/office/2006/metadata/properties"/>
    <ds:schemaRef ds:uri="http://schemas.microsoft.com/office/2006/documentManagement/types"/>
    <ds:schemaRef ds:uri="http://purl.org/dc/terms/"/>
    <ds:schemaRef ds:uri="http://schemas.openxmlformats.org/package/2006/metadata/core-properties"/>
    <ds:schemaRef ds:uri="http://purl.org/dc/dcmitype/"/>
    <ds:schemaRef ds:uri="http://www.w3.org/XML/1998/namespace"/>
  </ds:schemaRefs>
</ds:datastoreItem>
</file>

<file path=customXml/itemProps2.xml><?xml version="1.0" encoding="utf-8"?>
<ds:datastoreItem xmlns:ds="http://schemas.openxmlformats.org/officeDocument/2006/customXml" ds:itemID="{98286553-F7F6-415B-8DC5-E41ED388B45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F13963EC-CB83-4A74-AD17-7E027499DCF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1085</TotalTime>
  <Words>1720</Words>
  <Application>Microsoft Office PowerPoint</Application>
  <PresentationFormat>Custom</PresentationFormat>
  <Paragraphs>296</Paragraphs>
  <Slides>31</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Cambria Math</vt:lpstr>
      <vt:lpstr>SyntraWestBase</vt:lpstr>
      <vt:lpstr>PowerPoint Presentation</vt:lpstr>
      <vt:lpstr>PowerPoint Presentation</vt:lpstr>
      <vt:lpstr>PowerPoint Presentation</vt:lpstr>
      <vt:lpstr>Schattingen zijn onafhankelijk van objectieven</vt:lpstr>
      <vt:lpstr>Schattingen zijn onafhankelijk van objectieven</vt:lpstr>
      <vt:lpstr>Waarom User Stories in Story Punten?</vt:lpstr>
      <vt:lpstr>Waarom taken in uren?</vt:lpstr>
      <vt:lpstr>Waarom werken we iets 90% af</vt:lpstr>
      <vt:lpstr>Waarom schatten we fout?</vt:lpstr>
      <vt:lpstr>De toekomst is altijd beter dan het verleden Het verleden is altijd beter dan de toekomst</vt:lpstr>
      <vt:lpstr>Wat gebeurt er met de schattingen?</vt:lpstr>
      <vt:lpstr>Hoe schatten?</vt:lpstr>
      <vt:lpstr>Een vergelijking met testen opzetten</vt:lpstr>
      <vt:lpstr>6 schattingstechnieken</vt:lpstr>
      <vt:lpstr>Historische gegevens als leercurve</vt:lpstr>
      <vt:lpstr>Laat iemand anders voor jou schatten</vt:lpstr>
      <vt:lpstr>Schat in kleine stukken, laat ruimte voor marge</vt:lpstr>
      <vt:lpstr>Schat in kleine stukken, laat ruimte voor marge</vt:lpstr>
      <vt:lpstr>Het drie punten systeem</vt:lpstr>
      <vt:lpstr>Iets ingewikkelder “Pert Kernel”</vt:lpstr>
      <vt:lpstr>Wat is de foutmarge?</vt:lpstr>
      <vt:lpstr>Bereken het “vage” in iets</vt:lpstr>
      <vt:lpstr>Bereken het “vage” in iets – Een voorbeeld</vt:lpstr>
      <vt:lpstr>Schat gedurende een laag punt in je dag</vt:lpstr>
      <vt:lpstr>Wat nog?</vt:lpstr>
      <vt:lpstr>PowerPoint Presentation</vt:lpstr>
      <vt:lpstr>Er zijn altijd twee vragen</vt:lpstr>
      <vt:lpstr>Wat moet je plannen?</vt:lpstr>
      <vt:lpstr>Wat moet je plannen?</vt:lpstr>
      <vt:lpstr>Plannen van</vt:lpstr>
      <vt:lpstr>Schattingen die over het budget / tijd gaan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Vincent Van De Walle</dc:creator>
  <cp:lastModifiedBy>Vincent Van De Walle</cp:lastModifiedBy>
  <cp:revision>190</cp:revision>
  <dcterms:created xsi:type="dcterms:W3CDTF">2020-09-23T07:49:56Z</dcterms:created>
  <dcterms:modified xsi:type="dcterms:W3CDTF">2022-02-08T20:51:04Z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2017-03-10T00:00:00Z</vt:filetime>
  </property>
  <property fmtid="{D5CDD505-2E9C-101B-9397-08002B2CF9AE}" pid="3" name="Creator">
    <vt:lpwstr>Adobe InDesign CC 2017 (Macintosh)</vt:lpwstr>
  </property>
  <property fmtid="{D5CDD505-2E9C-101B-9397-08002B2CF9AE}" pid="4" name="LastSaved">
    <vt:filetime>2017-03-10T00:00:00Z</vt:filetime>
  </property>
  <property fmtid="{D5CDD505-2E9C-101B-9397-08002B2CF9AE}" pid="5" name="ContentTypeId">
    <vt:lpwstr>0x010100874F3F7621500740B54595FADAACF0D3</vt:lpwstr>
  </property>
</Properties>
</file>