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sldIdLst>
    <p:sldId id="265" r:id="rId5"/>
    <p:sldId id="266" r:id="rId6"/>
    <p:sldId id="267" r:id="rId7"/>
    <p:sldId id="268" r:id="rId8"/>
    <p:sldId id="269" r:id="rId9"/>
    <p:sldId id="270" r:id="rId10"/>
    <p:sldId id="272" r:id="rId11"/>
    <p:sldId id="273" r:id="rId12"/>
    <p:sldId id="274" r:id="rId13"/>
    <p:sldId id="271" r:id="rId14"/>
    <p:sldId id="288"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9" r:id="rId29"/>
    <p:sldId id="290" r:id="rId30"/>
    <p:sldId id="291" r:id="rId31"/>
    <p:sldId id="292" r:id="rId32"/>
    <p:sldId id="293" r:id="rId33"/>
    <p:sldId id="298" r:id="rId34"/>
    <p:sldId id="294" r:id="rId35"/>
    <p:sldId id="295" r:id="rId36"/>
    <p:sldId id="296" r:id="rId37"/>
    <p:sldId id="297" r:id="rId38"/>
    <p:sldId id="299" r:id="rId39"/>
    <p:sldId id="300" r:id="rId40"/>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6EE276-0C62-4F10-95A1-7753D537804A}" v="3573" dt="2021-03-16T11:26:15.02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5" autoAdjust="0"/>
    <p:restoredTop sz="85911" autoAdjust="0"/>
  </p:normalViewPr>
  <p:slideViewPr>
    <p:cSldViewPr>
      <p:cViewPr varScale="1">
        <p:scale>
          <a:sx n="72" d="100"/>
          <a:sy n="72" d="100"/>
        </p:scale>
        <p:origin x="1289" y="41"/>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Van De Walle" userId="503d699d-879a-4b2b-8e3d-903b3421bd06" providerId="ADAL" clId="{6F6EE276-0C62-4F10-95A1-7753D537804A}"/>
    <pc:docChg chg="undo custSel addSld delSld modSld sldOrd">
      <pc:chgData name="Vincent Van De Walle" userId="503d699d-879a-4b2b-8e3d-903b3421bd06" providerId="ADAL" clId="{6F6EE276-0C62-4F10-95A1-7753D537804A}" dt="2021-03-16T11:26:15.027" v="4219" actId="20577"/>
      <pc:docMkLst>
        <pc:docMk/>
      </pc:docMkLst>
      <pc:sldChg chg="modSp">
        <pc:chgData name="Vincent Van De Walle" userId="503d699d-879a-4b2b-8e3d-903b3421bd06" providerId="ADAL" clId="{6F6EE276-0C62-4F10-95A1-7753D537804A}" dt="2021-03-16T08:41:22.574" v="580" actId="20577"/>
        <pc:sldMkLst>
          <pc:docMk/>
          <pc:sldMk cId="1822669653" sldId="268"/>
        </pc:sldMkLst>
        <pc:spChg chg="mod">
          <ac:chgData name="Vincent Van De Walle" userId="503d699d-879a-4b2b-8e3d-903b3421bd06" providerId="ADAL" clId="{6F6EE276-0C62-4F10-95A1-7753D537804A}" dt="2021-03-16T08:41:22.574" v="580" actId="20577"/>
          <ac:spMkLst>
            <pc:docMk/>
            <pc:sldMk cId="1822669653" sldId="268"/>
            <ac:spMk id="4" creationId="{219F28A5-E5A3-44D7-A4B9-C8F5E83913F6}"/>
          </ac:spMkLst>
        </pc:spChg>
      </pc:sldChg>
      <pc:sldChg chg="modSp modAnim">
        <pc:chgData name="Vincent Van De Walle" userId="503d699d-879a-4b2b-8e3d-903b3421bd06" providerId="ADAL" clId="{6F6EE276-0C62-4F10-95A1-7753D537804A}" dt="2021-03-16T08:43:51.790" v="670" actId="20577"/>
        <pc:sldMkLst>
          <pc:docMk/>
          <pc:sldMk cId="1581157286" sldId="269"/>
        </pc:sldMkLst>
        <pc:spChg chg="mod">
          <ac:chgData name="Vincent Van De Walle" userId="503d699d-879a-4b2b-8e3d-903b3421bd06" providerId="ADAL" clId="{6F6EE276-0C62-4F10-95A1-7753D537804A}" dt="2021-03-16T08:43:51.790" v="670" actId="20577"/>
          <ac:spMkLst>
            <pc:docMk/>
            <pc:sldMk cId="1581157286" sldId="269"/>
            <ac:spMk id="4" creationId="{219F28A5-E5A3-44D7-A4B9-C8F5E83913F6}"/>
          </ac:spMkLst>
        </pc:spChg>
      </pc:sldChg>
      <pc:sldChg chg="modSp">
        <pc:chgData name="Vincent Van De Walle" userId="503d699d-879a-4b2b-8e3d-903b3421bd06" providerId="ADAL" clId="{6F6EE276-0C62-4F10-95A1-7753D537804A}" dt="2021-03-16T08:41:59.453" v="592" actId="20577"/>
        <pc:sldMkLst>
          <pc:docMk/>
          <pc:sldMk cId="320376348" sldId="271"/>
        </pc:sldMkLst>
        <pc:spChg chg="mod">
          <ac:chgData name="Vincent Van De Walle" userId="503d699d-879a-4b2b-8e3d-903b3421bd06" providerId="ADAL" clId="{6F6EE276-0C62-4F10-95A1-7753D537804A}" dt="2021-03-16T08:41:59.453" v="592" actId="20577"/>
          <ac:spMkLst>
            <pc:docMk/>
            <pc:sldMk cId="320376348" sldId="271"/>
            <ac:spMk id="4" creationId="{219F28A5-E5A3-44D7-A4B9-C8F5E83913F6}"/>
          </ac:spMkLst>
        </pc:spChg>
      </pc:sldChg>
      <pc:sldChg chg="modSp">
        <pc:chgData name="Vincent Van De Walle" userId="503d699d-879a-4b2b-8e3d-903b3421bd06" providerId="ADAL" clId="{6F6EE276-0C62-4F10-95A1-7753D537804A}" dt="2021-03-16T08:41:37.263" v="583" actId="20577"/>
        <pc:sldMkLst>
          <pc:docMk/>
          <pc:sldMk cId="4224806642" sldId="272"/>
        </pc:sldMkLst>
        <pc:spChg chg="mod">
          <ac:chgData name="Vincent Van De Walle" userId="503d699d-879a-4b2b-8e3d-903b3421bd06" providerId="ADAL" clId="{6F6EE276-0C62-4F10-95A1-7753D537804A}" dt="2021-03-16T08:41:37.263" v="583" actId="20577"/>
          <ac:spMkLst>
            <pc:docMk/>
            <pc:sldMk cId="4224806642" sldId="272"/>
            <ac:spMk id="4" creationId="{219F28A5-E5A3-44D7-A4B9-C8F5E83913F6}"/>
          </ac:spMkLst>
        </pc:spChg>
      </pc:sldChg>
      <pc:sldChg chg="modSp">
        <pc:chgData name="Vincent Van De Walle" userId="503d699d-879a-4b2b-8e3d-903b3421bd06" providerId="ADAL" clId="{6F6EE276-0C62-4F10-95A1-7753D537804A}" dt="2021-03-16T08:41:44.415" v="588" actId="20577"/>
        <pc:sldMkLst>
          <pc:docMk/>
          <pc:sldMk cId="2240228024" sldId="273"/>
        </pc:sldMkLst>
        <pc:spChg chg="mod">
          <ac:chgData name="Vincent Van De Walle" userId="503d699d-879a-4b2b-8e3d-903b3421bd06" providerId="ADAL" clId="{6F6EE276-0C62-4F10-95A1-7753D537804A}" dt="2021-03-16T08:41:44.415" v="588" actId="20577"/>
          <ac:spMkLst>
            <pc:docMk/>
            <pc:sldMk cId="2240228024" sldId="273"/>
            <ac:spMk id="4" creationId="{219F28A5-E5A3-44D7-A4B9-C8F5E83913F6}"/>
          </ac:spMkLst>
        </pc:spChg>
      </pc:sldChg>
      <pc:sldChg chg="modSp">
        <pc:chgData name="Vincent Van De Walle" userId="503d699d-879a-4b2b-8e3d-903b3421bd06" providerId="ADAL" clId="{6F6EE276-0C62-4F10-95A1-7753D537804A}" dt="2021-03-16T08:42:10.766" v="593" actId="20577"/>
        <pc:sldMkLst>
          <pc:docMk/>
          <pc:sldMk cId="413082495" sldId="276"/>
        </pc:sldMkLst>
        <pc:spChg chg="mod">
          <ac:chgData name="Vincent Van De Walle" userId="503d699d-879a-4b2b-8e3d-903b3421bd06" providerId="ADAL" clId="{6F6EE276-0C62-4F10-95A1-7753D537804A}" dt="2021-03-16T08:42:10.766" v="593" actId="20577"/>
          <ac:spMkLst>
            <pc:docMk/>
            <pc:sldMk cId="413082495" sldId="276"/>
            <ac:spMk id="4" creationId="{219F28A5-E5A3-44D7-A4B9-C8F5E83913F6}"/>
          </ac:spMkLst>
        </pc:spChg>
      </pc:sldChg>
      <pc:sldChg chg="modSp modAnim">
        <pc:chgData name="Vincent Van De Walle" userId="503d699d-879a-4b2b-8e3d-903b3421bd06" providerId="ADAL" clId="{6F6EE276-0C62-4F10-95A1-7753D537804A}" dt="2021-03-16T08:35:53.569" v="60" actId="20577"/>
        <pc:sldMkLst>
          <pc:docMk/>
          <pc:sldMk cId="3053052711" sldId="277"/>
        </pc:sldMkLst>
        <pc:spChg chg="mod">
          <ac:chgData name="Vincent Van De Walle" userId="503d699d-879a-4b2b-8e3d-903b3421bd06" providerId="ADAL" clId="{6F6EE276-0C62-4F10-95A1-7753D537804A}" dt="2021-03-16T08:35:53.569" v="60" actId="20577"/>
          <ac:spMkLst>
            <pc:docMk/>
            <pc:sldMk cId="3053052711" sldId="277"/>
            <ac:spMk id="4" creationId="{219F28A5-E5A3-44D7-A4B9-C8F5E83913F6}"/>
          </ac:spMkLst>
        </pc:spChg>
      </pc:sldChg>
      <pc:sldChg chg="modSp modAnim">
        <pc:chgData name="Vincent Van De Walle" userId="503d699d-879a-4b2b-8e3d-903b3421bd06" providerId="ADAL" clId="{6F6EE276-0C62-4F10-95A1-7753D537804A}" dt="2021-03-16T08:42:26.063" v="601" actId="20577"/>
        <pc:sldMkLst>
          <pc:docMk/>
          <pc:sldMk cId="399987063" sldId="279"/>
        </pc:sldMkLst>
        <pc:spChg chg="mod">
          <ac:chgData name="Vincent Van De Walle" userId="503d699d-879a-4b2b-8e3d-903b3421bd06" providerId="ADAL" clId="{6F6EE276-0C62-4F10-95A1-7753D537804A}" dt="2021-03-16T08:42:26.063" v="601" actId="20577"/>
          <ac:spMkLst>
            <pc:docMk/>
            <pc:sldMk cId="399987063" sldId="279"/>
            <ac:spMk id="4" creationId="{219F28A5-E5A3-44D7-A4B9-C8F5E83913F6}"/>
          </ac:spMkLst>
        </pc:spChg>
      </pc:sldChg>
      <pc:sldChg chg="delSp modSp add modAnim">
        <pc:chgData name="Vincent Van De Walle" userId="503d699d-879a-4b2b-8e3d-903b3421bd06" providerId="ADAL" clId="{6F6EE276-0C62-4F10-95A1-7753D537804A}" dt="2021-03-16T08:44:59.070" v="675" actId="20577"/>
        <pc:sldMkLst>
          <pc:docMk/>
          <pc:sldMk cId="4284277471" sldId="280"/>
        </pc:sldMkLst>
        <pc:spChg chg="mod">
          <ac:chgData name="Vincent Van De Walle" userId="503d699d-879a-4b2b-8e3d-903b3421bd06" providerId="ADAL" clId="{6F6EE276-0C62-4F10-95A1-7753D537804A}" dt="2021-03-16T08:39:54.509" v="494" actId="20577"/>
          <ac:spMkLst>
            <pc:docMk/>
            <pc:sldMk cId="4284277471" sldId="280"/>
            <ac:spMk id="2" creationId="{CDC83056-688D-4DCE-8143-316A31D9473A}"/>
          </ac:spMkLst>
        </pc:spChg>
        <pc:spChg chg="mod">
          <ac:chgData name="Vincent Van De Walle" userId="503d699d-879a-4b2b-8e3d-903b3421bd06" providerId="ADAL" clId="{6F6EE276-0C62-4F10-95A1-7753D537804A}" dt="2021-03-16T08:44:59.070" v="675" actId="20577"/>
          <ac:spMkLst>
            <pc:docMk/>
            <pc:sldMk cId="4284277471" sldId="280"/>
            <ac:spMk id="4" creationId="{219F28A5-E5A3-44D7-A4B9-C8F5E83913F6}"/>
          </ac:spMkLst>
        </pc:spChg>
        <pc:picChg chg="del">
          <ac:chgData name="Vincent Van De Walle" userId="503d699d-879a-4b2b-8e3d-903b3421bd06" providerId="ADAL" clId="{6F6EE276-0C62-4F10-95A1-7753D537804A}" dt="2021-03-16T08:37:31.805" v="102" actId="478"/>
          <ac:picMkLst>
            <pc:docMk/>
            <pc:sldMk cId="4284277471" sldId="280"/>
            <ac:picMk id="7" creationId="{74263E69-4E26-4180-A84E-ADE120B6FF30}"/>
          </ac:picMkLst>
        </pc:picChg>
      </pc:sldChg>
      <pc:sldChg chg="modSp add modAnim">
        <pc:chgData name="Vincent Van De Walle" userId="503d699d-879a-4b2b-8e3d-903b3421bd06" providerId="ADAL" clId="{6F6EE276-0C62-4F10-95A1-7753D537804A}" dt="2021-03-16T08:53:47.164" v="930" actId="20577"/>
        <pc:sldMkLst>
          <pc:docMk/>
          <pc:sldMk cId="1242222880" sldId="281"/>
        </pc:sldMkLst>
        <pc:spChg chg="mod">
          <ac:chgData name="Vincent Van De Walle" userId="503d699d-879a-4b2b-8e3d-903b3421bd06" providerId="ADAL" clId="{6F6EE276-0C62-4F10-95A1-7753D537804A}" dt="2021-03-16T08:52:25.244" v="834" actId="20577"/>
          <ac:spMkLst>
            <pc:docMk/>
            <pc:sldMk cId="1242222880" sldId="281"/>
            <ac:spMk id="2" creationId="{CDC83056-688D-4DCE-8143-316A31D9473A}"/>
          </ac:spMkLst>
        </pc:spChg>
        <pc:spChg chg="mod">
          <ac:chgData name="Vincent Van De Walle" userId="503d699d-879a-4b2b-8e3d-903b3421bd06" providerId="ADAL" clId="{6F6EE276-0C62-4F10-95A1-7753D537804A}" dt="2021-03-16T08:53:47.164" v="930" actId="20577"/>
          <ac:spMkLst>
            <pc:docMk/>
            <pc:sldMk cId="1242222880" sldId="281"/>
            <ac:spMk id="4" creationId="{219F28A5-E5A3-44D7-A4B9-C8F5E83913F6}"/>
          </ac:spMkLst>
        </pc:spChg>
      </pc:sldChg>
      <pc:sldChg chg="addSp modSp add modAnim">
        <pc:chgData name="Vincent Van De Walle" userId="503d699d-879a-4b2b-8e3d-903b3421bd06" providerId="ADAL" clId="{6F6EE276-0C62-4F10-95A1-7753D537804A}" dt="2021-03-16T08:58:08.701" v="1085" actId="20577"/>
        <pc:sldMkLst>
          <pc:docMk/>
          <pc:sldMk cId="3734050107" sldId="282"/>
        </pc:sldMkLst>
        <pc:spChg chg="mod">
          <ac:chgData name="Vincent Van De Walle" userId="503d699d-879a-4b2b-8e3d-903b3421bd06" providerId="ADAL" clId="{6F6EE276-0C62-4F10-95A1-7753D537804A}" dt="2021-03-16T08:55:40.716" v="962" actId="20577"/>
          <ac:spMkLst>
            <pc:docMk/>
            <pc:sldMk cId="3734050107" sldId="282"/>
            <ac:spMk id="2" creationId="{CDC83056-688D-4DCE-8143-316A31D9473A}"/>
          </ac:spMkLst>
        </pc:spChg>
        <pc:spChg chg="mod">
          <ac:chgData name="Vincent Van De Walle" userId="503d699d-879a-4b2b-8e3d-903b3421bd06" providerId="ADAL" clId="{6F6EE276-0C62-4F10-95A1-7753D537804A}" dt="2021-03-16T08:58:08.701" v="1085" actId="20577"/>
          <ac:spMkLst>
            <pc:docMk/>
            <pc:sldMk cId="3734050107" sldId="282"/>
            <ac:spMk id="4" creationId="{219F28A5-E5A3-44D7-A4B9-C8F5E83913F6}"/>
          </ac:spMkLst>
        </pc:spChg>
        <pc:graphicFrameChg chg="add mod">
          <ac:chgData name="Vincent Van De Walle" userId="503d699d-879a-4b2b-8e3d-903b3421bd06" providerId="ADAL" clId="{6F6EE276-0C62-4F10-95A1-7753D537804A}" dt="2021-03-16T08:55:51.018" v="963" actId="1076"/>
          <ac:graphicFrameMkLst>
            <pc:docMk/>
            <pc:sldMk cId="3734050107" sldId="282"/>
            <ac:graphicFrameMk id="6" creationId="{15BF6460-085D-493D-9832-5065E48B5481}"/>
          </ac:graphicFrameMkLst>
        </pc:graphicFrameChg>
      </pc:sldChg>
      <pc:sldChg chg="addSp modSp add">
        <pc:chgData name="Vincent Van De Walle" userId="503d699d-879a-4b2b-8e3d-903b3421bd06" providerId="ADAL" clId="{6F6EE276-0C62-4F10-95A1-7753D537804A}" dt="2021-03-16T08:58:33.492" v="1086" actId="11529"/>
        <pc:sldMkLst>
          <pc:docMk/>
          <pc:sldMk cId="3175741161" sldId="283"/>
        </pc:sldMkLst>
        <pc:spChg chg="add mod">
          <ac:chgData name="Vincent Van De Walle" userId="503d699d-879a-4b2b-8e3d-903b3421bd06" providerId="ADAL" clId="{6F6EE276-0C62-4F10-95A1-7753D537804A}" dt="2021-03-16T08:58:33.492" v="1086" actId="11529"/>
          <ac:spMkLst>
            <pc:docMk/>
            <pc:sldMk cId="3175741161" sldId="283"/>
            <ac:spMk id="7" creationId="{1AFEF360-D5F8-4642-8059-5335A55B93AD}"/>
          </ac:spMkLst>
        </pc:spChg>
      </pc:sldChg>
      <pc:sldChg chg="modSp add modAnim">
        <pc:chgData name="Vincent Van De Walle" userId="503d699d-879a-4b2b-8e3d-903b3421bd06" providerId="ADAL" clId="{6F6EE276-0C62-4F10-95A1-7753D537804A}" dt="2021-03-16T09:02:40.399" v="1204"/>
        <pc:sldMkLst>
          <pc:docMk/>
          <pc:sldMk cId="3993525912" sldId="284"/>
        </pc:sldMkLst>
        <pc:spChg chg="mod">
          <ac:chgData name="Vincent Van De Walle" userId="503d699d-879a-4b2b-8e3d-903b3421bd06" providerId="ADAL" clId="{6F6EE276-0C62-4F10-95A1-7753D537804A}" dt="2021-03-16T09:01:41.462" v="1145" actId="20577"/>
          <ac:spMkLst>
            <pc:docMk/>
            <pc:sldMk cId="3993525912" sldId="284"/>
            <ac:spMk id="2" creationId="{CDC83056-688D-4DCE-8143-316A31D9473A}"/>
          </ac:spMkLst>
        </pc:spChg>
        <pc:spChg chg="mod">
          <ac:chgData name="Vincent Van De Walle" userId="503d699d-879a-4b2b-8e3d-903b3421bd06" providerId="ADAL" clId="{6F6EE276-0C62-4F10-95A1-7753D537804A}" dt="2021-03-16T09:02:13.484" v="1201" actId="20577"/>
          <ac:spMkLst>
            <pc:docMk/>
            <pc:sldMk cId="3993525912" sldId="284"/>
            <ac:spMk id="4" creationId="{219F28A5-E5A3-44D7-A4B9-C8F5E83913F6}"/>
          </ac:spMkLst>
        </pc:spChg>
        <pc:spChg chg="mod">
          <ac:chgData name="Vincent Van De Walle" userId="503d699d-879a-4b2b-8e3d-903b3421bd06" providerId="ADAL" clId="{6F6EE276-0C62-4F10-95A1-7753D537804A}" dt="2021-03-16T08:59:18.107" v="1100" actId="1076"/>
          <ac:spMkLst>
            <pc:docMk/>
            <pc:sldMk cId="3993525912" sldId="284"/>
            <ac:spMk id="7" creationId="{1AFEF360-D5F8-4642-8059-5335A55B93AD}"/>
          </ac:spMkLst>
        </pc:spChg>
        <pc:graphicFrameChg chg="mod modGraphic">
          <ac:chgData name="Vincent Van De Walle" userId="503d699d-879a-4b2b-8e3d-903b3421bd06" providerId="ADAL" clId="{6F6EE276-0C62-4F10-95A1-7753D537804A}" dt="2021-03-16T09:02:23.501" v="1203" actId="14734"/>
          <ac:graphicFrameMkLst>
            <pc:docMk/>
            <pc:sldMk cId="3993525912" sldId="284"/>
            <ac:graphicFrameMk id="6" creationId="{15BF6460-085D-493D-9832-5065E48B5481}"/>
          </ac:graphicFrameMkLst>
        </pc:graphicFrameChg>
      </pc:sldChg>
      <pc:sldChg chg="addSp delSp modSp add ord delAnim modAnim">
        <pc:chgData name="Vincent Van De Walle" userId="503d699d-879a-4b2b-8e3d-903b3421bd06" providerId="ADAL" clId="{6F6EE276-0C62-4F10-95A1-7753D537804A}" dt="2021-03-16T09:14:11.650" v="1482" actId="20577"/>
        <pc:sldMkLst>
          <pc:docMk/>
          <pc:sldMk cId="2686983124" sldId="285"/>
        </pc:sldMkLst>
        <pc:spChg chg="mod">
          <ac:chgData name="Vincent Van De Walle" userId="503d699d-879a-4b2b-8e3d-903b3421bd06" providerId="ADAL" clId="{6F6EE276-0C62-4F10-95A1-7753D537804A}" dt="2021-03-16T09:03:57.235" v="1250" actId="20577"/>
          <ac:spMkLst>
            <pc:docMk/>
            <pc:sldMk cId="2686983124" sldId="285"/>
            <ac:spMk id="2" creationId="{CDC83056-688D-4DCE-8143-316A31D9473A}"/>
          </ac:spMkLst>
        </pc:spChg>
        <pc:spChg chg="del mod">
          <ac:chgData name="Vincent Van De Walle" userId="503d699d-879a-4b2b-8e3d-903b3421bd06" providerId="ADAL" clId="{6F6EE276-0C62-4F10-95A1-7753D537804A}" dt="2021-03-16T09:06:56.194" v="1339" actId="478"/>
          <ac:spMkLst>
            <pc:docMk/>
            <pc:sldMk cId="2686983124" sldId="285"/>
            <ac:spMk id="4" creationId="{219F28A5-E5A3-44D7-A4B9-C8F5E83913F6}"/>
          </ac:spMkLst>
        </pc:spChg>
        <pc:spChg chg="mod">
          <ac:chgData name="Vincent Van De Walle" userId="503d699d-879a-4b2b-8e3d-903b3421bd06" providerId="ADAL" clId="{6F6EE276-0C62-4F10-95A1-7753D537804A}" dt="2021-03-16T09:09:58.427" v="1421" actId="1035"/>
          <ac:spMkLst>
            <pc:docMk/>
            <pc:sldMk cId="2686983124" sldId="285"/>
            <ac:spMk id="5" creationId="{72DC91F9-0F25-4755-B1B7-22ACB713DBFD}"/>
          </ac:spMkLst>
        </pc:spChg>
        <pc:spChg chg="add mod">
          <ac:chgData name="Vincent Van De Walle" userId="503d699d-879a-4b2b-8e3d-903b3421bd06" providerId="ADAL" clId="{6F6EE276-0C62-4F10-95A1-7753D537804A}" dt="2021-03-16T09:09:58.427" v="1421" actId="1035"/>
          <ac:spMkLst>
            <pc:docMk/>
            <pc:sldMk cId="2686983124" sldId="285"/>
            <ac:spMk id="7" creationId="{0A903C1A-BF72-4008-AEA8-045DB0CC783F}"/>
          </ac:spMkLst>
        </pc:spChg>
        <pc:spChg chg="add mod">
          <ac:chgData name="Vincent Van De Walle" userId="503d699d-879a-4b2b-8e3d-903b3421bd06" providerId="ADAL" clId="{6F6EE276-0C62-4F10-95A1-7753D537804A}" dt="2021-03-16T09:10:08.356" v="1422" actId="1076"/>
          <ac:spMkLst>
            <pc:docMk/>
            <pc:sldMk cId="2686983124" sldId="285"/>
            <ac:spMk id="8" creationId="{D9993CE3-0B4C-42F3-8FAA-A59ED305DB4A}"/>
          </ac:spMkLst>
        </pc:spChg>
        <pc:spChg chg="add mod">
          <ac:chgData name="Vincent Van De Walle" userId="503d699d-879a-4b2b-8e3d-903b3421bd06" providerId="ADAL" clId="{6F6EE276-0C62-4F10-95A1-7753D537804A}" dt="2021-03-16T09:09:58.427" v="1421" actId="1035"/>
          <ac:spMkLst>
            <pc:docMk/>
            <pc:sldMk cId="2686983124" sldId="285"/>
            <ac:spMk id="9" creationId="{7B43C617-D1D8-4EE4-9924-4374903C952F}"/>
          </ac:spMkLst>
        </pc:spChg>
        <pc:spChg chg="add mod">
          <ac:chgData name="Vincent Van De Walle" userId="503d699d-879a-4b2b-8e3d-903b3421bd06" providerId="ADAL" clId="{6F6EE276-0C62-4F10-95A1-7753D537804A}" dt="2021-03-16T09:09:58.427" v="1421" actId="1035"/>
          <ac:spMkLst>
            <pc:docMk/>
            <pc:sldMk cId="2686983124" sldId="285"/>
            <ac:spMk id="10" creationId="{E63D934B-1132-48C5-9CE4-7947F78D15A5}"/>
          </ac:spMkLst>
        </pc:spChg>
        <pc:spChg chg="add mod">
          <ac:chgData name="Vincent Van De Walle" userId="503d699d-879a-4b2b-8e3d-903b3421bd06" providerId="ADAL" clId="{6F6EE276-0C62-4F10-95A1-7753D537804A}" dt="2021-03-16T09:09:58.427" v="1421" actId="1035"/>
          <ac:spMkLst>
            <pc:docMk/>
            <pc:sldMk cId="2686983124" sldId="285"/>
            <ac:spMk id="11" creationId="{B3614814-A657-4C2E-BB95-17347D8E0E83}"/>
          </ac:spMkLst>
        </pc:spChg>
        <pc:spChg chg="add mod">
          <ac:chgData name="Vincent Van De Walle" userId="503d699d-879a-4b2b-8e3d-903b3421bd06" providerId="ADAL" clId="{6F6EE276-0C62-4F10-95A1-7753D537804A}" dt="2021-03-16T09:09:58.427" v="1421" actId="1035"/>
          <ac:spMkLst>
            <pc:docMk/>
            <pc:sldMk cId="2686983124" sldId="285"/>
            <ac:spMk id="12" creationId="{F65CD788-6F97-46C5-BFC6-E4756674FF55}"/>
          </ac:spMkLst>
        </pc:spChg>
        <pc:spChg chg="add mod">
          <ac:chgData name="Vincent Van De Walle" userId="503d699d-879a-4b2b-8e3d-903b3421bd06" providerId="ADAL" clId="{6F6EE276-0C62-4F10-95A1-7753D537804A}" dt="2021-03-16T09:09:58.427" v="1421" actId="1035"/>
          <ac:spMkLst>
            <pc:docMk/>
            <pc:sldMk cId="2686983124" sldId="285"/>
            <ac:spMk id="13" creationId="{FF33E5A0-129B-4DAE-81DE-DF44CCC58293}"/>
          </ac:spMkLst>
        </pc:spChg>
        <pc:spChg chg="add mod">
          <ac:chgData name="Vincent Van De Walle" userId="503d699d-879a-4b2b-8e3d-903b3421bd06" providerId="ADAL" clId="{6F6EE276-0C62-4F10-95A1-7753D537804A}" dt="2021-03-16T09:09:58.427" v="1421" actId="1035"/>
          <ac:spMkLst>
            <pc:docMk/>
            <pc:sldMk cId="2686983124" sldId="285"/>
            <ac:spMk id="14" creationId="{A46229E6-D77E-450D-AD35-65F91B10DA77}"/>
          </ac:spMkLst>
        </pc:spChg>
        <pc:spChg chg="add mod">
          <ac:chgData name="Vincent Van De Walle" userId="503d699d-879a-4b2b-8e3d-903b3421bd06" providerId="ADAL" clId="{6F6EE276-0C62-4F10-95A1-7753D537804A}" dt="2021-03-16T09:09:58.427" v="1421" actId="1035"/>
          <ac:spMkLst>
            <pc:docMk/>
            <pc:sldMk cId="2686983124" sldId="285"/>
            <ac:spMk id="15" creationId="{BB6CA77F-1E69-41B8-B606-BEA36ED24FD8}"/>
          </ac:spMkLst>
        </pc:spChg>
        <pc:spChg chg="add mod">
          <ac:chgData name="Vincent Van De Walle" userId="503d699d-879a-4b2b-8e3d-903b3421bd06" providerId="ADAL" clId="{6F6EE276-0C62-4F10-95A1-7753D537804A}" dt="2021-03-16T09:09:58.427" v="1421" actId="1035"/>
          <ac:spMkLst>
            <pc:docMk/>
            <pc:sldMk cId="2686983124" sldId="285"/>
            <ac:spMk id="16" creationId="{59EC3713-44A3-4E7A-B301-3FAF03B0717B}"/>
          </ac:spMkLst>
        </pc:spChg>
        <pc:spChg chg="add mod">
          <ac:chgData name="Vincent Van De Walle" userId="503d699d-879a-4b2b-8e3d-903b3421bd06" providerId="ADAL" clId="{6F6EE276-0C62-4F10-95A1-7753D537804A}" dt="2021-03-16T09:09:58.427" v="1421" actId="1035"/>
          <ac:spMkLst>
            <pc:docMk/>
            <pc:sldMk cId="2686983124" sldId="285"/>
            <ac:spMk id="17" creationId="{9AA08443-E43E-452C-875A-B9BEAFB1C88B}"/>
          </ac:spMkLst>
        </pc:spChg>
        <pc:spChg chg="add del">
          <ac:chgData name="Vincent Van De Walle" userId="503d699d-879a-4b2b-8e3d-903b3421bd06" providerId="ADAL" clId="{6F6EE276-0C62-4F10-95A1-7753D537804A}" dt="2021-03-16T09:07:05.650" v="1343"/>
          <ac:spMkLst>
            <pc:docMk/>
            <pc:sldMk cId="2686983124" sldId="285"/>
            <ac:spMk id="18" creationId="{772948D7-B056-4A29-9DF9-555F605514D6}"/>
          </ac:spMkLst>
        </pc:spChg>
        <pc:spChg chg="add del">
          <ac:chgData name="Vincent Van De Walle" userId="503d699d-879a-4b2b-8e3d-903b3421bd06" providerId="ADAL" clId="{6F6EE276-0C62-4F10-95A1-7753D537804A}" dt="2021-03-16T09:07:05.650" v="1343"/>
          <ac:spMkLst>
            <pc:docMk/>
            <pc:sldMk cId="2686983124" sldId="285"/>
            <ac:spMk id="19" creationId="{5F045B78-53D2-4E3D-9D33-922732520887}"/>
          </ac:spMkLst>
        </pc:spChg>
        <pc:spChg chg="add del">
          <ac:chgData name="Vincent Van De Walle" userId="503d699d-879a-4b2b-8e3d-903b3421bd06" providerId="ADAL" clId="{6F6EE276-0C62-4F10-95A1-7753D537804A}" dt="2021-03-16T09:07:05.650" v="1343"/>
          <ac:spMkLst>
            <pc:docMk/>
            <pc:sldMk cId="2686983124" sldId="285"/>
            <ac:spMk id="20" creationId="{A6533161-63F9-4CE7-B729-50BB34EA7184}"/>
          </ac:spMkLst>
        </pc:spChg>
        <pc:spChg chg="add del">
          <ac:chgData name="Vincent Van De Walle" userId="503d699d-879a-4b2b-8e3d-903b3421bd06" providerId="ADAL" clId="{6F6EE276-0C62-4F10-95A1-7753D537804A}" dt="2021-03-16T09:07:05.650" v="1343"/>
          <ac:spMkLst>
            <pc:docMk/>
            <pc:sldMk cId="2686983124" sldId="285"/>
            <ac:spMk id="21" creationId="{8E66EDDD-94E2-4711-B054-6BF21DAC1B43}"/>
          </ac:spMkLst>
        </pc:spChg>
        <pc:spChg chg="add del">
          <ac:chgData name="Vincent Van De Walle" userId="503d699d-879a-4b2b-8e3d-903b3421bd06" providerId="ADAL" clId="{6F6EE276-0C62-4F10-95A1-7753D537804A}" dt="2021-03-16T09:07:05.650" v="1343"/>
          <ac:spMkLst>
            <pc:docMk/>
            <pc:sldMk cId="2686983124" sldId="285"/>
            <ac:spMk id="22" creationId="{25CB244E-12B5-498E-B451-39B1D78029C2}"/>
          </ac:spMkLst>
        </pc:spChg>
        <pc:spChg chg="add del">
          <ac:chgData name="Vincent Van De Walle" userId="503d699d-879a-4b2b-8e3d-903b3421bd06" providerId="ADAL" clId="{6F6EE276-0C62-4F10-95A1-7753D537804A}" dt="2021-03-16T09:07:05.650" v="1343"/>
          <ac:spMkLst>
            <pc:docMk/>
            <pc:sldMk cId="2686983124" sldId="285"/>
            <ac:spMk id="23" creationId="{82699871-8C5A-4EE1-83F5-4F09FBA64B23}"/>
          </ac:spMkLst>
        </pc:spChg>
        <pc:spChg chg="add del">
          <ac:chgData name="Vincent Van De Walle" userId="503d699d-879a-4b2b-8e3d-903b3421bd06" providerId="ADAL" clId="{6F6EE276-0C62-4F10-95A1-7753D537804A}" dt="2021-03-16T09:07:05.650" v="1343"/>
          <ac:spMkLst>
            <pc:docMk/>
            <pc:sldMk cId="2686983124" sldId="285"/>
            <ac:spMk id="24" creationId="{C18B47B5-1423-445C-9349-BDDB7C3B1A39}"/>
          </ac:spMkLst>
        </pc:spChg>
        <pc:spChg chg="add del">
          <ac:chgData name="Vincent Van De Walle" userId="503d699d-879a-4b2b-8e3d-903b3421bd06" providerId="ADAL" clId="{6F6EE276-0C62-4F10-95A1-7753D537804A}" dt="2021-03-16T09:07:05.650" v="1343"/>
          <ac:spMkLst>
            <pc:docMk/>
            <pc:sldMk cId="2686983124" sldId="285"/>
            <ac:spMk id="25" creationId="{C0212E3B-A688-44DC-A222-ABB87606FFDC}"/>
          </ac:spMkLst>
        </pc:spChg>
        <pc:spChg chg="add del">
          <ac:chgData name="Vincent Van De Walle" userId="503d699d-879a-4b2b-8e3d-903b3421bd06" providerId="ADAL" clId="{6F6EE276-0C62-4F10-95A1-7753D537804A}" dt="2021-03-16T09:07:05.650" v="1343"/>
          <ac:spMkLst>
            <pc:docMk/>
            <pc:sldMk cId="2686983124" sldId="285"/>
            <ac:spMk id="26" creationId="{248E5BF1-A806-4988-88B9-CDB8EDEAC4CD}"/>
          </ac:spMkLst>
        </pc:spChg>
        <pc:spChg chg="add del">
          <ac:chgData name="Vincent Van De Walle" userId="503d699d-879a-4b2b-8e3d-903b3421bd06" providerId="ADAL" clId="{6F6EE276-0C62-4F10-95A1-7753D537804A}" dt="2021-03-16T09:07:05.170" v="1342"/>
          <ac:spMkLst>
            <pc:docMk/>
            <pc:sldMk cId="2686983124" sldId="285"/>
            <ac:spMk id="27" creationId="{E10D01B1-2A51-43B7-80CC-DBCDDDB976B3}"/>
          </ac:spMkLst>
        </pc:spChg>
        <pc:spChg chg="add del">
          <ac:chgData name="Vincent Van De Walle" userId="503d699d-879a-4b2b-8e3d-903b3421bd06" providerId="ADAL" clId="{6F6EE276-0C62-4F10-95A1-7753D537804A}" dt="2021-03-16T09:07:05.170" v="1342"/>
          <ac:spMkLst>
            <pc:docMk/>
            <pc:sldMk cId="2686983124" sldId="285"/>
            <ac:spMk id="28" creationId="{8C1DB661-BE17-4F8D-89DE-F52F21BA9245}"/>
          </ac:spMkLst>
        </pc:spChg>
        <pc:spChg chg="add del">
          <ac:chgData name="Vincent Van De Walle" userId="503d699d-879a-4b2b-8e3d-903b3421bd06" providerId="ADAL" clId="{6F6EE276-0C62-4F10-95A1-7753D537804A}" dt="2021-03-16T09:07:05.170" v="1342"/>
          <ac:spMkLst>
            <pc:docMk/>
            <pc:sldMk cId="2686983124" sldId="285"/>
            <ac:spMk id="29" creationId="{39831D44-F73C-4DE1-8982-89BCEF062C6A}"/>
          </ac:spMkLst>
        </pc:spChg>
        <pc:spChg chg="add del">
          <ac:chgData name="Vincent Van De Walle" userId="503d699d-879a-4b2b-8e3d-903b3421bd06" providerId="ADAL" clId="{6F6EE276-0C62-4F10-95A1-7753D537804A}" dt="2021-03-16T09:07:05.170" v="1342"/>
          <ac:spMkLst>
            <pc:docMk/>
            <pc:sldMk cId="2686983124" sldId="285"/>
            <ac:spMk id="30" creationId="{FEC57573-4CE7-41F5-AD5A-82966CC52589}"/>
          </ac:spMkLst>
        </pc:spChg>
        <pc:spChg chg="add del">
          <ac:chgData name="Vincent Van De Walle" userId="503d699d-879a-4b2b-8e3d-903b3421bd06" providerId="ADAL" clId="{6F6EE276-0C62-4F10-95A1-7753D537804A}" dt="2021-03-16T09:07:05.170" v="1342"/>
          <ac:spMkLst>
            <pc:docMk/>
            <pc:sldMk cId="2686983124" sldId="285"/>
            <ac:spMk id="31" creationId="{50D222F8-FA73-4290-B7FB-0E65B1AF593C}"/>
          </ac:spMkLst>
        </pc:spChg>
        <pc:spChg chg="add del">
          <ac:chgData name="Vincent Van De Walle" userId="503d699d-879a-4b2b-8e3d-903b3421bd06" providerId="ADAL" clId="{6F6EE276-0C62-4F10-95A1-7753D537804A}" dt="2021-03-16T09:07:05.170" v="1342"/>
          <ac:spMkLst>
            <pc:docMk/>
            <pc:sldMk cId="2686983124" sldId="285"/>
            <ac:spMk id="32" creationId="{7A3076A0-126C-4057-825A-B5CC7A82A1AA}"/>
          </ac:spMkLst>
        </pc:spChg>
        <pc:spChg chg="add del">
          <ac:chgData name="Vincent Van De Walle" userId="503d699d-879a-4b2b-8e3d-903b3421bd06" providerId="ADAL" clId="{6F6EE276-0C62-4F10-95A1-7753D537804A}" dt="2021-03-16T09:07:05.170" v="1342"/>
          <ac:spMkLst>
            <pc:docMk/>
            <pc:sldMk cId="2686983124" sldId="285"/>
            <ac:spMk id="33" creationId="{F517606B-EF00-4977-B335-5B12CC20BB9B}"/>
          </ac:spMkLst>
        </pc:spChg>
        <pc:spChg chg="add del">
          <ac:chgData name="Vincent Van De Walle" userId="503d699d-879a-4b2b-8e3d-903b3421bd06" providerId="ADAL" clId="{6F6EE276-0C62-4F10-95A1-7753D537804A}" dt="2021-03-16T09:07:05.170" v="1342"/>
          <ac:spMkLst>
            <pc:docMk/>
            <pc:sldMk cId="2686983124" sldId="285"/>
            <ac:spMk id="34" creationId="{5AF2A087-7D49-4CEB-8607-80A866989E24}"/>
          </ac:spMkLst>
        </pc:spChg>
        <pc:spChg chg="add del">
          <ac:chgData name="Vincent Van De Walle" userId="503d699d-879a-4b2b-8e3d-903b3421bd06" providerId="ADAL" clId="{6F6EE276-0C62-4F10-95A1-7753D537804A}" dt="2021-03-16T09:07:05.170" v="1342"/>
          <ac:spMkLst>
            <pc:docMk/>
            <pc:sldMk cId="2686983124" sldId="285"/>
            <ac:spMk id="35" creationId="{3FEED144-C64B-483F-9815-44912F716291}"/>
          </ac:spMkLst>
        </pc:spChg>
        <pc:spChg chg="add mod">
          <ac:chgData name="Vincent Van De Walle" userId="503d699d-879a-4b2b-8e3d-903b3421bd06" providerId="ADAL" clId="{6F6EE276-0C62-4F10-95A1-7753D537804A}" dt="2021-03-16T09:09:58.427" v="1421" actId="1035"/>
          <ac:spMkLst>
            <pc:docMk/>
            <pc:sldMk cId="2686983124" sldId="285"/>
            <ac:spMk id="36" creationId="{39DF9AE9-E259-4007-9537-9610CC9D7419}"/>
          </ac:spMkLst>
        </pc:spChg>
        <pc:spChg chg="add mod">
          <ac:chgData name="Vincent Van De Walle" userId="503d699d-879a-4b2b-8e3d-903b3421bd06" providerId="ADAL" clId="{6F6EE276-0C62-4F10-95A1-7753D537804A}" dt="2021-03-16T09:09:58.427" v="1421" actId="1035"/>
          <ac:spMkLst>
            <pc:docMk/>
            <pc:sldMk cId="2686983124" sldId="285"/>
            <ac:spMk id="37" creationId="{385289FA-0F84-432C-B6D2-FC18A995EA41}"/>
          </ac:spMkLst>
        </pc:spChg>
        <pc:spChg chg="add mod">
          <ac:chgData name="Vincent Van De Walle" userId="503d699d-879a-4b2b-8e3d-903b3421bd06" providerId="ADAL" clId="{6F6EE276-0C62-4F10-95A1-7753D537804A}" dt="2021-03-16T09:09:58.427" v="1421" actId="1035"/>
          <ac:spMkLst>
            <pc:docMk/>
            <pc:sldMk cId="2686983124" sldId="285"/>
            <ac:spMk id="38" creationId="{E8EE705A-ED11-4C5F-815F-0F1352D32046}"/>
          </ac:spMkLst>
        </pc:spChg>
        <pc:spChg chg="add mod">
          <ac:chgData name="Vincent Van De Walle" userId="503d699d-879a-4b2b-8e3d-903b3421bd06" providerId="ADAL" clId="{6F6EE276-0C62-4F10-95A1-7753D537804A}" dt="2021-03-16T09:09:58.427" v="1421" actId="1035"/>
          <ac:spMkLst>
            <pc:docMk/>
            <pc:sldMk cId="2686983124" sldId="285"/>
            <ac:spMk id="39" creationId="{8DEE1987-0CCA-4500-80C7-0C285FD6A3AD}"/>
          </ac:spMkLst>
        </pc:spChg>
        <pc:spChg chg="add mod">
          <ac:chgData name="Vincent Van De Walle" userId="503d699d-879a-4b2b-8e3d-903b3421bd06" providerId="ADAL" clId="{6F6EE276-0C62-4F10-95A1-7753D537804A}" dt="2021-03-16T09:09:58.427" v="1421" actId="1035"/>
          <ac:spMkLst>
            <pc:docMk/>
            <pc:sldMk cId="2686983124" sldId="285"/>
            <ac:spMk id="40" creationId="{28B3D0A4-D4D3-4231-A4E7-E9BD9B4B0464}"/>
          </ac:spMkLst>
        </pc:spChg>
        <pc:spChg chg="add mod">
          <ac:chgData name="Vincent Van De Walle" userId="503d699d-879a-4b2b-8e3d-903b3421bd06" providerId="ADAL" clId="{6F6EE276-0C62-4F10-95A1-7753D537804A}" dt="2021-03-16T09:09:58.427" v="1421" actId="1035"/>
          <ac:spMkLst>
            <pc:docMk/>
            <pc:sldMk cId="2686983124" sldId="285"/>
            <ac:spMk id="41" creationId="{81978282-C848-4592-8E92-2BFDA8EB71E4}"/>
          </ac:spMkLst>
        </pc:spChg>
        <pc:spChg chg="add mod">
          <ac:chgData name="Vincent Van De Walle" userId="503d699d-879a-4b2b-8e3d-903b3421bd06" providerId="ADAL" clId="{6F6EE276-0C62-4F10-95A1-7753D537804A}" dt="2021-03-16T09:09:58.427" v="1421" actId="1035"/>
          <ac:spMkLst>
            <pc:docMk/>
            <pc:sldMk cId="2686983124" sldId="285"/>
            <ac:spMk id="42" creationId="{2B53317E-F047-471F-B874-935F5500DE7C}"/>
          </ac:spMkLst>
        </pc:spChg>
        <pc:spChg chg="add mod">
          <ac:chgData name="Vincent Van De Walle" userId="503d699d-879a-4b2b-8e3d-903b3421bd06" providerId="ADAL" clId="{6F6EE276-0C62-4F10-95A1-7753D537804A}" dt="2021-03-16T09:09:58.427" v="1421" actId="1035"/>
          <ac:spMkLst>
            <pc:docMk/>
            <pc:sldMk cId="2686983124" sldId="285"/>
            <ac:spMk id="43" creationId="{526D427F-F897-4A18-A4DF-71DE7469F393}"/>
          </ac:spMkLst>
        </pc:spChg>
        <pc:spChg chg="add mod">
          <ac:chgData name="Vincent Van De Walle" userId="503d699d-879a-4b2b-8e3d-903b3421bd06" providerId="ADAL" clId="{6F6EE276-0C62-4F10-95A1-7753D537804A}" dt="2021-03-16T09:09:58.427" v="1421" actId="1035"/>
          <ac:spMkLst>
            <pc:docMk/>
            <pc:sldMk cId="2686983124" sldId="285"/>
            <ac:spMk id="44" creationId="{93D43604-ECF3-44BC-9103-096230A6D1C6}"/>
          </ac:spMkLst>
        </pc:spChg>
        <pc:spChg chg="add mod">
          <ac:chgData name="Vincent Van De Walle" userId="503d699d-879a-4b2b-8e3d-903b3421bd06" providerId="ADAL" clId="{6F6EE276-0C62-4F10-95A1-7753D537804A}" dt="2021-03-16T09:09:58.427" v="1421" actId="1035"/>
          <ac:spMkLst>
            <pc:docMk/>
            <pc:sldMk cId="2686983124" sldId="285"/>
            <ac:spMk id="45" creationId="{8E65B85E-2DCD-4996-8FF0-2F3CC2F8031D}"/>
          </ac:spMkLst>
        </pc:spChg>
        <pc:spChg chg="add mod">
          <ac:chgData name="Vincent Van De Walle" userId="503d699d-879a-4b2b-8e3d-903b3421bd06" providerId="ADAL" clId="{6F6EE276-0C62-4F10-95A1-7753D537804A}" dt="2021-03-16T09:09:58.427" v="1421" actId="1035"/>
          <ac:spMkLst>
            <pc:docMk/>
            <pc:sldMk cId="2686983124" sldId="285"/>
            <ac:spMk id="46" creationId="{E2CEED41-569F-43CE-B277-35331646ADF8}"/>
          </ac:spMkLst>
        </pc:spChg>
        <pc:spChg chg="add mod">
          <ac:chgData name="Vincent Van De Walle" userId="503d699d-879a-4b2b-8e3d-903b3421bd06" providerId="ADAL" clId="{6F6EE276-0C62-4F10-95A1-7753D537804A}" dt="2021-03-16T09:09:58.427" v="1421" actId="1035"/>
          <ac:spMkLst>
            <pc:docMk/>
            <pc:sldMk cId="2686983124" sldId="285"/>
            <ac:spMk id="47" creationId="{C261F711-A026-409F-8595-41395DC7D566}"/>
          </ac:spMkLst>
        </pc:spChg>
        <pc:spChg chg="add mod">
          <ac:chgData name="Vincent Van De Walle" userId="503d699d-879a-4b2b-8e3d-903b3421bd06" providerId="ADAL" clId="{6F6EE276-0C62-4F10-95A1-7753D537804A}" dt="2021-03-16T09:09:58.427" v="1421" actId="1035"/>
          <ac:spMkLst>
            <pc:docMk/>
            <pc:sldMk cId="2686983124" sldId="285"/>
            <ac:spMk id="48" creationId="{F3395298-AD5A-4B0A-AF69-34A022E38AE8}"/>
          </ac:spMkLst>
        </pc:spChg>
        <pc:spChg chg="add mod">
          <ac:chgData name="Vincent Van De Walle" userId="503d699d-879a-4b2b-8e3d-903b3421bd06" providerId="ADAL" clId="{6F6EE276-0C62-4F10-95A1-7753D537804A}" dt="2021-03-16T09:09:58.427" v="1421" actId="1035"/>
          <ac:spMkLst>
            <pc:docMk/>
            <pc:sldMk cId="2686983124" sldId="285"/>
            <ac:spMk id="49" creationId="{F5EC3E91-1FE6-4A29-8DF7-B2F461FEAA0E}"/>
          </ac:spMkLst>
        </pc:spChg>
        <pc:spChg chg="add mod">
          <ac:chgData name="Vincent Van De Walle" userId="503d699d-879a-4b2b-8e3d-903b3421bd06" providerId="ADAL" clId="{6F6EE276-0C62-4F10-95A1-7753D537804A}" dt="2021-03-16T09:09:58.427" v="1421" actId="1035"/>
          <ac:spMkLst>
            <pc:docMk/>
            <pc:sldMk cId="2686983124" sldId="285"/>
            <ac:spMk id="50" creationId="{BE994A96-9B93-40C9-BE22-344D74AD0C53}"/>
          </ac:spMkLst>
        </pc:spChg>
        <pc:spChg chg="add mod">
          <ac:chgData name="Vincent Van De Walle" userId="503d699d-879a-4b2b-8e3d-903b3421bd06" providerId="ADAL" clId="{6F6EE276-0C62-4F10-95A1-7753D537804A}" dt="2021-03-16T09:09:58.427" v="1421" actId="1035"/>
          <ac:spMkLst>
            <pc:docMk/>
            <pc:sldMk cId="2686983124" sldId="285"/>
            <ac:spMk id="51" creationId="{A558EB66-F150-42F7-AA0A-A3D470DAEE74}"/>
          </ac:spMkLst>
        </pc:spChg>
        <pc:spChg chg="add mod">
          <ac:chgData name="Vincent Van De Walle" userId="503d699d-879a-4b2b-8e3d-903b3421bd06" providerId="ADAL" clId="{6F6EE276-0C62-4F10-95A1-7753D537804A}" dt="2021-03-16T09:09:58.427" v="1421" actId="1035"/>
          <ac:spMkLst>
            <pc:docMk/>
            <pc:sldMk cId="2686983124" sldId="285"/>
            <ac:spMk id="52" creationId="{3F3AA4CC-24C7-40A6-8B40-20F31BD29AD3}"/>
          </ac:spMkLst>
        </pc:spChg>
        <pc:spChg chg="add mod">
          <ac:chgData name="Vincent Van De Walle" userId="503d699d-879a-4b2b-8e3d-903b3421bd06" providerId="ADAL" clId="{6F6EE276-0C62-4F10-95A1-7753D537804A}" dt="2021-03-16T09:09:58.427" v="1421" actId="1035"/>
          <ac:spMkLst>
            <pc:docMk/>
            <pc:sldMk cId="2686983124" sldId="285"/>
            <ac:spMk id="53" creationId="{89D3C523-2F3E-4421-AF29-B833C2214473}"/>
          </ac:spMkLst>
        </pc:spChg>
        <pc:spChg chg="add mod">
          <ac:chgData name="Vincent Van De Walle" userId="503d699d-879a-4b2b-8e3d-903b3421bd06" providerId="ADAL" clId="{6F6EE276-0C62-4F10-95A1-7753D537804A}" dt="2021-03-16T09:10:18.594" v="1424"/>
          <ac:spMkLst>
            <pc:docMk/>
            <pc:sldMk cId="2686983124" sldId="285"/>
            <ac:spMk id="54" creationId="{DD7B8762-EC06-4CDE-8536-5C7A0431D50B}"/>
          </ac:spMkLst>
        </pc:spChg>
        <pc:spChg chg="add mod">
          <ac:chgData name="Vincent Van De Walle" userId="503d699d-879a-4b2b-8e3d-903b3421bd06" providerId="ADAL" clId="{6F6EE276-0C62-4F10-95A1-7753D537804A}" dt="2021-03-16T09:14:11.650" v="1482" actId="20577"/>
          <ac:spMkLst>
            <pc:docMk/>
            <pc:sldMk cId="2686983124" sldId="285"/>
            <ac:spMk id="55" creationId="{161D22E2-1CEE-46A3-B07B-C05DD5FD631F}"/>
          </ac:spMkLst>
        </pc:spChg>
        <pc:graphicFrameChg chg="mod">
          <ac:chgData name="Vincent Van De Walle" userId="503d699d-879a-4b2b-8e3d-903b3421bd06" providerId="ADAL" clId="{6F6EE276-0C62-4F10-95A1-7753D537804A}" dt="2021-03-16T09:04:13.114" v="1251" actId="1076"/>
          <ac:graphicFrameMkLst>
            <pc:docMk/>
            <pc:sldMk cId="2686983124" sldId="285"/>
            <ac:graphicFrameMk id="6" creationId="{15BF6460-085D-493D-9832-5065E48B5481}"/>
          </ac:graphicFrameMkLst>
        </pc:graphicFrameChg>
      </pc:sldChg>
      <pc:sldChg chg="modSp add">
        <pc:chgData name="Vincent Van De Walle" userId="503d699d-879a-4b2b-8e3d-903b3421bd06" providerId="ADAL" clId="{6F6EE276-0C62-4F10-95A1-7753D537804A}" dt="2021-03-16T09:17:05.866" v="1547" actId="113"/>
        <pc:sldMkLst>
          <pc:docMk/>
          <pc:sldMk cId="747015613" sldId="286"/>
        </pc:sldMkLst>
        <pc:spChg chg="mod">
          <ac:chgData name="Vincent Van De Walle" userId="503d699d-879a-4b2b-8e3d-903b3421bd06" providerId="ADAL" clId="{6F6EE276-0C62-4F10-95A1-7753D537804A}" dt="2021-03-16T09:16:24.688" v="1520" actId="20577"/>
          <ac:spMkLst>
            <pc:docMk/>
            <pc:sldMk cId="747015613" sldId="286"/>
            <ac:spMk id="2" creationId="{CDC83056-688D-4DCE-8143-316A31D9473A}"/>
          </ac:spMkLst>
        </pc:spChg>
        <pc:graphicFrameChg chg="modGraphic">
          <ac:chgData name="Vincent Van De Walle" userId="503d699d-879a-4b2b-8e3d-903b3421bd06" providerId="ADAL" clId="{6F6EE276-0C62-4F10-95A1-7753D537804A}" dt="2021-03-16T09:17:05.866" v="1547" actId="113"/>
          <ac:graphicFrameMkLst>
            <pc:docMk/>
            <pc:sldMk cId="747015613" sldId="286"/>
            <ac:graphicFrameMk id="6" creationId="{15BF6460-085D-493D-9832-5065E48B5481}"/>
          </ac:graphicFrameMkLst>
        </pc:graphicFrameChg>
      </pc:sldChg>
      <pc:sldChg chg="addSp delSp modSp add modAnim">
        <pc:chgData name="Vincent Van De Walle" userId="503d699d-879a-4b2b-8e3d-903b3421bd06" providerId="ADAL" clId="{6F6EE276-0C62-4F10-95A1-7753D537804A}" dt="2021-03-16T09:28:11.088" v="1661" actId="20577"/>
        <pc:sldMkLst>
          <pc:docMk/>
          <pc:sldMk cId="2306426809" sldId="287"/>
        </pc:sldMkLst>
        <pc:spChg chg="del">
          <ac:chgData name="Vincent Van De Walle" userId="503d699d-879a-4b2b-8e3d-903b3421bd06" providerId="ADAL" clId="{6F6EE276-0C62-4F10-95A1-7753D537804A}" dt="2021-03-16T09:19:34.544" v="1549" actId="478"/>
          <ac:spMkLst>
            <pc:docMk/>
            <pc:sldMk cId="2306426809" sldId="287"/>
            <ac:spMk id="9" creationId="{7B43C617-D1D8-4EE4-9924-4374903C952F}"/>
          </ac:spMkLst>
        </pc:spChg>
        <pc:spChg chg="del">
          <ac:chgData name="Vincent Van De Walle" userId="503d699d-879a-4b2b-8e3d-903b3421bd06" providerId="ADAL" clId="{6F6EE276-0C62-4F10-95A1-7753D537804A}" dt="2021-03-16T09:19:51.507" v="1565" actId="478"/>
          <ac:spMkLst>
            <pc:docMk/>
            <pc:sldMk cId="2306426809" sldId="287"/>
            <ac:spMk id="10" creationId="{E63D934B-1132-48C5-9CE4-7947F78D15A5}"/>
          </ac:spMkLst>
        </pc:spChg>
        <pc:spChg chg="del">
          <ac:chgData name="Vincent Van De Walle" userId="503d699d-879a-4b2b-8e3d-903b3421bd06" providerId="ADAL" clId="{6F6EE276-0C62-4F10-95A1-7753D537804A}" dt="2021-03-16T09:19:40.418" v="1553" actId="478"/>
          <ac:spMkLst>
            <pc:docMk/>
            <pc:sldMk cId="2306426809" sldId="287"/>
            <ac:spMk id="11" creationId="{B3614814-A657-4C2E-BB95-17347D8E0E83}"/>
          </ac:spMkLst>
        </pc:spChg>
        <pc:spChg chg="del">
          <ac:chgData name="Vincent Van De Walle" userId="503d699d-879a-4b2b-8e3d-903b3421bd06" providerId="ADAL" clId="{6F6EE276-0C62-4F10-95A1-7753D537804A}" dt="2021-03-16T09:19:47.168" v="1560" actId="478"/>
          <ac:spMkLst>
            <pc:docMk/>
            <pc:sldMk cId="2306426809" sldId="287"/>
            <ac:spMk id="12" creationId="{F65CD788-6F97-46C5-BFC6-E4756674FF55}"/>
          </ac:spMkLst>
        </pc:spChg>
        <pc:spChg chg="del">
          <ac:chgData name="Vincent Van De Walle" userId="503d699d-879a-4b2b-8e3d-903b3421bd06" providerId="ADAL" clId="{6F6EE276-0C62-4F10-95A1-7753D537804A}" dt="2021-03-16T09:19:35.701" v="1550" actId="478"/>
          <ac:spMkLst>
            <pc:docMk/>
            <pc:sldMk cId="2306426809" sldId="287"/>
            <ac:spMk id="13" creationId="{FF33E5A0-129B-4DAE-81DE-DF44CCC58293}"/>
          </ac:spMkLst>
        </pc:spChg>
        <pc:spChg chg="del">
          <ac:chgData name="Vincent Van De Walle" userId="503d699d-879a-4b2b-8e3d-903b3421bd06" providerId="ADAL" clId="{6F6EE276-0C62-4F10-95A1-7753D537804A}" dt="2021-03-16T09:19:41.392" v="1554" actId="478"/>
          <ac:spMkLst>
            <pc:docMk/>
            <pc:sldMk cId="2306426809" sldId="287"/>
            <ac:spMk id="14" creationId="{A46229E6-D77E-450D-AD35-65F91B10DA77}"/>
          </ac:spMkLst>
        </pc:spChg>
        <pc:spChg chg="del">
          <ac:chgData name="Vincent Van De Walle" userId="503d699d-879a-4b2b-8e3d-903b3421bd06" providerId="ADAL" clId="{6F6EE276-0C62-4F10-95A1-7753D537804A}" dt="2021-03-16T09:19:45.184" v="1558" actId="478"/>
          <ac:spMkLst>
            <pc:docMk/>
            <pc:sldMk cId="2306426809" sldId="287"/>
            <ac:spMk id="15" creationId="{BB6CA77F-1E69-41B8-B606-BEA36ED24FD8}"/>
          </ac:spMkLst>
        </pc:spChg>
        <pc:spChg chg="del">
          <ac:chgData name="Vincent Van De Walle" userId="503d699d-879a-4b2b-8e3d-903b3421bd06" providerId="ADAL" clId="{6F6EE276-0C62-4F10-95A1-7753D537804A}" dt="2021-03-16T09:19:50.737" v="1564" actId="478"/>
          <ac:spMkLst>
            <pc:docMk/>
            <pc:sldMk cId="2306426809" sldId="287"/>
            <ac:spMk id="16" creationId="{59EC3713-44A3-4E7A-B301-3FAF03B0717B}"/>
          </ac:spMkLst>
        </pc:spChg>
        <pc:spChg chg="del">
          <ac:chgData name="Vincent Van De Walle" userId="503d699d-879a-4b2b-8e3d-903b3421bd06" providerId="ADAL" clId="{6F6EE276-0C62-4F10-95A1-7753D537804A}" dt="2021-03-16T09:19:38.252" v="1552" actId="478"/>
          <ac:spMkLst>
            <pc:docMk/>
            <pc:sldMk cId="2306426809" sldId="287"/>
            <ac:spMk id="17" creationId="{9AA08443-E43E-452C-875A-B9BEAFB1C88B}"/>
          </ac:spMkLst>
        </pc:spChg>
        <pc:spChg chg="del">
          <ac:chgData name="Vincent Van De Walle" userId="503d699d-879a-4b2b-8e3d-903b3421bd06" providerId="ADAL" clId="{6F6EE276-0C62-4F10-95A1-7753D537804A}" dt="2021-03-16T09:19:42.192" v="1555" actId="478"/>
          <ac:spMkLst>
            <pc:docMk/>
            <pc:sldMk cId="2306426809" sldId="287"/>
            <ac:spMk id="36" creationId="{39DF9AE9-E259-4007-9537-9610CC9D7419}"/>
          </ac:spMkLst>
        </pc:spChg>
        <pc:spChg chg="del">
          <ac:chgData name="Vincent Van De Walle" userId="503d699d-879a-4b2b-8e3d-903b3421bd06" providerId="ADAL" clId="{6F6EE276-0C62-4F10-95A1-7753D537804A}" dt="2021-03-16T09:19:57.616" v="1571" actId="478"/>
          <ac:spMkLst>
            <pc:docMk/>
            <pc:sldMk cId="2306426809" sldId="287"/>
            <ac:spMk id="37" creationId="{385289FA-0F84-432C-B6D2-FC18A995EA41}"/>
          </ac:spMkLst>
        </pc:spChg>
        <pc:spChg chg="del">
          <ac:chgData name="Vincent Van De Walle" userId="503d699d-879a-4b2b-8e3d-903b3421bd06" providerId="ADAL" clId="{6F6EE276-0C62-4F10-95A1-7753D537804A}" dt="2021-03-16T09:19:48.194" v="1561" actId="478"/>
          <ac:spMkLst>
            <pc:docMk/>
            <pc:sldMk cId="2306426809" sldId="287"/>
            <ac:spMk id="38" creationId="{E8EE705A-ED11-4C5F-815F-0F1352D32046}"/>
          </ac:spMkLst>
        </pc:spChg>
        <pc:spChg chg="del">
          <ac:chgData name="Vincent Van De Walle" userId="503d699d-879a-4b2b-8e3d-903b3421bd06" providerId="ADAL" clId="{6F6EE276-0C62-4F10-95A1-7753D537804A}" dt="2021-03-16T09:19:59.503" v="1573" actId="478"/>
          <ac:spMkLst>
            <pc:docMk/>
            <pc:sldMk cId="2306426809" sldId="287"/>
            <ac:spMk id="39" creationId="{8DEE1987-0CCA-4500-80C7-0C285FD6A3AD}"/>
          </ac:spMkLst>
        </pc:spChg>
        <pc:spChg chg="del">
          <ac:chgData name="Vincent Van De Walle" userId="503d699d-879a-4b2b-8e3d-903b3421bd06" providerId="ADAL" clId="{6F6EE276-0C62-4F10-95A1-7753D537804A}" dt="2021-03-16T09:19:44.303" v="1557" actId="478"/>
          <ac:spMkLst>
            <pc:docMk/>
            <pc:sldMk cId="2306426809" sldId="287"/>
            <ac:spMk id="40" creationId="{28B3D0A4-D4D3-4231-A4E7-E9BD9B4B0464}"/>
          </ac:spMkLst>
        </pc:spChg>
        <pc:spChg chg="del">
          <ac:chgData name="Vincent Van De Walle" userId="503d699d-879a-4b2b-8e3d-903b3421bd06" providerId="ADAL" clId="{6F6EE276-0C62-4F10-95A1-7753D537804A}" dt="2021-03-16T09:20:01.456" v="1575" actId="478"/>
          <ac:spMkLst>
            <pc:docMk/>
            <pc:sldMk cId="2306426809" sldId="287"/>
            <ac:spMk id="41" creationId="{81978282-C848-4592-8E92-2BFDA8EB71E4}"/>
          </ac:spMkLst>
        </pc:spChg>
        <pc:spChg chg="del">
          <ac:chgData name="Vincent Van De Walle" userId="503d699d-879a-4b2b-8e3d-903b3421bd06" providerId="ADAL" clId="{6F6EE276-0C62-4F10-95A1-7753D537804A}" dt="2021-03-16T09:19:53.312" v="1567" actId="478"/>
          <ac:spMkLst>
            <pc:docMk/>
            <pc:sldMk cId="2306426809" sldId="287"/>
            <ac:spMk id="42" creationId="{2B53317E-F047-471F-B874-935F5500DE7C}"/>
          </ac:spMkLst>
        </pc:spChg>
        <pc:spChg chg="del">
          <ac:chgData name="Vincent Van De Walle" userId="503d699d-879a-4b2b-8e3d-903b3421bd06" providerId="ADAL" clId="{6F6EE276-0C62-4F10-95A1-7753D537804A}" dt="2021-03-16T09:19:56.737" v="1570" actId="478"/>
          <ac:spMkLst>
            <pc:docMk/>
            <pc:sldMk cId="2306426809" sldId="287"/>
            <ac:spMk id="43" creationId="{526D427F-F897-4A18-A4DF-71DE7469F393}"/>
          </ac:spMkLst>
        </pc:spChg>
        <pc:spChg chg="del">
          <ac:chgData name="Vincent Van De Walle" userId="503d699d-879a-4b2b-8e3d-903b3421bd06" providerId="ADAL" clId="{6F6EE276-0C62-4F10-95A1-7753D537804A}" dt="2021-03-16T09:19:52.673" v="1566" actId="478"/>
          <ac:spMkLst>
            <pc:docMk/>
            <pc:sldMk cId="2306426809" sldId="287"/>
            <ac:spMk id="44" creationId="{93D43604-ECF3-44BC-9103-096230A6D1C6}"/>
          </ac:spMkLst>
        </pc:spChg>
        <pc:spChg chg="del">
          <ac:chgData name="Vincent Van De Walle" userId="503d699d-879a-4b2b-8e3d-903b3421bd06" providerId="ADAL" clId="{6F6EE276-0C62-4F10-95A1-7753D537804A}" dt="2021-03-16T09:19:55.490" v="1569" actId="478"/>
          <ac:spMkLst>
            <pc:docMk/>
            <pc:sldMk cId="2306426809" sldId="287"/>
            <ac:spMk id="45" creationId="{8E65B85E-2DCD-4996-8FF0-2F3CC2F8031D}"/>
          </ac:spMkLst>
        </pc:spChg>
        <pc:spChg chg="del">
          <ac:chgData name="Vincent Van De Walle" userId="503d699d-879a-4b2b-8e3d-903b3421bd06" providerId="ADAL" clId="{6F6EE276-0C62-4F10-95A1-7753D537804A}" dt="2021-03-16T09:19:58.478" v="1572" actId="478"/>
          <ac:spMkLst>
            <pc:docMk/>
            <pc:sldMk cId="2306426809" sldId="287"/>
            <ac:spMk id="46" creationId="{E2CEED41-569F-43CE-B277-35331646ADF8}"/>
          </ac:spMkLst>
        </pc:spChg>
        <pc:spChg chg="del">
          <ac:chgData name="Vincent Van De Walle" userId="503d699d-879a-4b2b-8e3d-903b3421bd06" providerId="ADAL" clId="{6F6EE276-0C62-4F10-95A1-7753D537804A}" dt="2021-03-16T09:19:48.984" v="1562" actId="478"/>
          <ac:spMkLst>
            <pc:docMk/>
            <pc:sldMk cId="2306426809" sldId="287"/>
            <ac:spMk id="47" creationId="{C261F711-A026-409F-8595-41395DC7D566}"/>
          </ac:spMkLst>
        </pc:spChg>
        <pc:spChg chg="del">
          <ac:chgData name="Vincent Van De Walle" userId="503d699d-879a-4b2b-8e3d-903b3421bd06" providerId="ADAL" clId="{6F6EE276-0C62-4F10-95A1-7753D537804A}" dt="2021-03-16T09:20:00.389" v="1574" actId="478"/>
          <ac:spMkLst>
            <pc:docMk/>
            <pc:sldMk cId="2306426809" sldId="287"/>
            <ac:spMk id="48" creationId="{F3395298-AD5A-4B0A-AF69-34A022E38AE8}"/>
          </ac:spMkLst>
        </pc:spChg>
        <pc:spChg chg="del">
          <ac:chgData name="Vincent Van De Walle" userId="503d699d-879a-4b2b-8e3d-903b3421bd06" providerId="ADAL" clId="{6F6EE276-0C62-4F10-95A1-7753D537804A}" dt="2021-03-16T09:19:46.258" v="1559" actId="478"/>
          <ac:spMkLst>
            <pc:docMk/>
            <pc:sldMk cId="2306426809" sldId="287"/>
            <ac:spMk id="49" creationId="{F5EC3E91-1FE6-4A29-8DF7-B2F461FEAA0E}"/>
          </ac:spMkLst>
        </pc:spChg>
        <pc:spChg chg="del">
          <ac:chgData name="Vincent Van De Walle" userId="503d699d-879a-4b2b-8e3d-903b3421bd06" providerId="ADAL" clId="{6F6EE276-0C62-4F10-95A1-7753D537804A}" dt="2021-03-16T09:19:54.435" v="1568" actId="478"/>
          <ac:spMkLst>
            <pc:docMk/>
            <pc:sldMk cId="2306426809" sldId="287"/>
            <ac:spMk id="50" creationId="{BE994A96-9B93-40C9-BE22-344D74AD0C53}"/>
          </ac:spMkLst>
        </pc:spChg>
        <pc:spChg chg="del">
          <ac:chgData name="Vincent Van De Walle" userId="503d699d-879a-4b2b-8e3d-903b3421bd06" providerId="ADAL" clId="{6F6EE276-0C62-4F10-95A1-7753D537804A}" dt="2021-03-16T09:19:43.202" v="1556" actId="478"/>
          <ac:spMkLst>
            <pc:docMk/>
            <pc:sldMk cId="2306426809" sldId="287"/>
            <ac:spMk id="51" creationId="{A558EB66-F150-42F7-AA0A-A3D470DAEE74}"/>
          </ac:spMkLst>
        </pc:spChg>
        <pc:spChg chg="del">
          <ac:chgData name="Vincent Van De Walle" userId="503d699d-879a-4b2b-8e3d-903b3421bd06" providerId="ADAL" clId="{6F6EE276-0C62-4F10-95A1-7753D537804A}" dt="2021-03-16T09:19:50.021" v="1563" actId="478"/>
          <ac:spMkLst>
            <pc:docMk/>
            <pc:sldMk cId="2306426809" sldId="287"/>
            <ac:spMk id="52" creationId="{3F3AA4CC-24C7-40A6-8B40-20F31BD29AD3}"/>
          </ac:spMkLst>
        </pc:spChg>
        <pc:spChg chg="del">
          <ac:chgData name="Vincent Van De Walle" userId="503d699d-879a-4b2b-8e3d-903b3421bd06" providerId="ADAL" clId="{6F6EE276-0C62-4F10-95A1-7753D537804A}" dt="2021-03-16T09:19:37.186" v="1551" actId="478"/>
          <ac:spMkLst>
            <pc:docMk/>
            <pc:sldMk cId="2306426809" sldId="287"/>
            <ac:spMk id="53" creationId="{89D3C523-2F3E-4421-AF29-B833C2214473}"/>
          </ac:spMkLst>
        </pc:spChg>
        <pc:spChg chg="add mod">
          <ac:chgData name="Vincent Van De Walle" userId="503d699d-879a-4b2b-8e3d-903b3421bd06" providerId="ADAL" clId="{6F6EE276-0C62-4F10-95A1-7753D537804A}" dt="2021-03-16T09:28:11.088" v="1661" actId="20577"/>
          <ac:spMkLst>
            <pc:docMk/>
            <pc:sldMk cId="2306426809" sldId="287"/>
            <ac:spMk id="56" creationId="{F196EF60-3849-4601-8FA4-5B334E002839}"/>
          </ac:spMkLst>
        </pc:spChg>
      </pc:sldChg>
      <pc:sldChg chg="addSp modSp add modAnim">
        <pc:chgData name="Vincent Van De Walle" userId="503d699d-879a-4b2b-8e3d-903b3421bd06" providerId="ADAL" clId="{6F6EE276-0C62-4F10-95A1-7753D537804A}" dt="2021-03-16T09:32:29.933" v="1668" actId="14100"/>
        <pc:sldMkLst>
          <pc:docMk/>
          <pc:sldMk cId="3087182449" sldId="288"/>
        </pc:sldMkLst>
        <pc:spChg chg="mod">
          <ac:chgData name="Vincent Van De Walle" userId="503d699d-879a-4b2b-8e3d-903b3421bd06" providerId="ADAL" clId="{6F6EE276-0C62-4F10-95A1-7753D537804A}" dt="2021-03-16T09:32:06.068" v="1663" actId="6549"/>
          <ac:spMkLst>
            <pc:docMk/>
            <pc:sldMk cId="3087182449" sldId="288"/>
            <ac:spMk id="4" creationId="{219F28A5-E5A3-44D7-A4B9-C8F5E83913F6}"/>
          </ac:spMkLst>
        </pc:spChg>
        <pc:picChg chg="add mod">
          <ac:chgData name="Vincent Van De Walle" userId="503d699d-879a-4b2b-8e3d-903b3421bd06" providerId="ADAL" clId="{6F6EE276-0C62-4F10-95A1-7753D537804A}" dt="2021-03-16T09:32:29.933" v="1668" actId="14100"/>
          <ac:picMkLst>
            <pc:docMk/>
            <pc:sldMk cId="3087182449" sldId="288"/>
            <ac:picMk id="7" creationId="{6182433F-9B3B-462B-9C60-D10ED1A7CFAF}"/>
          </ac:picMkLst>
        </pc:picChg>
      </pc:sldChg>
      <pc:sldChg chg="add ord">
        <pc:chgData name="Vincent Van De Walle" userId="503d699d-879a-4b2b-8e3d-903b3421bd06" providerId="ADAL" clId="{6F6EE276-0C62-4F10-95A1-7753D537804A}" dt="2021-03-16T09:34:29.715" v="1670"/>
        <pc:sldMkLst>
          <pc:docMk/>
          <pc:sldMk cId="3927689992" sldId="289"/>
        </pc:sldMkLst>
      </pc:sldChg>
      <pc:sldChg chg="delSp modSp add modAnim">
        <pc:chgData name="Vincent Van De Walle" userId="503d699d-879a-4b2b-8e3d-903b3421bd06" providerId="ADAL" clId="{6F6EE276-0C62-4F10-95A1-7753D537804A}" dt="2021-03-16T09:41:41.587" v="2221" actId="20577"/>
        <pc:sldMkLst>
          <pc:docMk/>
          <pc:sldMk cId="660072936" sldId="290"/>
        </pc:sldMkLst>
        <pc:spChg chg="mod">
          <ac:chgData name="Vincent Van De Walle" userId="503d699d-879a-4b2b-8e3d-903b3421bd06" providerId="ADAL" clId="{6F6EE276-0C62-4F10-95A1-7753D537804A}" dt="2021-03-16T09:38:13.598" v="2005" actId="20577"/>
          <ac:spMkLst>
            <pc:docMk/>
            <pc:sldMk cId="660072936" sldId="290"/>
            <ac:spMk id="2" creationId="{CDC83056-688D-4DCE-8143-316A31D9473A}"/>
          </ac:spMkLst>
        </pc:spChg>
        <pc:spChg chg="mod">
          <ac:chgData name="Vincent Van De Walle" userId="503d699d-879a-4b2b-8e3d-903b3421bd06" providerId="ADAL" clId="{6F6EE276-0C62-4F10-95A1-7753D537804A}" dt="2021-03-16T09:41:41.587" v="2221" actId="20577"/>
          <ac:spMkLst>
            <pc:docMk/>
            <pc:sldMk cId="660072936" sldId="290"/>
            <ac:spMk id="4" creationId="{219F28A5-E5A3-44D7-A4B9-C8F5E83913F6}"/>
          </ac:spMkLst>
        </pc:spChg>
        <pc:picChg chg="del">
          <ac:chgData name="Vincent Van De Walle" userId="503d699d-879a-4b2b-8e3d-903b3421bd06" providerId="ADAL" clId="{6F6EE276-0C62-4F10-95A1-7753D537804A}" dt="2021-03-16T09:34:45.868" v="1672" actId="478"/>
          <ac:picMkLst>
            <pc:docMk/>
            <pc:sldMk cId="660072936" sldId="290"/>
            <ac:picMk id="7" creationId="{6182433F-9B3B-462B-9C60-D10ED1A7CFAF}"/>
          </ac:picMkLst>
        </pc:picChg>
      </pc:sldChg>
      <pc:sldChg chg="modSp add modAnim">
        <pc:chgData name="Vincent Van De Walle" userId="503d699d-879a-4b2b-8e3d-903b3421bd06" providerId="ADAL" clId="{6F6EE276-0C62-4F10-95A1-7753D537804A}" dt="2021-03-16T09:46:16.815" v="2276" actId="20577"/>
        <pc:sldMkLst>
          <pc:docMk/>
          <pc:sldMk cId="1407414997" sldId="291"/>
        </pc:sldMkLst>
        <pc:spChg chg="mod">
          <ac:chgData name="Vincent Van De Walle" userId="503d699d-879a-4b2b-8e3d-903b3421bd06" providerId="ADAL" clId="{6F6EE276-0C62-4F10-95A1-7753D537804A}" dt="2021-03-16T09:46:16.815" v="2276" actId="20577"/>
          <ac:spMkLst>
            <pc:docMk/>
            <pc:sldMk cId="1407414997" sldId="291"/>
            <ac:spMk id="4" creationId="{219F28A5-E5A3-44D7-A4B9-C8F5E83913F6}"/>
          </ac:spMkLst>
        </pc:spChg>
      </pc:sldChg>
      <pc:sldChg chg="modSp add modAnim">
        <pc:chgData name="Vincent Van De Walle" userId="503d699d-879a-4b2b-8e3d-903b3421bd06" providerId="ADAL" clId="{6F6EE276-0C62-4F10-95A1-7753D537804A}" dt="2021-03-16T09:52:49.726" v="2389" actId="20577"/>
        <pc:sldMkLst>
          <pc:docMk/>
          <pc:sldMk cId="2733191797" sldId="292"/>
        </pc:sldMkLst>
        <pc:spChg chg="mod">
          <ac:chgData name="Vincent Van De Walle" userId="503d699d-879a-4b2b-8e3d-903b3421bd06" providerId="ADAL" clId="{6F6EE276-0C62-4F10-95A1-7753D537804A}" dt="2021-03-16T09:52:49.726" v="2389" actId="20577"/>
          <ac:spMkLst>
            <pc:docMk/>
            <pc:sldMk cId="2733191797" sldId="292"/>
            <ac:spMk id="2" creationId="{CDC83056-688D-4DCE-8143-316A31D9473A}"/>
          </ac:spMkLst>
        </pc:spChg>
        <pc:spChg chg="mod">
          <ac:chgData name="Vincent Van De Walle" userId="503d699d-879a-4b2b-8e3d-903b3421bd06" providerId="ADAL" clId="{6F6EE276-0C62-4F10-95A1-7753D537804A}" dt="2021-03-16T09:49:18.093" v="2388" actId="20577"/>
          <ac:spMkLst>
            <pc:docMk/>
            <pc:sldMk cId="2733191797" sldId="292"/>
            <ac:spMk id="4" creationId="{219F28A5-E5A3-44D7-A4B9-C8F5E83913F6}"/>
          </ac:spMkLst>
        </pc:spChg>
      </pc:sldChg>
      <pc:sldChg chg="addSp modSp add modAnim">
        <pc:chgData name="Vincent Van De Walle" userId="503d699d-879a-4b2b-8e3d-903b3421bd06" providerId="ADAL" clId="{6F6EE276-0C62-4F10-95A1-7753D537804A}" dt="2021-03-16T10:17:52.638" v="2847"/>
        <pc:sldMkLst>
          <pc:docMk/>
          <pc:sldMk cId="3730101872" sldId="293"/>
        </pc:sldMkLst>
        <pc:spChg chg="mod">
          <ac:chgData name="Vincent Van De Walle" userId="503d699d-879a-4b2b-8e3d-903b3421bd06" providerId="ADAL" clId="{6F6EE276-0C62-4F10-95A1-7753D537804A}" dt="2021-03-16T10:12:01.123" v="2762" actId="15"/>
          <ac:spMkLst>
            <pc:docMk/>
            <pc:sldMk cId="3730101872" sldId="293"/>
            <ac:spMk id="4" creationId="{219F28A5-E5A3-44D7-A4B9-C8F5E83913F6}"/>
          </ac:spMkLst>
        </pc:spChg>
        <pc:picChg chg="add mod">
          <ac:chgData name="Vincent Van De Walle" userId="503d699d-879a-4b2b-8e3d-903b3421bd06" providerId="ADAL" clId="{6F6EE276-0C62-4F10-95A1-7753D537804A}" dt="2021-03-16T10:12:22.209" v="2766" actId="1035"/>
          <ac:picMkLst>
            <pc:docMk/>
            <pc:sldMk cId="3730101872" sldId="293"/>
            <ac:picMk id="7" creationId="{AAC0FE09-6823-4F33-9987-924050A69396}"/>
          </ac:picMkLst>
        </pc:picChg>
      </pc:sldChg>
      <pc:sldChg chg="addSp modSp add modAnim">
        <pc:chgData name="Vincent Van De Walle" userId="503d699d-879a-4b2b-8e3d-903b3421bd06" providerId="ADAL" clId="{6F6EE276-0C62-4F10-95A1-7753D537804A}" dt="2021-03-16T10:17:37.546" v="2846"/>
        <pc:sldMkLst>
          <pc:docMk/>
          <pc:sldMk cId="4014906242" sldId="294"/>
        </pc:sldMkLst>
        <pc:spChg chg="mod">
          <ac:chgData name="Vincent Van De Walle" userId="503d699d-879a-4b2b-8e3d-903b3421bd06" providerId="ADAL" clId="{6F6EE276-0C62-4F10-95A1-7753D537804A}" dt="2021-03-16T10:16:55.028" v="2845" actId="20577"/>
          <ac:spMkLst>
            <pc:docMk/>
            <pc:sldMk cId="4014906242" sldId="294"/>
            <ac:spMk id="4" creationId="{219F28A5-E5A3-44D7-A4B9-C8F5E83913F6}"/>
          </ac:spMkLst>
        </pc:spChg>
        <pc:picChg chg="add mod">
          <ac:chgData name="Vincent Van De Walle" userId="503d699d-879a-4b2b-8e3d-903b3421bd06" providerId="ADAL" clId="{6F6EE276-0C62-4F10-95A1-7753D537804A}" dt="2021-03-16T10:09:54.182" v="2744" actId="962"/>
          <ac:picMkLst>
            <pc:docMk/>
            <pc:sldMk cId="4014906242" sldId="294"/>
            <ac:picMk id="7" creationId="{6E3635CE-C800-4E5B-956F-EE3C876705E6}"/>
          </ac:picMkLst>
        </pc:picChg>
      </pc:sldChg>
      <pc:sldChg chg="addSp delSp modSp add delAnim modAnim">
        <pc:chgData name="Vincent Van De Walle" userId="503d699d-879a-4b2b-8e3d-903b3421bd06" providerId="ADAL" clId="{6F6EE276-0C62-4F10-95A1-7753D537804A}" dt="2021-03-16T10:28:34.860" v="2994"/>
        <pc:sldMkLst>
          <pc:docMk/>
          <pc:sldMk cId="1784516251" sldId="295"/>
        </pc:sldMkLst>
        <pc:spChg chg="mod">
          <ac:chgData name="Vincent Van De Walle" userId="503d699d-879a-4b2b-8e3d-903b3421bd06" providerId="ADAL" clId="{6F6EE276-0C62-4F10-95A1-7753D537804A}" dt="2021-03-16T10:23:08.639" v="2966" actId="1076"/>
          <ac:spMkLst>
            <pc:docMk/>
            <pc:sldMk cId="1784516251" sldId="295"/>
            <ac:spMk id="4" creationId="{219F28A5-E5A3-44D7-A4B9-C8F5E83913F6}"/>
          </ac:spMkLst>
        </pc:spChg>
        <pc:spChg chg="add del mod">
          <ac:chgData name="Vincent Van De Walle" userId="503d699d-879a-4b2b-8e3d-903b3421bd06" providerId="ADAL" clId="{6F6EE276-0C62-4F10-95A1-7753D537804A}" dt="2021-03-16T10:20:07.106" v="2871" actId="478"/>
          <ac:spMkLst>
            <pc:docMk/>
            <pc:sldMk cId="1784516251" sldId="295"/>
            <ac:spMk id="6" creationId="{51AEDF48-F1ED-4815-80AC-BA75A709ABB3}"/>
          </ac:spMkLst>
        </pc:spChg>
        <pc:spChg chg="add mod">
          <ac:chgData name="Vincent Van De Walle" userId="503d699d-879a-4b2b-8e3d-903b3421bd06" providerId="ADAL" clId="{6F6EE276-0C62-4F10-95A1-7753D537804A}" dt="2021-03-16T10:21:39.463" v="2923" actId="113"/>
          <ac:spMkLst>
            <pc:docMk/>
            <pc:sldMk cId="1784516251" sldId="295"/>
            <ac:spMk id="8" creationId="{05EFC09A-0FCE-45CB-A917-5275650053DC}"/>
          </ac:spMkLst>
        </pc:spChg>
        <pc:spChg chg="add mod">
          <ac:chgData name="Vincent Van De Walle" userId="503d699d-879a-4b2b-8e3d-903b3421bd06" providerId="ADAL" clId="{6F6EE276-0C62-4F10-95A1-7753D537804A}" dt="2021-03-16T10:22:34.080" v="2942" actId="13822"/>
          <ac:spMkLst>
            <pc:docMk/>
            <pc:sldMk cId="1784516251" sldId="295"/>
            <ac:spMk id="9" creationId="{5BE485C8-48B7-4C58-BDE8-EE6A8FA53798}"/>
          </ac:spMkLst>
        </pc:spChg>
        <pc:spChg chg="add mod">
          <ac:chgData name="Vincent Van De Walle" userId="503d699d-879a-4b2b-8e3d-903b3421bd06" providerId="ADAL" clId="{6F6EE276-0C62-4F10-95A1-7753D537804A}" dt="2021-03-16T10:21:43.808" v="2925" actId="113"/>
          <ac:spMkLst>
            <pc:docMk/>
            <pc:sldMk cId="1784516251" sldId="295"/>
            <ac:spMk id="10" creationId="{AFE789BD-1967-4DD7-BBCC-E34D276C772E}"/>
          </ac:spMkLst>
        </pc:spChg>
        <pc:spChg chg="add mod">
          <ac:chgData name="Vincent Van De Walle" userId="503d699d-879a-4b2b-8e3d-903b3421bd06" providerId="ADAL" clId="{6F6EE276-0C62-4F10-95A1-7753D537804A}" dt="2021-03-16T10:27:41.694" v="2988" actId="20577"/>
          <ac:spMkLst>
            <pc:docMk/>
            <pc:sldMk cId="1784516251" sldId="295"/>
            <ac:spMk id="11" creationId="{A011EABF-96C8-455C-949B-DADDE0FDBB37}"/>
          </ac:spMkLst>
        </pc:spChg>
        <pc:picChg chg="del">
          <ac:chgData name="Vincent Van De Walle" userId="503d699d-879a-4b2b-8e3d-903b3421bd06" providerId="ADAL" clId="{6F6EE276-0C62-4F10-95A1-7753D537804A}" dt="2021-03-16T10:19:11.015" v="2850" actId="478"/>
          <ac:picMkLst>
            <pc:docMk/>
            <pc:sldMk cId="1784516251" sldId="295"/>
            <ac:picMk id="7" creationId="{6E3635CE-C800-4E5B-956F-EE3C876705E6}"/>
          </ac:picMkLst>
        </pc:picChg>
      </pc:sldChg>
      <pc:sldChg chg="addSp modSp add modAnim">
        <pc:chgData name="Vincent Van De Walle" userId="503d699d-879a-4b2b-8e3d-903b3421bd06" providerId="ADAL" clId="{6F6EE276-0C62-4F10-95A1-7753D537804A}" dt="2021-03-16T10:28:44.228" v="2996"/>
        <pc:sldMkLst>
          <pc:docMk/>
          <pc:sldMk cId="2258474837" sldId="296"/>
        </pc:sldMkLst>
        <pc:spChg chg="mod">
          <ac:chgData name="Vincent Van De Walle" userId="503d699d-879a-4b2b-8e3d-903b3421bd06" providerId="ADAL" clId="{6F6EE276-0C62-4F10-95A1-7753D537804A}" dt="2021-03-16T10:22:12.258" v="2939" actId="20577"/>
          <ac:spMkLst>
            <pc:docMk/>
            <pc:sldMk cId="2258474837" sldId="296"/>
            <ac:spMk id="4" creationId="{219F28A5-E5A3-44D7-A4B9-C8F5E83913F6}"/>
          </ac:spMkLst>
        </pc:spChg>
        <pc:spChg chg="mod">
          <ac:chgData name="Vincent Van De Walle" userId="503d699d-879a-4b2b-8e3d-903b3421bd06" providerId="ADAL" clId="{6F6EE276-0C62-4F10-95A1-7753D537804A}" dt="2021-03-16T10:22:22.109" v="2941" actId="14100"/>
          <ac:spMkLst>
            <pc:docMk/>
            <pc:sldMk cId="2258474837" sldId="296"/>
            <ac:spMk id="8" creationId="{05EFC09A-0FCE-45CB-A917-5275650053DC}"/>
          </ac:spMkLst>
        </pc:spChg>
        <pc:spChg chg="mod">
          <ac:chgData name="Vincent Van De Walle" userId="503d699d-879a-4b2b-8e3d-903b3421bd06" providerId="ADAL" clId="{6F6EE276-0C62-4F10-95A1-7753D537804A}" dt="2021-03-16T10:22:38.232" v="2943" actId="13822"/>
          <ac:spMkLst>
            <pc:docMk/>
            <pc:sldMk cId="2258474837" sldId="296"/>
            <ac:spMk id="9" creationId="{5BE485C8-48B7-4C58-BDE8-EE6A8FA53798}"/>
          </ac:spMkLst>
        </pc:spChg>
        <pc:spChg chg="add mod">
          <ac:chgData name="Vincent Van De Walle" userId="503d699d-879a-4b2b-8e3d-903b3421bd06" providerId="ADAL" clId="{6F6EE276-0C62-4F10-95A1-7753D537804A}" dt="2021-03-16T10:28:14.213" v="2991" actId="14100"/>
          <ac:spMkLst>
            <pc:docMk/>
            <pc:sldMk cId="2258474837" sldId="296"/>
            <ac:spMk id="11" creationId="{D67A34C6-017F-452D-9346-B22C837050F5}"/>
          </ac:spMkLst>
        </pc:spChg>
      </pc:sldChg>
      <pc:sldChg chg="add del">
        <pc:chgData name="Vincent Van De Walle" userId="503d699d-879a-4b2b-8e3d-903b3421bd06" providerId="ADAL" clId="{6F6EE276-0C62-4F10-95A1-7753D537804A}" dt="2021-03-16T10:20:38.888" v="2896" actId="2696"/>
        <pc:sldMkLst>
          <pc:docMk/>
          <pc:sldMk cId="4153950307" sldId="296"/>
        </pc:sldMkLst>
      </pc:sldChg>
      <pc:sldChg chg="addSp modSp add modAnim">
        <pc:chgData name="Vincent Van De Walle" userId="503d699d-879a-4b2b-8e3d-903b3421bd06" providerId="ADAL" clId="{6F6EE276-0C62-4F10-95A1-7753D537804A}" dt="2021-03-16T10:29:05.235" v="3000"/>
        <pc:sldMkLst>
          <pc:docMk/>
          <pc:sldMk cId="1174116324" sldId="297"/>
        </pc:sldMkLst>
        <pc:spChg chg="mod">
          <ac:chgData name="Vincent Van De Walle" userId="503d699d-879a-4b2b-8e3d-903b3421bd06" providerId="ADAL" clId="{6F6EE276-0C62-4F10-95A1-7753D537804A}" dt="2021-03-16T10:22:49.876" v="2962" actId="20577"/>
          <ac:spMkLst>
            <pc:docMk/>
            <pc:sldMk cId="1174116324" sldId="297"/>
            <ac:spMk id="4" creationId="{219F28A5-E5A3-44D7-A4B9-C8F5E83913F6}"/>
          </ac:spMkLst>
        </pc:spChg>
        <pc:spChg chg="mod">
          <ac:chgData name="Vincent Van De Walle" userId="503d699d-879a-4b2b-8e3d-903b3421bd06" providerId="ADAL" clId="{6F6EE276-0C62-4F10-95A1-7753D537804A}" dt="2021-03-16T10:28:29.060" v="2993" actId="1076"/>
          <ac:spMkLst>
            <pc:docMk/>
            <pc:sldMk cId="1174116324" sldId="297"/>
            <ac:spMk id="9" creationId="{5BE485C8-48B7-4C58-BDE8-EE6A8FA53798}"/>
          </ac:spMkLst>
        </pc:spChg>
        <pc:spChg chg="add mod">
          <ac:chgData name="Vincent Van De Walle" userId="503d699d-879a-4b2b-8e3d-903b3421bd06" providerId="ADAL" clId="{6F6EE276-0C62-4F10-95A1-7753D537804A}" dt="2021-03-16T10:28:59.509" v="2999" actId="14100"/>
          <ac:spMkLst>
            <pc:docMk/>
            <pc:sldMk cId="1174116324" sldId="297"/>
            <ac:spMk id="11" creationId="{5C9E3BE2-B1A1-406F-B6F5-32533F68C917}"/>
          </ac:spMkLst>
        </pc:spChg>
      </pc:sldChg>
      <pc:sldChg chg="addSp modSp add ord modAnim">
        <pc:chgData name="Vincent Van De Walle" userId="503d699d-879a-4b2b-8e3d-903b3421bd06" providerId="ADAL" clId="{6F6EE276-0C62-4F10-95A1-7753D537804A}" dt="2021-03-16T11:11:44.736" v="3199"/>
        <pc:sldMkLst>
          <pc:docMk/>
          <pc:sldMk cId="3836653638" sldId="298"/>
        </pc:sldMkLst>
        <pc:spChg chg="mod">
          <ac:chgData name="Vincent Van De Walle" userId="503d699d-879a-4b2b-8e3d-903b3421bd06" providerId="ADAL" clId="{6F6EE276-0C62-4F10-95A1-7753D537804A}" dt="2021-03-16T11:09:02.309" v="3018" actId="20577"/>
          <ac:spMkLst>
            <pc:docMk/>
            <pc:sldMk cId="3836653638" sldId="298"/>
            <ac:spMk id="2" creationId="{CDC83056-688D-4DCE-8143-316A31D9473A}"/>
          </ac:spMkLst>
        </pc:spChg>
        <pc:spChg chg="mod">
          <ac:chgData name="Vincent Van De Walle" userId="503d699d-879a-4b2b-8e3d-903b3421bd06" providerId="ADAL" clId="{6F6EE276-0C62-4F10-95A1-7753D537804A}" dt="2021-03-16T11:09:04.837" v="3022" actId="5793"/>
          <ac:spMkLst>
            <pc:docMk/>
            <pc:sldMk cId="3836653638" sldId="298"/>
            <ac:spMk id="4" creationId="{219F28A5-E5A3-44D7-A4B9-C8F5E83913F6}"/>
          </ac:spMkLst>
        </pc:spChg>
        <pc:graphicFrameChg chg="add mod">
          <ac:chgData name="Vincent Van De Walle" userId="503d699d-879a-4b2b-8e3d-903b3421bd06" providerId="ADAL" clId="{6F6EE276-0C62-4F10-95A1-7753D537804A}" dt="2021-03-16T11:11:06.627" v="3196" actId="20577"/>
          <ac:graphicFrameMkLst>
            <pc:docMk/>
            <pc:sldMk cId="3836653638" sldId="298"/>
            <ac:graphicFrameMk id="6" creationId="{950D28E9-EACC-4D33-8EBC-35321020E1D3}"/>
          </ac:graphicFrameMkLst>
        </pc:graphicFrameChg>
      </pc:sldChg>
      <pc:sldChg chg="modSp add ord modAnim">
        <pc:chgData name="Vincent Van De Walle" userId="503d699d-879a-4b2b-8e3d-903b3421bd06" providerId="ADAL" clId="{6F6EE276-0C62-4F10-95A1-7753D537804A}" dt="2021-03-16T11:22:55.260" v="3901"/>
        <pc:sldMkLst>
          <pc:docMk/>
          <pc:sldMk cId="3272131844" sldId="299"/>
        </pc:sldMkLst>
        <pc:spChg chg="mod">
          <ac:chgData name="Vincent Van De Walle" userId="503d699d-879a-4b2b-8e3d-903b3421bd06" providerId="ADAL" clId="{6F6EE276-0C62-4F10-95A1-7753D537804A}" dt="2021-03-16T11:22:29.460" v="3898" actId="20577"/>
          <ac:spMkLst>
            <pc:docMk/>
            <pc:sldMk cId="3272131844" sldId="299"/>
            <ac:spMk id="2" creationId="{CDC83056-688D-4DCE-8143-316A31D9473A}"/>
          </ac:spMkLst>
        </pc:spChg>
        <pc:spChg chg="mod">
          <ac:chgData name="Vincent Van De Walle" userId="503d699d-879a-4b2b-8e3d-903b3421bd06" providerId="ADAL" clId="{6F6EE276-0C62-4F10-95A1-7753D537804A}" dt="2021-03-16T11:19:17.093" v="3873" actId="20577"/>
          <ac:spMkLst>
            <pc:docMk/>
            <pc:sldMk cId="3272131844" sldId="299"/>
            <ac:spMk id="4" creationId="{219F28A5-E5A3-44D7-A4B9-C8F5E83913F6}"/>
          </ac:spMkLst>
        </pc:spChg>
      </pc:sldChg>
      <pc:sldChg chg="modSp add">
        <pc:chgData name="Vincent Van De Walle" userId="503d699d-879a-4b2b-8e3d-903b3421bd06" providerId="ADAL" clId="{6F6EE276-0C62-4F10-95A1-7753D537804A}" dt="2021-03-16T11:26:15.027" v="4219" actId="20577"/>
        <pc:sldMkLst>
          <pc:docMk/>
          <pc:sldMk cId="894554084" sldId="300"/>
        </pc:sldMkLst>
        <pc:spChg chg="mod">
          <ac:chgData name="Vincent Van De Walle" userId="503d699d-879a-4b2b-8e3d-903b3421bd06" providerId="ADAL" clId="{6F6EE276-0C62-4F10-95A1-7753D537804A}" dt="2021-03-16T11:24:09.029" v="3964" actId="20577"/>
          <ac:spMkLst>
            <pc:docMk/>
            <pc:sldMk cId="894554084" sldId="300"/>
            <ac:spMk id="2" creationId="{CDC83056-688D-4DCE-8143-316A31D9473A}"/>
          </ac:spMkLst>
        </pc:spChg>
        <pc:graphicFrameChg chg="mod">
          <ac:chgData name="Vincent Van De Walle" userId="503d699d-879a-4b2b-8e3d-903b3421bd06" providerId="ADAL" clId="{6F6EE276-0C62-4F10-95A1-7753D537804A}" dt="2021-03-16T11:26:15.027" v="4219" actId="20577"/>
          <ac:graphicFrameMkLst>
            <pc:docMk/>
            <pc:sldMk cId="894554084" sldId="300"/>
            <ac:graphicFrameMk id="6" creationId="{950D28E9-EACC-4D33-8EBC-35321020E1D3}"/>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6E2BA9-4433-4901-ABA2-1575DE51DC0A}"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BE"/>
        </a:p>
      </dgm:t>
    </dgm:pt>
    <dgm:pt modelId="{CF2E3ABE-9ABF-4C3F-9DA6-1CAF41DEE5C6}">
      <dgm:prSet phldrT="[Text]"/>
      <dgm:spPr/>
      <dgm:t>
        <a:bodyPr/>
        <a:lstStyle/>
        <a:p>
          <a:r>
            <a:rPr lang="nl-BE" dirty="0"/>
            <a:t>Zo vroeg mogelijk problemen voorzien</a:t>
          </a:r>
          <a:endParaRPr lang="en-BE" dirty="0"/>
        </a:p>
      </dgm:t>
    </dgm:pt>
    <dgm:pt modelId="{2DD5DAD2-BA95-4273-99B0-FBD8A95A029A}" type="parTrans" cxnId="{712511B3-2E64-42D3-8EC0-56BEE996D7C5}">
      <dgm:prSet/>
      <dgm:spPr/>
      <dgm:t>
        <a:bodyPr/>
        <a:lstStyle/>
        <a:p>
          <a:endParaRPr lang="en-BE"/>
        </a:p>
      </dgm:t>
    </dgm:pt>
    <dgm:pt modelId="{4A4CCC37-07DC-4A85-867B-543ADBEF0740}" type="sibTrans" cxnId="{712511B3-2E64-42D3-8EC0-56BEE996D7C5}">
      <dgm:prSet/>
      <dgm:spPr/>
      <dgm:t>
        <a:bodyPr/>
        <a:lstStyle/>
        <a:p>
          <a:endParaRPr lang="en-BE"/>
        </a:p>
      </dgm:t>
    </dgm:pt>
    <dgm:pt modelId="{CB64641A-A033-472A-99FE-12B55EC40A46}">
      <dgm:prSet phldrT="[Text]"/>
      <dgm:spPr/>
      <dgm:t>
        <a:bodyPr/>
        <a:lstStyle/>
        <a:p>
          <a:r>
            <a:rPr lang="nl-BE" dirty="0"/>
            <a:t>Schatten van het mogelijke “verlies”</a:t>
          </a:r>
          <a:endParaRPr lang="en-BE" dirty="0"/>
        </a:p>
      </dgm:t>
    </dgm:pt>
    <dgm:pt modelId="{3D82A0C0-0C2C-4C55-8A52-72E4EF88D0D5}" type="parTrans" cxnId="{093B3554-39B5-431B-961B-37B542012144}">
      <dgm:prSet/>
      <dgm:spPr/>
      <dgm:t>
        <a:bodyPr/>
        <a:lstStyle/>
        <a:p>
          <a:endParaRPr lang="en-BE"/>
        </a:p>
      </dgm:t>
    </dgm:pt>
    <dgm:pt modelId="{3413568B-64A0-4331-8F7D-1533908B9B65}" type="sibTrans" cxnId="{093B3554-39B5-431B-961B-37B542012144}">
      <dgm:prSet/>
      <dgm:spPr/>
      <dgm:t>
        <a:bodyPr/>
        <a:lstStyle/>
        <a:p>
          <a:endParaRPr lang="en-BE"/>
        </a:p>
      </dgm:t>
    </dgm:pt>
    <dgm:pt modelId="{42C4983E-DE89-4C2E-AA33-3E79481E2AC5}">
      <dgm:prSet phldrT="[Text]"/>
      <dgm:spPr/>
      <dgm:t>
        <a:bodyPr/>
        <a:lstStyle/>
        <a:p>
          <a:r>
            <a:rPr lang="nl-BE" dirty="0"/>
            <a:t>Beslissen wat je ermee gaat doen</a:t>
          </a:r>
          <a:endParaRPr lang="en-BE" dirty="0"/>
        </a:p>
      </dgm:t>
    </dgm:pt>
    <dgm:pt modelId="{A440F1CC-C3C0-4F04-843A-89EEC415F2FF}" type="parTrans" cxnId="{DC3D56D9-9C2A-4ACD-8C26-802642BED6B7}">
      <dgm:prSet/>
      <dgm:spPr/>
      <dgm:t>
        <a:bodyPr/>
        <a:lstStyle/>
        <a:p>
          <a:endParaRPr lang="en-BE"/>
        </a:p>
      </dgm:t>
    </dgm:pt>
    <dgm:pt modelId="{08F2F1B7-7BC3-4D71-82AB-ABA94CDF2992}" type="sibTrans" cxnId="{DC3D56D9-9C2A-4ACD-8C26-802642BED6B7}">
      <dgm:prSet/>
      <dgm:spPr/>
      <dgm:t>
        <a:bodyPr/>
        <a:lstStyle/>
        <a:p>
          <a:endParaRPr lang="en-BE"/>
        </a:p>
      </dgm:t>
    </dgm:pt>
    <dgm:pt modelId="{C6601752-E5F9-413B-946B-FF3F256AFB31}">
      <dgm:prSet phldrT="[Text]"/>
      <dgm:spPr/>
      <dgm:t>
        <a:bodyPr/>
        <a:lstStyle/>
        <a:p>
          <a:r>
            <a:rPr lang="nl-BE" dirty="0"/>
            <a:t>Vermijdt hetzelfde in de toekomst</a:t>
          </a:r>
          <a:endParaRPr lang="en-BE" dirty="0"/>
        </a:p>
      </dgm:t>
    </dgm:pt>
    <dgm:pt modelId="{C0F10E2A-4159-41E4-B3E4-E02828773BDD}" type="parTrans" cxnId="{9EC4C807-F34E-4C69-91A8-5D9C73626558}">
      <dgm:prSet/>
      <dgm:spPr/>
      <dgm:t>
        <a:bodyPr/>
        <a:lstStyle/>
        <a:p>
          <a:endParaRPr lang="en-BE"/>
        </a:p>
      </dgm:t>
    </dgm:pt>
    <dgm:pt modelId="{34965C8C-F42F-49DC-99A1-11C535662F56}" type="sibTrans" cxnId="{9EC4C807-F34E-4C69-91A8-5D9C73626558}">
      <dgm:prSet/>
      <dgm:spPr/>
      <dgm:t>
        <a:bodyPr/>
        <a:lstStyle/>
        <a:p>
          <a:endParaRPr lang="en-BE"/>
        </a:p>
      </dgm:t>
    </dgm:pt>
    <dgm:pt modelId="{EE6E34C0-440B-4C37-BF89-A147AF215C94}" type="pres">
      <dgm:prSet presAssocID="{516E2BA9-4433-4901-ABA2-1575DE51DC0A}" presName="outerComposite" presStyleCnt="0">
        <dgm:presLayoutVars>
          <dgm:chMax val="5"/>
          <dgm:dir/>
          <dgm:resizeHandles val="exact"/>
        </dgm:presLayoutVars>
      </dgm:prSet>
      <dgm:spPr/>
    </dgm:pt>
    <dgm:pt modelId="{1B5046A4-6D3C-4A62-8F00-BB4DB2F3278F}" type="pres">
      <dgm:prSet presAssocID="{516E2BA9-4433-4901-ABA2-1575DE51DC0A}" presName="dummyMaxCanvas" presStyleCnt="0">
        <dgm:presLayoutVars/>
      </dgm:prSet>
      <dgm:spPr/>
    </dgm:pt>
    <dgm:pt modelId="{99817509-D54C-4306-9E08-92F937BFAC26}" type="pres">
      <dgm:prSet presAssocID="{516E2BA9-4433-4901-ABA2-1575DE51DC0A}" presName="FourNodes_1" presStyleLbl="node1" presStyleIdx="0" presStyleCnt="4">
        <dgm:presLayoutVars>
          <dgm:bulletEnabled val="1"/>
        </dgm:presLayoutVars>
      </dgm:prSet>
      <dgm:spPr/>
    </dgm:pt>
    <dgm:pt modelId="{80334F2C-4DD2-4847-9AC5-6B5A8D57EF56}" type="pres">
      <dgm:prSet presAssocID="{516E2BA9-4433-4901-ABA2-1575DE51DC0A}" presName="FourNodes_2" presStyleLbl="node1" presStyleIdx="1" presStyleCnt="4">
        <dgm:presLayoutVars>
          <dgm:bulletEnabled val="1"/>
        </dgm:presLayoutVars>
      </dgm:prSet>
      <dgm:spPr/>
    </dgm:pt>
    <dgm:pt modelId="{1FCC5528-72BA-416C-92BA-016B4AF43EF5}" type="pres">
      <dgm:prSet presAssocID="{516E2BA9-4433-4901-ABA2-1575DE51DC0A}" presName="FourNodes_3" presStyleLbl="node1" presStyleIdx="2" presStyleCnt="4">
        <dgm:presLayoutVars>
          <dgm:bulletEnabled val="1"/>
        </dgm:presLayoutVars>
      </dgm:prSet>
      <dgm:spPr/>
    </dgm:pt>
    <dgm:pt modelId="{083FF446-67E6-4E48-B143-9C6D516BD6C9}" type="pres">
      <dgm:prSet presAssocID="{516E2BA9-4433-4901-ABA2-1575DE51DC0A}" presName="FourNodes_4" presStyleLbl="node1" presStyleIdx="3" presStyleCnt="4">
        <dgm:presLayoutVars>
          <dgm:bulletEnabled val="1"/>
        </dgm:presLayoutVars>
      </dgm:prSet>
      <dgm:spPr/>
    </dgm:pt>
    <dgm:pt modelId="{85B9943C-8388-42F8-88F4-3FC1C0CD95B6}" type="pres">
      <dgm:prSet presAssocID="{516E2BA9-4433-4901-ABA2-1575DE51DC0A}" presName="FourConn_1-2" presStyleLbl="fgAccFollowNode1" presStyleIdx="0" presStyleCnt="3">
        <dgm:presLayoutVars>
          <dgm:bulletEnabled val="1"/>
        </dgm:presLayoutVars>
      </dgm:prSet>
      <dgm:spPr/>
    </dgm:pt>
    <dgm:pt modelId="{1999B54C-DADD-4A60-903A-77FDDB6A88AA}" type="pres">
      <dgm:prSet presAssocID="{516E2BA9-4433-4901-ABA2-1575DE51DC0A}" presName="FourConn_2-3" presStyleLbl="fgAccFollowNode1" presStyleIdx="1" presStyleCnt="3">
        <dgm:presLayoutVars>
          <dgm:bulletEnabled val="1"/>
        </dgm:presLayoutVars>
      </dgm:prSet>
      <dgm:spPr/>
    </dgm:pt>
    <dgm:pt modelId="{03E1853F-8A07-44ED-A3C6-B28AF1FD7906}" type="pres">
      <dgm:prSet presAssocID="{516E2BA9-4433-4901-ABA2-1575DE51DC0A}" presName="FourConn_3-4" presStyleLbl="fgAccFollowNode1" presStyleIdx="2" presStyleCnt="3">
        <dgm:presLayoutVars>
          <dgm:bulletEnabled val="1"/>
        </dgm:presLayoutVars>
      </dgm:prSet>
      <dgm:spPr/>
    </dgm:pt>
    <dgm:pt modelId="{7F7977C5-C27D-4D2D-8E37-AF0B3AF23B20}" type="pres">
      <dgm:prSet presAssocID="{516E2BA9-4433-4901-ABA2-1575DE51DC0A}" presName="FourNodes_1_text" presStyleLbl="node1" presStyleIdx="3" presStyleCnt="4">
        <dgm:presLayoutVars>
          <dgm:bulletEnabled val="1"/>
        </dgm:presLayoutVars>
      </dgm:prSet>
      <dgm:spPr/>
    </dgm:pt>
    <dgm:pt modelId="{D61B1E52-6AD1-49C8-8D2A-2383E9522F2F}" type="pres">
      <dgm:prSet presAssocID="{516E2BA9-4433-4901-ABA2-1575DE51DC0A}" presName="FourNodes_2_text" presStyleLbl="node1" presStyleIdx="3" presStyleCnt="4">
        <dgm:presLayoutVars>
          <dgm:bulletEnabled val="1"/>
        </dgm:presLayoutVars>
      </dgm:prSet>
      <dgm:spPr/>
    </dgm:pt>
    <dgm:pt modelId="{6856D7AF-C6A9-4E52-A4D7-7562C10C8CF3}" type="pres">
      <dgm:prSet presAssocID="{516E2BA9-4433-4901-ABA2-1575DE51DC0A}" presName="FourNodes_3_text" presStyleLbl="node1" presStyleIdx="3" presStyleCnt="4">
        <dgm:presLayoutVars>
          <dgm:bulletEnabled val="1"/>
        </dgm:presLayoutVars>
      </dgm:prSet>
      <dgm:spPr/>
    </dgm:pt>
    <dgm:pt modelId="{7A72E35C-9EF1-44B6-85DD-EBBFA3582025}" type="pres">
      <dgm:prSet presAssocID="{516E2BA9-4433-4901-ABA2-1575DE51DC0A}" presName="FourNodes_4_text" presStyleLbl="node1" presStyleIdx="3" presStyleCnt="4">
        <dgm:presLayoutVars>
          <dgm:bulletEnabled val="1"/>
        </dgm:presLayoutVars>
      </dgm:prSet>
      <dgm:spPr/>
    </dgm:pt>
  </dgm:ptLst>
  <dgm:cxnLst>
    <dgm:cxn modelId="{9EC4C807-F34E-4C69-91A8-5D9C73626558}" srcId="{516E2BA9-4433-4901-ABA2-1575DE51DC0A}" destId="{C6601752-E5F9-413B-946B-FF3F256AFB31}" srcOrd="3" destOrd="0" parTransId="{C0F10E2A-4159-41E4-B3E4-E02828773BDD}" sibTransId="{34965C8C-F42F-49DC-99A1-11C535662F56}"/>
    <dgm:cxn modelId="{E80E3C22-8743-4D68-9CCA-3FDBA989608A}" type="presOf" srcId="{4A4CCC37-07DC-4A85-867B-543ADBEF0740}" destId="{85B9943C-8388-42F8-88F4-3FC1C0CD95B6}" srcOrd="0" destOrd="0" presId="urn:microsoft.com/office/officeart/2005/8/layout/vProcess5"/>
    <dgm:cxn modelId="{83E80632-E9CA-430F-9ECD-B826F57D88FA}" type="presOf" srcId="{42C4983E-DE89-4C2E-AA33-3E79481E2AC5}" destId="{1FCC5528-72BA-416C-92BA-016B4AF43EF5}" srcOrd="0" destOrd="0" presId="urn:microsoft.com/office/officeart/2005/8/layout/vProcess5"/>
    <dgm:cxn modelId="{4937714A-78DD-4870-9792-0C9C326B13A0}" type="presOf" srcId="{516E2BA9-4433-4901-ABA2-1575DE51DC0A}" destId="{EE6E34C0-440B-4C37-BF89-A147AF215C94}" srcOrd="0" destOrd="0" presId="urn:microsoft.com/office/officeart/2005/8/layout/vProcess5"/>
    <dgm:cxn modelId="{9E132F4C-BE59-4036-936F-E5ADDC362B0D}" type="presOf" srcId="{42C4983E-DE89-4C2E-AA33-3E79481E2AC5}" destId="{6856D7AF-C6A9-4E52-A4D7-7562C10C8CF3}" srcOrd="1" destOrd="0" presId="urn:microsoft.com/office/officeart/2005/8/layout/vProcess5"/>
    <dgm:cxn modelId="{357FDE52-A3D7-45BA-A801-78888EEA93DE}" type="presOf" srcId="{CF2E3ABE-9ABF-4C3F-9DA6-1CAF41DEE5C6}" destId="{99817509-D54C-4306-9E08-92F937BFAC26}" srcOrd="0" destOrd="0" presId="urn:microsoft.com/office/officeart/2005/8/layout/vProcess5"/>
    <dgm:cxn modelId="{093B3554-39B5-431B-961B-37B542012144}" srcId="{516E2BA9-4433-4901-ABA2-1575DE51DC0A}" destId="{CB64641A-A033-472A-99FE-12B55EC40A46}" srcOrd="1" destOrd="0" parTransId="{3D82A0C0-0C2C-4C55-8A52-72E4EF88D0D5}" sibTransId="{3413568B-64A0-4331-8F7D-1533908B9B65}"/>
    <dgm:cxn modelId="{7B34EF76-64AB-4D1F-A121-F55B5AEDFF35}" type="presOf" srcId="{CB64641A-A033-472A-99FE-12B55EC40A46}" destId="{80334F2C-4DD2-4847-9AC5-6B5A8D57EF56}" srcOrd="0" destOrd="0" presId="urn:microsoft.com/office/officeart/2005/8/layout/vProcess5"/>
    <dgm:cxn modelId="{F87E6858-9BD0-4730-BB7E-B9B1D8407290}" type="presOf" srcId="{CB64641A-A033-472A-99FE-12B55EC40A46}" destId="{D61B1E52-6AD1-49C8-8D2A-2383E9522F2F}" srcOrd="1" destOrd="0" presId="urn:microsoft.com/office/officeart/2005/8/layout/vProcess5"/>
    <dgm:cxn modelId="{BFABEA87-018C-401D-8006-949255036051}" type="presOf" srcId="{CF2E3ABE-9ABF-4C3F-9DA6-1CAF41DEE5C6}" destId="{7F7977C5-C27D-4D2D-8E37-AF0B3AF23B20}" srcOrd="1" destOrd="0" presId="urn:microsoft.com/office/officeart/2005/8/layout/vProcess5"/>
    <dgm:cxn modelId="{E8B2EE89-E1F7-4F8F-AE88-3E38F2483BF9}" type="presOf" srcId="{08F2F1B7-7BC3-4D71-82AB-ABA94CDF2992}" destId="{03E1853F-8A07-44ED-A3C6-B28AF1FD7906}" srcOrd="0" destOrd="0" presId="urn:microsoft.com/office/officeart/2005/8/layout/vProcess5"/>
    <dgm:cxn modelId="{847C899B-DC50-4967-A092-F8647BD7FDB7}" type="presOf" srcId="{3413568B-64A0-4331-8F7D-1533908B9B65}" destId="{1999B54C-DADD-4A60-903A-77FDDB6A88AA}" srcOrd="0" destOrd="0" presId="urn:microsoft.com/office/officeart/2005/8/layout/vProcess5"/>
    <dgm:cxn modelId="{6B2C1C9D-4D56-4FB1-BA7F-D01872A36393}" type="presOf" srcId="{C6601752-E5F9-413B-946B-FF3F256AFB31}" destId="{083FF446-67E6-4E48-B143-9C6D516BD6C9}" srcOrd="0" destOrd="0" presId="urn:microsoft.com/office/officeart/2005/8/layout/vProcess5"/>
    <dgm:cxn modelId="{712511B3-2E64-42D3-8EC0-56BEE996D7C5}" srcId="{516E2BA9-4433-4901-ABA2-1575DE51DC0A}" destId="{CF2E3ABE-9ABF-4C3F-9DA6-1CAF41DEE5C6}" srcOrd="0" destOrd="0" parTransId="{2DD5DAD2-BA95-4273-99B0-FBD8A95A029A}" sibTransId="{4A4CCC37-07DC-4A85-867B-543ADBEF0740}"/>
    <dgm:cxn modelId="{DC3D56D9-9C2A-4ACD-8C26-802642BED6B7}" srcId="{516E2BA9-4433-4901-ABA2-1575DE51DC0A}" destId="{42C4983E-DE89-4C2E-AA33-3E79481E2AC5}" srcOrd="2" destOrd="0" parTransId="{A440F1CC-C3C0-4F04-843A-89EEC415F2FF}" sibTransId="{08F2F1B7-7BC3-4D71-82AB-ABA94CDF2992}"/>
    <dgm:cxn modelId="{CBE674E3-875F-47DE-B436-E18B55B8250B}" type="presOf" srcId="{C6601752-E5F9-413B-946B-FF3F256AFB31}" destId="{7A72E35C-9EF1-44B6-85DD-EBBFA3582025}" srcOrd="1" destOrd="0" presId="urn:microsoft.com/office/officeart/2005/8/layout/vProcess5"/>
    <dgm:cxn modelId="{AFEAD020-F9F8-470C-90F9-7E3701DE1B04}" type="presParOf" srcId="{EE6E34C0-440B-4C37-BF89-A147AF215C94}" destId="{1B5046A4-6D3C-4A62-8F00-BB4DB2F3278F}" srcOrd="0" destOrd="0" presId="urn:microsoft.com/office/officeart/2005/8/layout/vProcess5"/>
    <dgm:cxn modelId="{12034483-ACE6-4D4C-8D5E-449CC4E9F098}" type="presParOf" srcId="{EE6E34C0-440B-4C37-BF89-A147AF215C94}" destId="{99817509-D54C-4306-9E08-92F937BFAC26}" srcOrd="1" destOrd="0" presId="urn:microsoft.com/office/officeart/2005/8/layout/vProcess5"/>
    <dgm:cxn modelId="{865B484A-1270-4AA0-B194-1E0FEDC9BFEE}" type="presParOf" srcId="{EE6E34C0-440B-4C37-BF89-A147AF215C94}" destId="{80334F2C-4DD2-4847-9AC5-6B5A8D57EF56}" srcOrd="2" destOrd="0" presId="urn:microsoft.com/office/officeart/2005/8/layout/vProcess5"/>
    <dgm:cxn modelId="{D1756DC0-6FB0-4EA3-A1BC-7D174F34AB40}" type="presParOf" srcId="{EE6E34C0-440B-4C37-BF89-A147AF215C94}" destId="{1FCC5528-72BA-416C-92BA-016B4AF43EF5}" srcOrd="3" destOrd="0" presId="urn:microsoft.com/office/officeart/2005/8/layout/vProcess5"/>
    <dgm:cxn modelId="{E6D9C102-5673-4F05-ACD9-155D82FC29FA}" type="presParOf" srcId="{EE6E34C0-440B-4C37-BF89-A147AF215C94}" destId="{083FF446-67E6-4E48-B143-9C6D516BD6C9}" srcOrd="4" destOrd="0" presId="urn:microsoft.com/office/officeart/2005/8/layout/vProcess5"/>
    <dgm:cxn modelId="{2F751207-DAEB-467B-B285-1655835C32F4}" type="presParOf" srcId="{EE6E34C0-440B-4C37-BF89-A147AF215C94}" destId="{85B9943C-8388-42F8-88F4-3FC1C0CD95B6}" srcOrd="5" destOrd="0" presId="urn:microsoft.com/office/officeart/2005/8/layout/vProcess5"/>
    <dgm:cxn modelId="{0B5E4114-EDC1-4335-B315-3DFAA10E5459}" type="presParOf" srcId="{EE6E34C0-440B-4C37-BF89-A147AF215C94}" destId="{1999B54C-DADD-4A60-903A-77FDDB6A88AA}" srcOrd="6" destOrd="0" presId="urn:microsoft.com/office/officeart/2005/8/layout/vProcess5"/>
    <dgm:cxn modelId="{3CD64D98-E8CB-40A3-BE40-AB87A7BE8692}" type="presParOf" srcId="{EE6E34C0-440B-4C37-BF89-A147AF215C94}" destId="{03E1853F-8A07-44ED-A3C6-B28AF1FD7906}" srcOrd="7" destOrd="0" presId="urn:microsoft.com/office/officeart/2005/8/layout/vProcess5"/>
    <dgm:cxn modelId="{CAC0742B-8822-4C6C-882C-89E259A9927A}" type="presParOf" srcId="{EE6E34C0-440B-4C37-BF89-A147AF215C94}" destId="{7F7977C5-C27D-4D2D-8E37-AF0B3AF23B20}" srcOrd="8" destOrd="0" presId="urn:microsoft.com/office/officeart/2005/8/layout/vProcess5"/>
    <dgm:cxn modelId="{CE1A3929-B408-4FF0-899D-F43E0ECAEAE4}" type="presParOf" srcId="{EE6E34C0-440B-4C37-BF89-A147AF215C94}" destId="{D61B1E52-6AD1-49C8-8D2A-2383E9522F2F}" srcOrd="9" destOrd="0" presId="urn:microsoft.com/office/officeart/2005/8/layout/vProcess5"/>
    <dgm:cxn modelId="{486EBBA7-EC89-434A-A39D-85F1AE9E2DAE}" type="presParOf" srcId="{EE6E34C0-440B-4C37-BF89-A147AF215C94}" destId="{6856D7AF-C6A9-4E52-A4D7-7562C10C8CF3}" srcOrd="10" destOrd="0" presId="urn:microsoft.com/office/officeart/2005/8/layout/vProcess5"/>
    <dgm:cxn modelId="{E072B0EC-2BDE-435C-9325-A01138B0EF85}" type="presParOf" srcId="{EE6E34C0-440B-4C37-BF89-A147AF215C94}" destId="{7A72E35C-9EF1-44B6-85DD-EBBFA358202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6E2BA9-4433-4901-ABA2-1575DE51DC0A}"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BE"/>
        </a:p>
      </dgm:t>
    </dgm:pt>
    <dgm:pt modelId="{CF2E3ABE-9ABF-4C3F-9DA6-1CAF41DEE5C6}">
      <dgm:prSet phldrT="[Text]"/>
      <dgm:spPr/>
      <dgm:t>
        <a:bodyPr/>
        <a:lstStyle/>
        <a:p>
          <a:r>
            <a:rPr lang="nl-BE" dirty="0"/>
            <a:t>Probeer het risico te vermijden</a:t>
          </a:r>
        </a:p>
      </dgm:t>
    </dgm:pt>
    <dgm:pt modelId="{2DD5DAD2-BA95-4273-99B0-FBD8A95A029A}" type="parTrans" cxnId="{712511B3-2E64-42D3-8EC0-56BEE996D7C5}">
      <dgm:prSet/>
      <dgm:spPr/>
      <dgm:t>
        <a:bodyPr/>
        <a:lstStyle/>
        <a:p>
          <a:endParaRPr lang="en-BE"/>
        </a:p>
      </dgm:t>
    </dgm:pt>
    <dgm:pt modelId="{4A4CCC37-07DC-4A85-867B-543ADBEF0740}" type="sibTrans" cxnId="{712511B3-2E64-42D3-8EC0-56BEE996D7C5}">
      <dgm:prSet/>
      <dgm:spPr/>
      <dgm:t>
        <a:bodyPr/>
        <a:lstStyle/>
        <a:p>
          <a:endParaRPr lang="en-BE"/>
        </a:p>
      </dgm:t>
    </dgm:pt>
    <dgm:pt modelId="{CB64641A-A033-472A-99FE-12B55EC40A46}">
      <dgm:prSet phldrT="[Text]"/>
      <dgm:spPr/>
      <dgm:t>
        <a:bodyPr/>
        <a:lstStyle/>
        <a:p>
          <a:r>
            <a:rPr lang="nl-BE" dirty="0"/>
            <a:t>Probeer het risico tot een minimum te beperken</a:t>
          </a:r>
          <a:endParaRPr lang="en-BE" dirty="0"/>
        </a:p>
      </dgm:t>
    </dgm:pt>
    <dgm:pt modelId="{3D82A0C0-0C2C-4C55-8A52-72E4EF88D0D5}" type="parTrans" cxnId="{093B3554-39B5-431B-961B-37B542012144}">
      <dgm:prSet/>
      <dgm:spPr/>
      <dgm:t>
        <a:bodyPr/>
        <a:lstStyle/>
        <a:p>
          <a:endParaRPr lang="en-BE"/>
        </a:p>
      </dgm:t>
    </dgm:pt>
    <dgm:pt modelId="{3413568B-64A0-4331-8F7D-1533908B9B65}" type="sibTrans" cxnId="{093B3554-39B5-431B-961B-37B542012144}">
      <dgm:prSet/>
      <dgm:spPr/>
      <dgm:t>
        <a:bodyPr/>
        <a:lstStyle/>
        <a:p>
          <a:endParaRPr lang="en-BE"/>
        </a:p>
      </dgm:t>
    </dgm:pt>
    <dgm:pt modelId="{42C4983E-DE89-4C2E-AA33-3E79481E2AC5}">
      <dgm:prSet phldrT="[Text]"/>
      <dgm:spPr/>
      <dgm:t>
        <a:bodyPr/>
        <a:lstStyle/>
        <a:p>
          <a:r>
            <a:rPr lang="nl-BE" dirty="0"/>
            <a:t>Verdeel het risico onder elkaar (Gedeelde smart is halve smart)</a:t>
          </a:r>
          <a:endParaRPr lang="en-BE" dirty="0"/>
        </a:p>
      </dgm:t>
    </dgm:pt>
    <dgm:pt modelId="{A440F1CC-C3C0-4F04-843A-89EEC415F2FF}" type="parTrans" cxnId="{DC3D56D9-9C2A-4ACD-8C26-802642BED6B7}">
      <dgm:prSet/>
      <dgm:spPr/>
      <dgm:t>
        <a:bodyPr/>
        <a:lstStyle/>
        <a:p>
          <a:endParaRPr lang="en-BE"/>
        </a:p>
      </dgm:t>
    </dgm:pt>
    <dgm:pt modelId="{08F2F1B7-7BC3-4D71-82AB-ABA94CDF2992}" type="sibTrans" cxnId="{DC3D56D9-9C2A-4ACD-8C26-802642BED6B7}">
      <dgm:prSet/>
      <dgm:spPr/>
      <dgm:t>
        <a:bodyPr/>
        <a:lstStyle/>
        <a:p>
          <a:endParaRPr lang="en-BE"/>
        </a:p>
      </dgm:t>
    </dgm:pt>
    <dgm:pt modelId="{C6601752-E5F9-413B-946B-FF3F256AFB31}">
      <dgm:prSet phldrT="[Text]"/>
      <dgm:spPr/>
      <dgm:t>
        <a:bodyPr/>
        <a:lstStyle/>
        <a:p>
          <a:r>
            <a:rPr lang="nl-BE" dirty="0"/>
            <a:t>Accepteer het, en betaal de kosten</a:t>
          </a:r>
          <a:endParaRPr lang="en-BE" dirty="0"/>
        </a:p>
      </dgm:t>
    </dgm:pt>
    <dgm:pt modelId="{C0F10E2A-4159-41E4-B3E4-E02828773BDD}" type="parTrans" cxnId="{9EC4C807-F34E-4C69-91A8-5D9C73626558}">
      <dgm:prSet/>
      <dgm:spPr/>
      <dgm:t>
        <a:bodyPr/>
        <a:lstStyle/>
        <a:p>
          <a:endParaRPr lang="en-BE"/>
        </a:p>
      </dgm:t>
    </dgm:pt>
    <dgm:pt modelId="{34965C8C-F42F-49DC-99A1-11C535662F56}" type="sibTrans" cxnId="{9EC4C807-F34E-4C69-91A8-5D9C73626558}">
      <dgm:prSet/>
      <dgm:spPr/>
      <dgm:t>
        <a:bodyPr/>
        <a:lstStyle/>
        <a:p>
          <a:endParaRPr lang="en-BE"/>
        </a:p>
      </dgm:t>
    </dgm:pt>
    <dgm:pt modelId="{EE6E34C0-440B-4C37-BF89-A147AF215C94}" type="pres">
      <dgm:prSet presAssocID="{516E2BA9-4433-4901-ABA2-1575DE51DC0A}" presName="outerComposite" presStyleCnt="0">
        <dgm:presLayoutVars>
          <dgm:chMax val="5"/>
          <dgm:dir/>
          <dgm:resizeHandles val="exact"/>
        </dgm:presLayoutVars>
      </dgm:prSet>
      <dgm:spPr/>
    </dgm:pt>
    <dgm:pt modelId="{1B5046A4-6D3C-4A62-8F00-BB4DB2F3278F}" type="pres">
      <dgm:prSet presAssocID="{516E2BA9-4433-4901-ABA2-1575DE51DC0A}" presName="dummyMaxCanvas" presStyleCnt="0">
        <dgm:presLayoutVars/>
      </dgm:prSet>
      <dgm:spPr/>
    </dgm:pt>
    <dgm:pt modelId="{99817509-D54C-4306-9E08-92F937BFAC26}" type="pres">
      <dgm:prSet presAssocID="{516E2BA9-4433-4901-ABA2-1575DE51DC0A}" presName="FourNodes_1" presStyleLbl="node1" presStyleIdx="0" presStyleCnt="4">
        <dgm:presLayoutVars>
          <dgm:bulletEnabled val="1"/>
        </dgm:presLayoutVars>
      </dgm:prSet>
      <dgm:spPr/>
    </dgm:pt>
    <dgm:pt modelId="{80334F2C-4DD2-4847-9AC5-6B5A8D57EF56}" type="pres">
      <dgm:prSet presAssocID="{516E2BA9-4433-4901-ABA2-1575DE51DC0A}" presName="FourNodes_2" presStyleLbl="node1" presStyleIdx="1" presStyleCnt="4">
        <dgm:presLayoutVars>
          <dgm:bulletEnabled val="1"/>
        </dgm:presLayoutVars>
      </dgm:prSet>
      <dgm:spPr/>
    </dgm:pt>
    <dgm:pt modelId="{1FCC5528-72BA-416C-92BA-016B4AF43EF5}" type="pres">
      <dgm:prSet presAssocID="{516E2BA9-4433-4901-ABA2-1575DE51DC0A}" presName="FourNodes_3" presStyleLbl="node1" presStyleIdx="2" presStyleCnt="4">
        <dgm:presLayoutVars>
          <dgm:bulletEnabled val="1"/>
        </dgm:presLayoutVars>
      </dgm:prSet>
      <dgm:spPr/>
    </dgm:pt>
    <dgm:pt modelId="{083FF446-67E6-4E48-B143-9C6D516BD6C9}" type="pres">
      <dgm:prSet presAssocID="{516E2BA9-4433-4901-ABA2-1575DE51DC0A}" presName="FourNodes_4" presStyleLbl="node1" presStyleIdx="3" presStyleCnt="4">
        <dgm:presLayoutVars>
          <dgm:bulletEnabled val="1"/>
        </dgm:presLayoutVars>
      </dgm:prSet>
      <dgm:spPr/>
    </dgm:pt>
    <dgm:pt modelId="{85B9943C-8388-42F8-88F4-3FC1C0CD95B6}" type="pres">
      <dgm:prSet presAssocID="{516E2BA9-4433-4901-ABA2-1575DE51DC0A}" presName="FourConn_1-2" presStyleLbl="fgAccFollowNode1" presStyleIdx="0" presStyleCnt="3">
        <dgm:presLayoutVars>
          <dgm:bulletEnabled val="1"/>
        </dgm:presLayoutVars>
      </dgm:prSet>
      <dgm:spPr/>
    </dgm:pt>
    <dgm:pt modelId="{1999B54C-DADD-4A60-903A-77FDDB6A88AA}" type="pres">
      <dgm:prSet presAssocID="{516E2BA9-4433-4901-ABA2-1575DE51DC0A}" presName="FourConn_2-3" presStyleLbl="fgAccFollowNode1" presStyleIdx="1" presStyleCnt="3">
        <dgm:presLayoutVars>
          <dgm:bulletEnabled val="1"/>
        </dgm:presLayoutVars>
      </dgm:prSet>
      <dgm:spPr/>
    </dgm:pt>
    <dgm:pt modelId="{03E1853F-8A07-44ED-A3C6-B28AF1FD7906}" type="pres">
      <dgm:prSet presAssocID="{516E2BA9-4433-4901-ABA2-1575DE51DC0A}" presName="FourConn_3-4" presStyleLbl="fgAccFollowNode1" presStyleIdx="2" presStyleCnt="3">
        <dgm:presLayoutVars>
          <dgm:bulletEnabled val="1"/>
        </dgm:presLayoutVars>
      </dgm:prSet>
      <dgm:spPr/>
    </dgm:pt>
    <dgm:pt modelId="{7F7977C5-C27D-4D2D-8E37-AF0B3AF23B20}" type="pres">
      <dgm:prSet presAssocID="{516E2BA9-4433-4901-ABA2-1575DE51DC0A}" presName="FourNodes_1_text" presStyleLbl="node1" presStyleIdx="3" presStyleCnt="4">
        <dgm:presLayoutVars>
          <dgm:bulletEnabled val="1"/>
        </dgm:presLayoutVars>
      </dgm:prSet>
      <dgm:spPr/>
    </dgm:pt>
    <dgm:pt modelId="{D61B1E52-6AD1-49C8-8D2A-2383E9522F2F}" type="pres">
      <dgm:prSet presAssocID="{516E2BA9-4433-4901-ABA2-1575DE51DC0A}" presName="FourNodes_2_text" presStyleLbl="node1" presStyleIdx="3" presStyleCnt="4">
        <dgm:presLayoutVars>
          <dgm:bulletEnabled val="1"/>
        </dgm:presLayoutVars>
      </dgm:prSet>
      <dgm:spPr/>
    </dgm:pt>
    <dgm:pt modelId="{6856D7AF-C6A9-4E52-A4D7-7562C10C8CF3}" type="pres">
      <dgm:prSet presAssocID="{516E2BA9-4433-4901-ABA2-1575DE51DC0A}" presName="FourNodes_3_text" presStyleLbl="node1" presStyleIdx="3" presStyleCnt="4">
        <dgm:presLayoutVars>
          <dgm:bulletEnabled val="1"/>
        </dgm:presLayoutVars>
      </dgm:prSet>
      <dgm:spPr/>
    </dgm:pt>
    <dgm:pt modelId="{7A72E35C-9EF1-44B6-85DD-EBBFA3582025}" type="pres">
      <dgm:prSet presAssocID="{516E2BA9-4433-4901-ABA2-1575DE51DC0A}" presName="FourNodes_4_text" presStyleLbl="node1" presStyleIdx="3" presStyleCnt="4">
        <dgm:presLayoutVars>
          <dgm:bulletEnabled val="1"/>
        </dgm:presLayoutVars>
      </dgm:prSet>
      <dgm:spPr/>
    </dgm:pt>
  </dgm:ptLst>
  <dgm:cxnLst>
    <dgm:cxn modelId="{9EC4C807-F34E-4C69-91A8-5D9C73626558}" srcId="{516E2BA9-4433-4901-ABA2-1575DE51DC0A}" destId="{C6601752-E5F9-413B-946B-FF3F256AFB31}" srcOrd="3" destOrd="0" parTransId="{C0F10E2A-4159-41E4-B3E4-E02828773BDD}" sibTransId="{34965C8C-F42F-49DC-99A1-11C535662F56}"/>
    <dgm:cxn modelId="{E80E3C22-8743-4D68-9CCA-3FDBA989608A}" type="presOf" srcId="{4A4CCC37-07DC-4A85-867B-543ADBEF0740}" destId="{85B9943C-8388-42F8-88F4-3FC1C0CD95B6}" srcOrd="0" destOrd="0" presId="urn:microsoft.com/office/officeart/2005/8/layout/vProcess5"/>
    <dgm:cxn modelId="{83E80632-E9CA-430F-9ECD-B826F57D88FA}" type="presOf" srcId="{42C4983E-DE89-4C2E-AA33-3E79481E2AC5}" destId="{1FCC5528-72BA-416C-92BA-016B4AF43EF5}" srcOrd="0" destOrd="0" presId="urn:microsoft.com/office/officeart/2005/8/layout/vProcess5"/>
    <dgm:cxn modelId="{4937714A-78DD-4870-9792-0C9C326B13A0}" type="presOf" srcId="{516E2BA9-4433-4901-ABA2-1575DE51DC0A}" destId="{EE6E34C0-440B-4C37-BF89-A147AF215C94}" srcOrd="0" destOrd="0" presId="urn:microsoft.com/office/officeart/2005/8/layout/vProcess5"/>
    <dgm:cxn modelId="{9E132F4C-BE59-4036-936F-E5ADDC362B0D}" type="presOf" srcId="{42C4983E-DE89-4C2E-AA33-3E79481E2AC5}" destId="{6856D7AF-C6A9-4E52-A4D7-7562C10C8CF3}" srcOrd="1" destOrd="0" presId="urn:microsoft.com/office/officeart/2005/8/layout/vProcess5"/>
    <dgm:cxn modelId="{357FDE52-A3D7-45BA-A801-78888EEA93DE}" type="presOf" srcId="{CF2E3ABE-9ABF-4C3F-9DA6-1CAF41DEE5C6}" destId="{99817509-D54C-4306-9E08-92F937BFAC26}" srcOrd="0" destOrd="0" presId="urn:microsoft.com/office/officeart/2005/8/layout/vProcess5"/>
    <dgm:cxn modelId="{093B3554-39B5-431B-961B-37B542012144}" srcId="{516E2BA9-4433-4901-ABA2-1575DE51DC0A}" destId="{CB64641A-A033-472A-99FE-12B55EC40A46}" srcOrd="1" destOrd="0" parTransId="{3D82A0C0-0C2C-4C55-8A52-72E4EF88D0D5}" sibTransId="{3413568B-64A0-4331-8F7D-1533908B9B65}"/>
    <dgm:cxn modelId="{7B34EF76-64AB-4D1F-A121-F55B5AEDFF35}" type="presOf" srcId="{CB64641A-A033-472A-99FE-12B55EC40A46}" destId="{80334F2C-4DD2-4847-9AC5-6B5A8D57EF56}" srcOrd="0" destOrd="0" presId="urn:microsoft.com/office/officeart/2005/8/layout/vProcess5"/>
    <dgm:cxn modelId="{F87E6858-9BD0-4730-BB7E-B9B1D8407290}" type="presOf" srcId="{CB64641A-A033-472A-99FE-12B55EC40A46}" destId="{D61B1E52-6AD1-49C8-8D2A-2383E9522F2F}" srcOrd="1" destOrd="0" presId="urn:microsoft.com/office/officeart/2005/8/layout/vProcess5"/>
    <dgm:cxn modelId="{BFABEA87-018C-401D-8006-949255036051}" type="presOf" srcId="{CF2E3ABE-9ABF-4C3F-9DA6-1CAF41DEE5C6}" destId="{7F7977C5-C27D-4D2D-8E37-AF0B3AF23B20}" srcOrd="1" destOrd="0" presId="urn:microsoft.com/office/officeart/2005/8/layout/vProcess5"/>
    <dgm:cxn modelId="{E8B2EE89-E1F7-4F8F-AE88-3E38F2483BF9}" type="presOf" srcId="{08F2F1B7-7BC3-4D71-82AB-ABA94CDF2992}" destId="{03E1853F-8A07-44ED-A3C6-B28AF1FD7906}" srcOrd="0" destOrd="0" presId="urn:microsoft.com/office/officeart/2005/8/layout/vProcess5"/>
    <dgm:cxn modelId="{847C899B-DC50-4967-A092-F8647BD7FDB7}" type="presOf" srcId="{3413568B-64A0-4331-8F7D-1533908B9B65}" destId="{1999B54C-DADD-4A60-903A-77FDDB6A88AA}" srcOrd="0" destOrd="0" presId="urn:microsoft.com/office/officeart/2005/8/layout/vProcess5"/>
    <dgm:cxn modelId="{6B2C1C9D-4D56-4FB1-BA7F-D01872A36393}" type="presOf" srcId="{C6601752-E5F9-413B-946B-FF3F256AFB31}" destId="{083FF446-67E6-4E48-B143-9C6D516BD6C9}" srcOrd="0" destOrd="0" presId="urn:microsoft.com/office/officeart/2005/8/layout/vProcess5"/>
    <dgm:cxn modelId="{712511B3-2E64-42D3-8EC0-56BEE996D7C5}" srcId="{516E2BA9-4433-4901-ABA2-1575DE51DC0A}" destId="{CF2E3ABE-9ABF-4C3F-9DA6-1CAF41DEE5C6}" srcOrd="0" destOrd="0" parTransId="{2DD5DAD2-BA95-4273-99B0-FBD8A95A029A}" sibTransId="{4A4CCC37-07DC-4A85-867B-543ADBEF0740}"/>
    <dgm:cxn modelId="{DC3D56D9-9C2A-4ACD-8C26-802642BED6B7}" srcId="{516E2BA9-4433-4901-ABA2-1575DE51DC0A}" destId="{42C4983E-DE89-4C2E-AA33-3E79481E2AC5}" srcOrd="2" destOrd="0" parTransId="{A440F1CC-C3C0-4F04-843A-89EEC415F2FF}" sibTransId="{08F2F1B7-7BC3-4D71-82AB-ABA94CDF2992}"/>
    <dgm:cxn modelId="{CBE674E3-875F-47DE-B436-E18B55B8250B}" type="presOf" srcId="{C6601752-E5F9-413B-946B-FF3F256AFB31}" destId="{7A72E35C-9EF1-44B6-85DD-EBBFA3582025}" srcOrd="1" destOrd="0" presId="urn:microsoft.com/office/officeart/2005/8/layout/vProcess5"/>
    <dgm:cxn modelId="{AFEAD020-F9F8-470C-90F9-7E3701DE1B04}" type="presParOf" srcId="{EE6E34C0-440B-4C37-BF89-A147AF215C94}" destId="{1B5046A4-6D3C-4A62-8F00-BB4DB2F3278F}" srcOrd="0" destOrd="0" presId="urn:microsoft.com/office/officeart/2005/8/layout/vProcess5"/>
    <dgm:cxn modelId="{12034483-ACE6-4D4C-8D5E-449CC4E9F098}" type="presParOf" srcId="{EE6E34C0-440B-4C37-BF89-A147AF215C94}" destId="{99817509-D54C-4306-9E08-92F937BFAC26}" srcOrd="1" destOrd="0" presId="urn:microsoft.com/office/officeart/2005/8/layout/vProcess5"/>
    <dgm:cxn modelId="{865B484A-1270-4AA0-B194-1E0FEDC9BFEE}" type="presParOf" srcId="{EE6E34C0-440B-4C37-BF89-A147AF215C94}" destId="{80334F2C-4DD2-4847-9AC5-6B5A8D57EF56}" srcOrd="2" destOrd="0" presId="urn:microsoft.com/office/officeart/2005/8/layout/vProcess5"/>
    <dgm:cxn modelId="{D1756DC0-6FB0-4EA3-A1BC-7D174F34AB40}" type="presParOf" srcId="{EE6E34C0-440B-4C37-BF89-A147AF215C94}" destId="{1FCC5528-72BA-416C-92BA-016B4AF43EF5}" srcOrd="3" destOrd="0" presId="urn:microsoft.com/office/officeart/2005/8/layout/vProcess5"/>
    <dgm:cxn modelId="{E6D9C102-5673-4F05-ACD9-155D82FC29FA}" type="presParOf" srcId="{EE6E34C0-440B-4C37-BF89-A147AF215C94}" destId="{083FF446-67E6-4E48-B143-9C6D516BD6C9}" srcOrd="4" destOrd="0" presId="urn:microsoft.com/office/officeart/2005/8/layout/vProcess5"/>
    <dgm:cxn modelId="{2F751207-DAEB-467B-B285-1655835C32F4}" type="presParOf" srcId="{EE6E34C0-440B-4C37-BF89-A147AF215C94}" destId="{85B9943C-8388-42F8-88F4-3FC1C0CD95B6}" srcOrd="5" destOrd="0" presId="urn:microsoft.com/office/officeart/2005/8/layout/vProcess5"/>
    <dgm:cxn modelId="{0B5E4114-EDC1-4335-B315-3DFAA10E5459}" type="presParOf" srcId="{EE6E34C0-440B-4C37-BF89-A147AF215C94}" destId="{1999B54C-DADD-4A60-903A-77FDDB6A88AA}" srcOrd="6" destOrd="0" presId="urn:microsoft.com/office/officeart/2005/8/layout/vProcess5"/>
    <dgm:cxn modelId="{3CD64D98-E8CB-40A3-BE40-AB87A7BE8692}" type="presParOf" srcId="{EE6E34C0-440B-4C37-BF89-A147AF215C94}" destId="{03E1853F-8A07-44ED-A3C6-B28AF1FD7906}" srcOrd="7" destOrd="0" presId="urn:microsoft.com/office/officeart/2005/8/layout/vProcess5"/>
    <dgm:cxn modelId="{CAC0742B-8822-4C6C-882C-89E259A9927A}" type="presParOf" srcId="{EE6E34C0-440B-4C37-BF89-A147AF215C94}" destId="{7F7977C5-C27D-4D2D-8E37-AF0B3AF23B20}" srcOrd="8" destOrd="0" presId="urn:microsoft.com/office/officeart/2005/8/layout/vProcess5"/>
    <dgm:cxn modelId="{CE1A3929-B408-4FF0-899D-F43E0ECAEAE4}" type="presParOf" srcId="{EE6E34C0-440B-4C37-BF89-A147AF215C94}" destId="{D61B1E52-6AD1-49C8-8D2A-2383E9522F2F}" srcOrd="9" destOrd="0" presId="urn:microsoft.com/office/officeart/2005/8/layout/vProcess5"/>
    <dgm:cxn modelId="{486EBBA7-EC89-434A-A39D-85F1AE9E2DAE}" type="presParOf" srcId="{EE6E34C0-440B-4C37-BF89-A147AF215C94}" destId="{6856D7AF-C6A9-4E52-A4D7-7562C10C8CF3}" srcOrd="10" destOrd="0" presId="urn:microsoft.com/office/officeart/2005/8/layout/vProcess5"/>
    <dgm:cxn modelId="{E072B0EC-2BDE-435C-9325-A01138B0EF85}" type="presParOf" srcId="{EE6E34C0-440B-4C37-BF89-A147AF215C94}" destId="{7A72E35C-9EF1-44B6-85DD-EBBFA358202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17509-D54C-4306-9E08-92F937BFAC26}">
      <dsp:nvSpPr>
        <dsp:cNvPr id="0" name=""/>
        <dsp:cNvSpPr/>
      </dsp:nvSpPr>
      <dsp:spPr>
        <a:xfrm>
          <a:off x="0" y="0"/>
          <a:ext cx="5418666" cy="9934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nl-BE" sz="2600" kern="1200" dirty="0"/>
            <a:t>Zo vroeg mogelijk problemen voorzien</a:t>
          </a:r>
          <a:endParaRPr lang="en-BE" sz="2600" kern="1200" dirty="0"/>
        </a:p>
      </dsp:txBody>
      <dsp:txXfrm>
        <a:off x="29096" y="29096"/>
        <a:ext cx="4262742" cy="935230"/>
      </dsp:txXfrm>
    </dsp:sp>
    <dsp:sp modelId="{80334F2C-4DD2-4847-9AC5-6B5A8D57EF56}">
      <dsp:nvSpPr>
        <dsp:cNvPr id="0" name=""/>
        <dsp:cNvSpPr/>
      </dsp:nvSpPr>
      <dsp:spPr>
        <a:xfrm>
          <a:off x="453813" y="1174044"/>
          <a:ext cx="5418666" cy="993422"/>
        </a:xfrm>
        <a:prstGeom prst="roundRect">
          <a:avLst>
            <a:gd name="adj" fmla="val 10000"/>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nl-BE" sz="2600" kern="1200" dirty="0"/>
            <a:t>Schatten van het mogelijke “verlies”</a:t>
          </a:r>
          <a:endParaRPr lang="en-BE" sz="2600" kern="1200" dirty="0"/>
        </a:p>
      </dsp:txBody>
      <dsp:txXfrm>
        <a:off x="482909" y="1203140"/>
        <a:ext cx="4260936" cy="935230"/>
      </dsp:txXfrm>
    </dsp:sp>
    <dsp:sp modelId="{1FCC5528-72BA-416C-92BA-016B4AF43EF5}">
      <dsp:nvSpPr>
        <dsp:cNvPr id="0" name=""/>
        <dsp:cNvSpPr/>
      </dsp:nvSpPr>
      <dsp:spPr>
        <a:xfrm>
          <a:off x="900853" y="2348089"/>
          <a:ext cx="5418666" cy="993422"/>
        </a:xfrm>
        <a:prstGeom prst="roundRect">
          <a:avLst>
            <a:gd name="adj" fmla="val 10000"/>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nl-BE" sz="2600" kern="1200" dirty="0"/>
            <a:t>Beslissen wat je ermee gaat doen</a:t>
          </a:r>
          <a:endParaRPr lang="en-BE" sz="2600" kern="1200" dirty="0"/>
        </a:p>
      </dsp:txBody>
      <dsp:txXfrm>
        <a:off x="929949" y="2377185"/>
        <a:ext cx="4267709" cy="935230"/>
      </dsp:txXfrm>
    </dsp:sp>
    <dsp:sp modelId="{083FF446-67E6-4E48-B143-9C6D516BD6C9}">
      <dsp:nvSpPr>
        <dsp:cNvPr id="0" name=""/>
        <dsp:cNvSpPr/>
      </dsp:nvSpPr>
      <dsp:spPr>
        <a:xfrm>
          <a:off x="1354666" y="3522133"/>
          <a:ext cx="5418666" cy="993422"/>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nl-BE" sz="2600" kern="1200" dirty="0"/>
            <a:t>Vermijdt hetzelfde in de toekomst</a:t>
          </a:r>
          <a:endParaRPr lang="en-BE" sz="2600" kern="1200" dirty="0"/>
        </a:p>
      </dsp:txBody>
      <dsp:txXfrm>
        <a:off x="1383762" y="3551229"/>
        <a:ext cx="4260936" cy="935230"/>
      </dsp:txXfrm>
    </dsp:sp>
    <dsp:sp modelId="{85B9943C-8388-42F8-88F4-3FC1C0CD95B6}">
      <dsp:nvSpPr>
        <dsp:cNvPr id="0" name=""/>
        <dsp:cNvSpPr/>
      </dsp:nvSpPr>
      <dsp:spPr>
        <a:xfrm>
          <a:off x="4772941" y="760871"/>
          <a:ext cx="645724" cy="645724"/>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BE" sz="2900" kern="1200"/>
        </a:p>
      </dsp:txBody>
      <dsp:txXfrm>
        <a:off x="4918229" y="760871"/>
        <a:ext cx="355148" cy="485907"/>
      </dsp:txXfrm>
    </dsp:sp>
    <dsp:sp modelId="{1999B54C-DADD-4A60-903A-77FDDB6A88AA}">
      <dsp:nvSpPr>
        <dsp:cNvPr id="0" name=""/>
        <dsp:cNvSpPr/>
      </dsp:nvSpPr>
      <dsp:spPr>
        <a:xfrm>
          <a:off x="5226755" y="1934915"/>
          <a:ext cx="645724" cy="645724"/>
        </a:xfrm>
        <a:prstGeom prst="downArrow">
          <a:avLst>
            <a:gd name="adj1" fmla="val 55000"/>
            <a:gd name="adj2" fmla="val 45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BE" sz="2900" kern="1200"/>
        </a:p>
      </dsp:txBody>
      <dsp:txXfrm>
        <a:off x="5372043" y="1934915"/>
        <a:ext cx="355148" cy="485907"/>
      </dsp:txXfrm>
    </dsp:sp>
    <dsp:sp modelId="{03E1853F-8A07-44ED-A3C6-B28AF1FD7906}">
      <dsp:nvSpPr>
        <dsp:cNvPr id="0" name=""/>
        <dsp:cNvSpPr/>
      </dsp:nvSpPr>
      <dsp:spPr>
        <a:xfrm>
          <a:off x="5673795" y="3108960"/>
          <a:ext cx="645724" cy="645724"/>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BE" sz="2900" kern="1200"/>
        </a:p>
      </dsp:txBody>
      <dsp:txXfrm>
        <a:off x="5819083" y="3108960"/>
        <a:ext cx="355148" cy="4859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17509-D54C-4306-9E08-92F937BFAC26}">
      <dsp:nvSpPr>
        <dsp:cNvPr id="0" name=""/>
        <dsp:cNvSpPr/>
      </dsp:nvSpPr>
      <dsp:spPr>
        <a:xfrm>
          <a:off x="0" y="0"/>
          <a:ext cx="5418666" cy="9934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nl-BE" sz="2400" kern="1200" dirty="0"/>
            <a:t>Probeer het risico te vermijden</a:t>
          </a:r>
        </a:p>
      </dsp:txBody>
      <dsp:txXfrm>
        <a:off x="29096" y="29096"/>
        <a:ext cx="4262742" cy="935230"/>
      </dsp:txXfrm>
    </dsp:sp>
    <dsp:sp modelId="{80334F2C-4DD2-4847-9AC5-6B5A8D57EF56}">
      <dsp:nvSpPr>
        <dsp:cNvPr id="0" name=""/>
        <dsp:cNvSpPr/>
      </dsp:nvSpPr>
      <dsp:spPr>
        <a:xfrm>
          <a:off x="453813" y="1174044"/>
          <a:ext cx="5418666" cy="993422"/>
        </a:xfrm>
        <a:prstGeom prst="roundRect">
          <a:avLst>
            <a:gd name="adj" fmla="val 10000"/>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nl-BE" sz="2400" kern="1200" dirty="0"/>
            <a:t>Probeer het risico tot een minimum te beperken</a:t>
          </a:r>
          <a:endParaRPr lang="en-BE" sz="2400" kern="1200" dirty="0"/>
        </a:p>
      </dsp:txBody>
      <dsp:txXfrm>
        <a:off x="482909" y="1203140"/>
        <a:ext cx="4260936" cy="935230"/>
      </dsp:txXfrm>
    </dsp:sp>
    <dsp:sp modelId="{1FCC5528-72BA-416C-92BA-016B4AF43EF5}">
      <dsp:nvSpPr>
        <dsp:cNvPr id="0" name=""/>
        <dsp:cNvSpPr/>
      </dsp:nvSpPr>
      <dsp:spPr>
        <a:xfrm>
          <a:off x="900853" y="2348089"/>
          <a:ext cx="5418666" cy="993422"/>
        </a:xfrm>
        <a:prstGeom prst="roundRect">
          <a:avLst>
            <a:gd name="adj" fmla="val 10000"/>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nl-BE" sz="2400" kern="1200" dirty="0"/>
            <a:t>Verdeel het risico onder elkaar (Gedeelde smart is halve smart)</a:t>
          </a:r>
          <a:endParaRPr lang="en-BE" sz="2400" kern="1200" dirty="0"/>
        </a:p>
      </dsp:txBody>
      <dsp:txXfrm>
        <a:off x="929949" y="2377185"/>
        <a:ext cx="4267709" cy="935230"/>
      </dsp:txXfrm>
    </dsp:sp>
    <dsp:sp modelId="{083FF446-67E6-4E48-B143-9C6D516BD6C9}">
      <dsp:nvSpPr>
        <dsp:cNvPr id="0" name=""/>
        <dsp:cNvSpPr/>
      </dsp:nvSpPr>
      <dsp:spPr>
        <a:xfrm>
          <a:off x="1354666" y="3522133"/>
          <a:ext cx="5418666" cy="993422"/>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nl-BE" sz="2400" kern="1200" dirty="0"/>
            <a:t>Accepteer het, en betaal de kosten</a:t>
          </a:r>
          <a:endParaRPr lang="en-BE" sz="2400" kern="1200" dirty="0"/>
        </a:p>
      </dsp:txBody>
      <dsp:txXfrm>
        <a:off x="1383762" y="3551229"/>
        <a:ext cx="4260936" cy="935230"/>
      </dsp:txXfrm>
    </dsp:sp>
    <dsp:sp modelId="{85B9943C-8388-42F8-88F4-3FC1C0CD95B6}">
      <dsp:nvSpPr>
        <dsp:cNvPr id="0" name=""/>
        <dsp:cNvSpPr/>
      </dsp:nvSpPr>
      <dsp:spPr>
        <a:xfrm>
          <a:off x="4772941" y="760871"/>
          <a:ext cx="645724" cy="645724"/>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BE" sz="2900" kern="1200"/>
        </a:p>
      </dsp:txBody>
      <dsp:txXfrm>
        <a:off x="4918229" y="760871"/>
        <a:ext cx="355148" cy="485907"/>
      </dsp:txXfrm>
    </dsp:sp>
    <dsp:sp modelId="{1999B54C-DADD-4A60-903A-77FDDB6A88AA}">
      <dsp:nvSpPr>
        <dsp:cNvPr id="0" name=""/>
        <dsp:cNvSpPr/>
      </dsp:nvSpPr>
      <dsp:spPr>
        <a:xfrm>
          <a:off x="5226755" y="1934915"/>
          <a:ext cx="645724" cy="645724"/>
        </a:xfrm>
        <a:prstGeom prst="downArrow">
          <a:avLst>
            <a:gd name="adj1" fmla="val 55000"/>
            <a:gd name="adj2" fmla="val 45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BE" sz="2900" kern="1200"/>
        </a:p>
      </dsp:txBody>
      <dsp:txXfrm>
        <a:off x="5372043" y="1934915"/>
        <a:ext cx="355148" cy="485907"/>
      </dsp:txXfrm>
    </dsp:sp>
    <dsp:sp modelId="{03E1853F-8A07-44ED-A3C6-B28AF1FD7906}">
      <dsp:nvSpPr>
        <dsp:cNvPr id="0" name=""/>
        <dsp:cNvSpPr/>
      </dsp:nvSpPr>
      <dsp:spPr>
        <a:xfrm>
          <a:off x="5673795" y="3108960"/>
          <a:ext cx="645724" cy="645724"/>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BE" sz="2900" kern="1200"/>
        </a:p>
      </dsp:txBody>
      <dsp:txXfrm>
        <a:off x="5819083" y="3108960"/>
        <a:ext cx="355148" cy="48590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15/02/2022</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‹nr.›</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‹nr.›</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‹nr.›</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‹nr.›</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a:solidFill>
                  <a:srgbClr val="034EA2"/>
                </a:solidFill>
              </a:rPr>
              <a:t>Hoofdtitel: Software Testen</a:t>
            </a:r>
            <a:br>
              <a:rPr lang="nl-NL" sz="1800">
                <a:solidFill>
                  <a:srgbClr val="034EA2"/>
                </a:solidFill>
              </a:rPr>
            </a:br>
            <a:r>
              <a:rPr lang="nl-NL" sz="1800" kern="1200">
                <a:solidFill>
                  <a:srgbClr val="034EA2"/>
                </a:solidFill>
                <a:latin typeface="+mn-lt"/>
                <a:ea typeface="+mn-ea"/>
                <a:cs typeface="+mn-cs"/>
              </a:rPr>
              <a:t>Subtitel: </a:t>
            </a:r>
            <a:r>
              <a:rPr lang="en-GB" sz="1800" kern="1200">
                <a:solidFill>
                  <a:srgbClr val="034EA2"/>
                </a:solidFill>
                <a:latin typeface="+mn-lt"/>
                <a:ea typeface="+mn-ea"/>
                <a:cs typeface="+mn-cs"/>
              </a:rPr>
              <a:t>Risk Management – Risk Based Software Testing</a:t>
            </a:r>
            <a:br>
              <a:rPr lang="nl-NL" sz="1800" kern="1200">
                <a:solidFill>
                  <a:srgbClr val="034EA2"/>
                </a:solidFill>
                <a:latin typeface="+mn-lt"/>
                <a:ea typeface="+mn-ea"/>
                <a:cs typeface="+mn-cs"/>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Risk Management – Risk Based Software Testing</a:t>
            </a:r>
          </a:p>
          <a:p>
            <a:r>
              <a:rPr lang="en-GB"/>
              <a:t>2 </a:t>
            </a:r>
            <a:r>
              <a:rPr lang="en-GB" err="1"/>
              <a:t>werkuur</a:t>
            </a:r>
            <a:endParaRPr lang="en-US"/>
          </a:p>
        </p:txBody>
      </p:sp>
      <p:sp>
        <p:nvSpPr>
          <p:cNvPr id="3" name="Text Placeholder 2"/>
          <p:cNvSpPr>
            <a:spLocks noGrp="1"/>
          </p:cNvSpPr>
          <p:nvPr>
            <p:ph type="body" sz="quarter" idx="11"/>
          </p:nvPr>
        </p:nvSpPr>
        <p:spPr/>
        <p:txBody>
          <a:bodyPr/>
          <a:lstStyle/>
          <a:p>
            <a:r>
              <a:rPr lang="en-GB"/>
              <a:t>Software Testen – op basis van risico</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Als je weet dat je niet alles kunt testen …</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4</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Risico</a:t>
            </a:r>
            <a:r>
              <a:rPr lang="en-GB" dirty="0"/>
              <a:t> </a:t>
            </a:r>
            <a:r>
              <a:rPr lang="en-GB" dirty="0" err="1"/>
              <a:t>incalculeren</a:t>
            </a:r>
            <a:r>
              <a:rPr lang="en-GB" dirty="0"/>
              <a:t>.</a:t>
            </a:r>
          </a:p>
          <a:p>
            <a:pPr lvl="1"/>
            <a:r>
              <a:rPr lang="en-GB" dirty="0" err="1"/>
              <a:t>Voorbeeld</a:t>
            </a:r>
            <a:r>
              <a:rPr lang="en-GB" dirty="0"/>
              <a:t> van </a:t>
            </a:r>
            <a:r>
              <a:rPr lang="en-GB" dirty="0" err="1"/>
              <a:t>een</a:t>
            </a:r>
            <a:r>
              <a:rPr lang="en-GB" dirty="0"/>
              <a:t> online </a:t>
            </a:r>
            <a:r>
              <a:rPr lang="en-GB" dirty="0" err="1"/>
              <a:t>webshop</a:t>
            </a:r>
            <a:r>
              <a:rPr lang="en-GB" dirty="0"/>
              <a:t>.</a:t>
            </a:r>
          </a:p>
          <a:p>
            <a:pPr lvl="1"/>
            <a:r>
              <a:rPr lang="en-GB" dirty="0" err="1"/>
              <a:t>Stel</a:t>
            </a:r>
            <a:r>
              <a:rPr lang="en-GB" dirty="0"/>
              <a:t> je </a:t>
            </a:r>
            <a:r>
              <a:rPr lang="en-GB" dirty="0" err="1"/>
              <a:t>kunt</a:t>
            </a:r>
            <a:r>
              <a:rPr lang="en-GB" dirty="0"/>
              <a:t> </a:t>
            </a:r>
            <a:r>
              <a:rPr lang="en-GB" dirty="0" err="1"/>
              <a:t>alles</a:t>
            </a:r>
            <a:r>
              <a:rPr lang="en-GB" dirty="0"/>
              <a:t> </a:t>
            </a:r>
            <a:r>
              <a:rPr lang="en-GB" dirty="0" err="1"/>
              <a:t>doen</a:t>
            </a:r>
            <a:r>
              <a:rPr lang="en-GB" dirty="0"/>
              <a:t>, </a:t>
            </a:r>
            <a:r>
              <a:rPr lang="en-GB" dirty="0" err="1"/>
              <a:t>behalve</a:t>
            </a:r>
            <a:r>
              <a:rPr lang="en-GB" dirty="0"/>
              <a:t> </a:t>
            </a:r>
            <a:r>
              <a:rPr lang="en-GB" dirty="0" err="1"/>
              <a:t>betalen</a:t>
            </a:r>
            <a:r>
              <a:rPr lang="en-GB" dirty="0"/>
              <a:t>.</a:t>
            </a:r>
          </a:p>
          <a:p>
            <a:pPr lvl="1"/>
            <a:endParaRPr lang="en-GB" dirty="0"/>
          </a:p>
          <a:p>
            <a:r>
              <a:rPr lang="en-GB" dirty="0"/>
              <a:t>Met </a:t>
            </a:r>
            <a:r>
              <a:rPr lang="en-GB" dirty="0" err="1"/>
              <a:t>andere</a:t>
            </a:r>
            <a:r>
              <a:rPr lang="en-GB" dirty="0"/>
              <a:t> </a:t>
            </a:r>
            <a:r>
              <a:rPr lang="en-GB" dirty="0" err="1"/>
              <a:t>woorden</a:t>
            </a:r>
            <a:r>
              <a:rPr lang="en-GB" dirty="0"/>
              <a:t>.</a:t>
            </a:r>
          </a:p>
          <a:p>
            <a:pPr lvl="1"/>
            <a:r>
              <a:rPr lang="en-GB" dirty="0"/>
              <a:t>We </a:t>
            </a:r>
            <a:r>
              <a:rPr lang="en-GB" dirty="0" err="1"/>
              <a:t>gaan</a:t>
            </a:r>
            <a:r>
              <a:rPr lang="en-GB" dirty="0"/>
              <a:t> </a:t>
            </a:r>
            <a:r>
              <a:rPr lang="en-GB" dirty="0" err="1"/>
              <a:t>moeten</a:t>
            </a:r>
            <a:r>
              <a:rPr lang="en-GB" dirty="0"/>
              <a:t> </a:t>
            </a:r>
            <a:r>
              <a:rPr lang="en-GB" dirty="0" err="1"/>
              <a:t>bepalen</a:t>
            </a:r>
            <a:r>
              <a:rPr lang="en-GB" dirty="0"/>
              <a:t> wat we </a:t>
            </a:r>
            <a:r>
              <a:rPr lang="en-GB" dirty="0" err="1"/>
              <a:t>eerst</a:t>
            </a:r>
            <a:r>
              <a:rPr lang="en-GB" dirty="0"/>
              <a:t> </a:t>
            </a:r>
            <a:r>
              <a:rPr lang="en-GB" dirty="0" err="1"/>
              <a:t>doen</a:t>
            </a:r>
            <a:r>
              <a:rPr lang="en-GB" dirty="0"/>
              <a:t>.</a:t>
            </a:r>
          </a:p>
          <a:p>
            <a:pPr lvl="1"/>
            <a:endParaRPr lang="en-GB" dirty="0"/>
          </a:p>
          <a:p>
            <a:r>
              <a:rPr lang="en-GB" dirty="0"/>
              <a:t>Agile.</a:t>
            </a:r>
          </a:p>
          <a:p>
            <a:pPr lvl="1"/>
            <a:r>
              <a:rPr lang="en-GB" dirty="0"/>
              <a:t>De </a:t>
            </a:r>
            <a:r>
              <a:rPr lang="en-GB" dirty="0" err="1"/>
              <a:t>dingen</a:t>
            </a:r>
            <a:r>
              <a:rPr lang="en-GB" dirty="0"/>
              <a:t> </a:t>
            </a:r>
            <a:r>
              <a:rPr lang="en-GB" dirty="0" err="1"/>
              <a:t>goed</a:t>
            </a:r>
            <a:r>
              <a:rPr lang="en-GB" dirty="0"/>
              <a:t> </a:t>
            </a:r>
            <a:r>
              <a:rPr lang="en-GB" dirty="0" err="1"/>
              <a:t>doen</a:t>
            </a:r>
            <a:r>
              <a:rPr lang="en-GB" dirty="0"/>
              <a:t>.</a:t>
            </a:r>
          </a:p>
          <a:p>
            <a:pPr lvl="1"/>
            <a:endParaRPr lang="en-GB" dirty="0"/>
          </a:p>
          <a:p>
            <a:r>
              <a:rPr lang="en-GB" dirty="0"/>
              <a:t>Lean.</a:t>
            </a:r>
          </a:p>
          <a:p>
            <a:pPr lvl="1"/>
            <a:r>
              <a:rPr lang="en-GB" dirty="0"/>
              <a:t>De </a:t>
            </a:r>
            <a:r>
              <a:rPr lang="en-GB" dirty="0" err="1"/>
              <a:t>goede</a:t>
            </a:r>
            <a:r>
              <a:rPr lang="en-GB" dirty="0"/>
              <a:t> </a:t>
            </a:r>
            <a:r>
              <a:rPr lang="en-GB" dirty="0" err="1"/>
              <a:t>dingen</a:t>
            </a:r>
            <a:r>
              <a:rPr lang="en-GB" dirty="0"/>
              <a:t> </a:t>
            </a:r>
            <a:r>
              <a:rPr lang="en-GB" dirty="0" err="1"/>
              <a:t>doen</a:t>
            </a:r>
            <a:r>
              <a:rPr lang="en-GB" dirty="0"/>
              <a:t>.</a:t>
            </a:r>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2266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heeft een fout in productie tot gevolg?</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Negatieve</a:t>
            </a:r>
            <a:r>
              <a:rPr lang="en-GB" dirty="0"/>
              <a:t> impact.</a:t>
            </a:r>
          </a:p>
          <a:p>
            <a:pPr lvl="1"/>
            <a:r>
              <a:rPr lang="en-GB" dirty="0"/>
              <a:t>Op </a:t>
            </a:r>
            <a:r>
              <a:rPr lang="en-GB" dirty="0" err="1"/>
              <a:t>inkomsten</a:t>
            </a:r>
            <a:r>
              <a:rPr lang="en-GB" dirty="0"/>
              <a:t>.</a:t>
            </a:r>
          </a:p>
          <a:p>
            <a:pPr lvl="1"/>
            <a:r>
              <a:rPr lang="en-GB" dirty="0"/>
              <a:t>Op </a:t>
            </a:r>
            <a:r>
              <a:rPr lang="en-GB" dirty="0" err="1"/>
              <a:t>perceptie</a:t>
            </a:r>
            <a:r>
              <a:rPr lang="en-GB" dirty="0"/>
              <a:t> </a:t>
            </a:r>
            <a:r>
              <a:rPr lang="en-GB" dirty="0" err="1"/>
              <a:t>naar</a:t>
            </a:r>
            <a:r>
              <a:rPr lang="en-GB" dirty="0"/>
              <a:t> het </a:t>
            </a:r>
            <a:r>
              <a:rPr lang="en-GB" dirty="0" err="1"/>
              <a:t>bedrijf</a:t>
            </a:r>
            <a:r>
              <a:rPr lang="en-GB" dirty="0"/>
              <a:t> toe.</a:t>
            </a:r>
          </a:p>
          <a:p>
            <a:pPr lvl="2"/>
            <a:r>
              <a:rPr lang="en-GB" dirty="0" err="1"/>
              <a:t>Lastig</a:t>
            </a:r>
            <a:r>
              <a:rPr lang="en-GB" dirty="0"/>
              <a:t> om </a:t>
            </a:r>
            <a:r>
              <a:rPr lang="en-GB" dirty="0" err="1"/>
              <a:t>hier</a:t>
            </a:r>
            <a:r>
              <a:rPr lang="en-GB" dirty="0"/>
              <a:t> </a:t>
            </a:r>
            <a:r>
              <a:rPr lang="en-GB" dirty="0" err="1"/>
              <a:t>een</a:t>
            </a:r>
            <a:r>
              <a:rPr lang="en-GB" dirty="0"/>
              <a:t> </a:t>
            </a:r>
            <a:r>
              <a:rPr lang="en-GB" dirty="0" err="1"/>
              <a:t>waarde</a:t>
            </a:r>
            <a:r>
              <a:rPr lang="en-GB" dirty="0"/>
              <a:t> op </a:t>
            </a:r>
            <a:r>
              <a:rPr lang="en-GB" dirty="0" err="1"/>
              <a:t>te</a:t>
            </a:r>
            <a:r>
              <a:rPr lang="en-GB" dirty="0"/>
              <a:t> </a:t>
            </a:r>
            <a:r>
              <a:rPr lang="en-GB" dirty="0" err="1"/>
              <a:t>kleven</a:t>
            </a:r>
            <a:r>
              <a:rPr lang="en-GB" dirty="0"/>
              <a:t>.</a:t>
            </a:r>
          </a:p>
          <a:p>
            <a:pPr lvl="2"/>
            <a:r>
              <a:rPr lang="en-GB" dirty="0" err="1"/>
              <a:t>Voorbeeld</a:t>
            </a:r>
            <a:r>
              <a:rPr lang="en-GB" dirty="0"/>
              <a:t>: Toyota </a:t>
            </a:r>
            <a:r>
              <a:rPr lang="en-GB" dirty="0" err="1"/>
              <a:t>roept</a:t>
            </a:r>
            <a:r>
              <a:rPr lang="en-GB" dirty="0"/>
              <a:t> 500.000 </a:t>
            </a:r>
            <a:r>
              <a:rPr lang="en-GB" dirty="0" err="1"/>
              <a:t>wagens</a:t>
            </a:r>
            <a:r>
              <a:rPr lang="en-GB" dirty="0"/>
              <a:t> </a:t>
            </a:r>
            <a:r>
              <a:rPr lang="en-GB" dirty="0" err="1"/>
              <a:t>terug</a:t>
            </a:r>
            <a:r>
              <a:rPr lang="en-GB" dirty="0"/>
              <a:t> </a:t>
            </a:r>
            <a:r>
              <a:rPr lang="en-GB" dirty="0" err="1"/>
              <a:t>naar</a:t>
            </a:r>
            <a:r>
              <a:rPr lang="en-GB" dirty="0"/>
              <a:t> de garage.</a:t>
            </a:r>
          </a:p>
          <a:p>
            <a:pPr lvl="1"/>
            <a:r>
              <a:rPr lang="en-GB" dirty="0" err="1"/>
              <a:t>Ontevreden</a:t>
            </a:r>
            <a:r>
              <a:rPr lang="en-GB" dirty="0"/>
              <a:t> </a:t>
            </a:r>
            <a:r>
              <a:rPr lang="en-GB" dirty="0" err="1"/>
              <a:t>klant</a:t>
            </a:r>
            <a:r>
              <a:rPr lang="en-GB" dirty="0"/>
              <a:t>.</a:t>
            </a:r>
          </a:p>
          <a:p>
            <a:pPr lvl="1"/>
            <a:r>
              <a:rPr lang="en-GB" dirty="0" err="1"/>
              <a:t>Slechte</a:t>
            </a:r>
            <a:r>
              <a:rPr lang="en-GB" dirty="0"/>
              <a:t> </a:t>
            </a:r>
            <a:r>
              <a:rPr lang="en-GB" dirty="0" err="1"/>
              <a:t>gebruikers</a:t>
            </a:r>
            <a:r>
              <a:rPr lang="en-GB" dirty="0"/>
              <a:t> </a:t>
            </a:r>
            <a:r>
              <a:rPr lang="en-GB" dirty="0" err="1"/>
              <a:t>ervaring</a:t>
            </a:r>
            <a:r>
              <a:rPr lang="en-GB" dirty="0"/>
              <a:t>.</a:t>
            </a:r>
          </a:p>
          <a:p>
            <a:pPr lvl="1"/>
            <a:endParaRPr lang="en-GB" dirty="0"/>
          </a:p>
          <a:p>
            <a:r>
              <a:rPr lang="en-GB" dirty="0" err="1"/>
              <a:t>Een</a:t>
            </a:r>
            <a:r>
              <a:rPr lang="en-GB" dirty="0"/>
              <a:t> </a:t>
            </a:r>
            <a:r>
              <a:rPr lang="en-GB" dirty="0" err="1"/>
              <a:t>klant</a:t>
            </a:r>
            <a:r>
              <a:rPr lang="en-GB" dirty="0"/>
              <a:t> </a:t>
            </a:r>
            <a:r>
              <a:rPr lang="en-GB" dirty="0" err="1"/>
              <a:t>verliezen</a:t>
            </a:r>
            <a:r>
              <a:rPr lang="en-GB" dirty="0"/>
              <a:t> is </a:t>
            </a:r>
            <a:r>
              <a:rPr lang="en-GB" dirty="0" err="1"/>
              <a:t>altijd</a:t>
            </a:r>
            <a:r>
              <a:rPr lang="en-GB" dirty="0"/>
              <a:t> erg.</a:t>
            </a:r>
          </a:p>
          <a:p>
            <a:endParaRPr lang="en-GB" dirty="0"/>
          </a:p>
          <a:p>
            <a:r>
              <a:rPr lang="en-GB" dirty="0" err="1"/>
              <a:t>Er</a:t>
            </a:r>
            <a:r>
              <a:rPr lang="en-GB" dirty="0"/>
              <a:t> is nooit </a:t>
            </a:r>
            <a:r>
              <a:rPr lang="en-GB" dirty="0" err="1"/>
              <a:t>een</a:t>
            </a:r>
            <a:r>
              <a:rPr lang="en-GB" dirty="0"/>
              <a:t> </a:t>
            </a:r>
            <a:r>
              <a:rPr lang="en-GB" dirty="0" err="1"/>
              <a:t>positieve</a:t>
            </a:r>
            <a:r>
              <a:rPr lang="en-GB" dirty="0"/>
              <a:t> impact.</a:t>
            </a:r>
          </a:p>
          <a:p>
            <a:pPr lvl="1"/>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115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Risico gebaseerd testen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6</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Zorgen</a:t>
            </a:r>
            <a:r>
              <a:rPr lang="en-GB" dirty="0"/>
              <a:t> </a:t>
            </a:r>
            <a:r>
              <a:rPr lang="en-GB" dirty="0" err="1"/>
              <a:t>dat</a:t>
            </a:r>
            <a:r>
              <a:rPr lang="en-GB" dirty="0"/>
              <a:t>: al </a:t>
            </a:r>
            <a:r>
              <a:rPr lang="en-GB" dirty="0" err="1"/>
              <a:t>vindt</a:t>
            </a:r>
            <a:r>
              <a:rPr lang="en-GB" dirty="0"/>
              <a:t> de </a:t>
            </a:r>
            <a:r>
              <a:rPr lang="en-GB" dirty="0" err="1"/>
              <a:t>klant</a:t>
            </a:r>
            <a:r>
              <a:rPr lang="en-GB" dirty="0"/>
              <a:t> </a:t>
            </a:r>
            <a:r>
              <a:rPr lang="en-GB" dirty="0" err="1"/>
              <a:t>een</a:t>
            </a:r>
            <a:r>
              <a:rPr lang="en-GB" dirty="0"/>
              <a:t> </a:t>
            </a:r>
            <a:r>
              <a:rPr lang="en-GB" dirty="0" err="1"/>
              <a:t>fout</a:t>
            </a:r>
            <a:r>
              <a:rPr lang="en-GB" dirty="0"/>
              <a:t> …</a:t>
            </a:r>
          </a:p>
          <a:p>
            <a:pPr lvl="1"/>
            <a:r>
              <a:rPr lang="en-GB" dirty="0"/>
              <a:t>Ok, shit happens.</a:t>
            </a:r>
          </a:p>
          <a:p>
            <a:endParaRPr lang="en-GB" dirty="0"/>
          </a:p>
          <a:p>
            <a:r>
              <a:rPr lang="en-GB" dirty="0"/>
              <a:t>… </a:t>
            </a:r>
            <a:r>
              <a:rPr lang="en-GB" dirty="0" err="1"/>
              <a:t>Dat</a:t>
            </a:r>
            <a:r>
              <a:rPr lang="en-GB" dirty="0"/>
              <a:t> </a:t>
            </a:r>
            <a:r>
              <a:rPr lang="en-GB" dirty="0" err="1"/>
              <a:t>dit</a:t>
            </a:r>
            <a:r>
              <a:rPr lang="en-GB" dirty="0"/>
              <a:t> nooit het </a:t>
            </a:r>
            <a:r>
              <a:rPr lang="en-GB" dirty="0" err="1"/>
              <a:t>bedrijfsproces</a:t>
            </a:r>
            <a:r>
              <a:rPr lang="en-GB" dirty="0"/>
              <a:t> </a:t>
            </a:r>
            <a:r>
              <a:rPr lang="en-GB" dirty="0" err="1"/>
              <a:t>laat</a:t>
            </a:r>
            <a:r>
              <a:rPr lang="en-GB" dirty="0"/>
              <a:t> </a:t>
            </a:r>
            <a:r>
              <a:rPr lang="en-GB" dirty="0" err="1"/>
              <a:t>falen</a:t>
            </a:r>
            <a:r>
              <a:rPr lang="en-GB" dirty="0"/>
              <a:t>.</a:t>
            </a:r>
          </a:p>
          <a:p>
            <a:pPr lvl="1"/>
            <a:r>
              <a:rPr lang="en-GB" dirty="0"/>
              <a:t>Big shit never happens.</a:t>
            </a:r>
          </a:p>
          <a:p>
            <a:pPr lvl="1"/>
            <a:endParaRPr lang="en-GB" dirty="0"/>
          </a:p>
          <a:p>
            <a:r>
              <a:rPr lang="en-GB" dirty="0"/>
              <a:t>Met </a:t>
            </a:r>
            <a:r>
              <a:rPr lang="en-GB" dirty="0" err="1"/>
              <a:t>andere</a:t>
            </a:r>
            <a:r>
              <a:rPr lang="en-GB" dirty="0"/>
              <a:t> </a:t>
            </a:r>
            <a:r>
              <a:rPr lang="en-GB" dirty="0" err="1"/>
              <a:t>woorden</a:t>
            </a:r>
            <a:r>
              <a:rPr lang="en-GB" dirty="0"/>
              <a:t>.</a:t>
            </a:r>
          </a:p>
          <a:p>
            <a:pPr lvl="1"/>
            <a:r>
              <a:rPr lang="en-GB" dirty="0"/>
              <a:t>We </a:t>
            </a:r>
            <a:r>
              <a:rPr lang="en-GB" dirty="0" err="1"/>
              <a:t>gaan</a:t>
            </a:r>
            <a:r>
              <a:rPr lang="en-GB" dirty="0"/>
              <a:t> </a:t>
            </a:r>
            <a:r>
              <a:rPr lang="en-GB" dirty="0" err="1"/>
              <a:t>bedrijfsrisico</a:t>
            </a:r>
            <a:r>
              <a:rPr lang="en-GB" dirty="0"/>
              <a:t> </a:t>
            </a:r>
            <a:r>
              <a:rPr lang="en-GB" dirty="0" err="1"/>
              <a:t>bepalen</a:t>
            </a:r>
            <a:r>
              <a:rPr lang="en-GB" dirty="0"/>
              <a:t> </a:t>
            </a:r>
            <a:r>
              <a:rPr lang="en-GB" dirty="0" err="1"/>
              <a:t>bij</a:t>
            </a:r>
            <a:r>
              <a:rPr lang="en-GB" dirty="0"/>
              <a:t> de </a:t>
            </a:r>
            <a:r>
              <a:rPr lang="en-GB" dirty="0" err="1"/>
              <a:t>functionaliteiten</a:t>
            </a:r>
            <a:r>
              <a:rPr lang="en-GB" dirty="0"/>
              <a:t> van het “</a:t>
            </a:r>
            <a:r>
              <a:rPr lang="en-GB" dirty="0" err="1"/>
              <a:t>onderwerp</a:t>
            </a:r>
            <a:r>
              <a:rPr lang="en-GB" dirty="0"/>
              <a:t> </a:t>
            </a:r>
            <a:r>
              <a:rPr lang="en-GB" dirty="0" err="1"/>
              <a:t>te</a:t>
            </a:r>
            <a:r>
              <a:rPr lang="en-GB" dirty="0"/>
              <a:t> </a:t>
            </a:r>
            <a:r>
              <a:rPr lang="en-GB" dirty="0" err="1"/>
              <a:t>testen</a:t>
            </a:r>
            <a:r>
              <a:rPr lang="en-GB" dirty="0"/>
              <a:t>”.</a:t>
            </a:r>
          </a:p>
          <a:p>
            <a:pPr lvl="1"/>
            <a:endParaRPr lang="en-GB" dirty="0"/>
          </a:p>
          <a:p>
            <a:r>
              <a:rPr lang="en-GB" dirty="0"/>
              <a:t>Met </a:t>
            </a:r>
            <a:r>
              <a:rPr lang="en-GB" dirty="0" err="1"/>
              <a:t>andere</a:t>
            </a:r>
            <a:r>
              <a:rPr lang="en-GB" dirty="0"/>
              <a:t> </a:t>
            </a:r>
            <a:r>
              <a:rPr lang="en-GB" dirty="0" err="1"/>
              <a:t>woorden</a:t>
            </a:r>
            <a:r>
              <a:rPr lang="en-GB" dirty="0"/>
              <a:t>.</a:t>
            </a:r>
          </a:p>
          <a:p>
            <a:pPr lvl="1"/>
            <a:r>
              <a:rPr lang="en-GB" dirty="0" err="1"/>
              <a:t>Onze</a:t>
            </a:r>
            <a:r>
              <a:rPr lang="en-GB" dirty="0"/>
              <a:t> test scenario’s </a:t>
            </a:r>
            <a:r>
              <a:rPr lang="en-GB" dirty="0" err="1"/>
              <a:t>krijgen</a:t>
            </a:r>
            <a:r>
              <a:rPr lang="en-GB" dirty="0"/>
              <a:t> </a:t>
            </a:r>
            <a:r>
              <a:rPr lang="en-GB" dirty="0" err="1"/>
              <a:t>een</a:t>
            </a:r>
            <a:r>
              <a:rPr lang="en-GB" dirty="0"/>
              <a:t> </a:t>
            </a:r>
            <a:r>
              <a:rPr lang="en-GB" dirty="0" err="1"/>
              <a:t>prioritering</a:t>
            </a:r>
            <a:r>
              <a:rPr lang="en-GB" dirty="0"/>
              <a:t>.</a:t>
            </a:r>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8274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verwacht men van een tester?</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7</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Dat</a:t>
            </a:r>
            <a:r>
              <a:rPr lang="en-GB" dirty="0"/>
              <a:t> </a:t>
            </a:r>
            <a:r>
              <a:rPr lang="en-GB" dirty="0" err="1"/>
              <a:t>alles</a:t>
            </a:r>
            <a:r>
              <a:rPr lang="en-GB" dirty="0"/>
              <a:t> </a:t>
            </a:r>
            <a:r>
              <a:rPr lang="en-GB" dirty="0" err="1"/>
              <a:t>getest</a:t>
            </a:r>
            <a:r>
              <a:rPr lang="en-GB" dirty="0"/>
              <a:t> </a:t>
            </a:r>
            <a:r>
              <a:rPr lang="en-GB" dirty="0" err="1"/>
              <a:t>wordt</a:t>
            </a:r>
            <a:r>
              <a:rPr lang="en-GB" dirty="0"/>
              <a:t>.</a:t>
            </a:r>
          </a:p>
          <a:p>
            <a:pPr lvl="1"/>
            <a:r>
              <a:rPr lang="en-GB" dirty="0" err="1"/>
              <a:t>Dit</a:t>
            </a:r>
            <a:r>
              <a:rPr lang="en-GB" dirty="0"/>
              <a:t> is </a:t>
            </a:r>
            <a:r>
              <a:rPr lang="en-GB" dirty="0" err="1"/>
              <a:t>niet</a:t>
            </a:r>
            <a:r>
              <a:rPr lang="en-GB" dirty="0"/>
              <a:t> </a:t>
            </a:r>
            <a:r>
              <a:rPr lang="en-GB" dirty="0" err="1"/>
              <a:t>altijd</a:t>
            </a:r>
            <a:r>
              <a:rPr lang="en-GB" dirty="0"/>
              <a:t> </a:t>
            </a:r>
            <a:r>
              <a:rPr lang="en-GB" dirty="0" err="1"/>
              <a:t>realistisch</a:t>
            </a:r>
            <a:r>
              <a:rPr lang="en-GB" dirty="0"/>
              <a:t>.</a:t>
            </a:r>
          </a:p>
          <a:p>
            <a:endParaRPr lang="en-GB" dirty="0"/>
          </a:p>
          <a:p>
            <a:r>
              <a:rPr lang="en-GB" dirty="0" err="1"/>
              <a:t>En</a:t>
            </a:r>
            <a:r>
              <a:rPr lang="en-GB" dirty="0"/>
              <a:t> </a:t>
            </a:r>
            <a:r>
              <a:rPr lang="en-GB" dirty="0" err="1"/>
              <a:t>altijd</a:t>
            </a:r>
            <a:r>
              <a:rPr lang="en-GB" dirty="0"/>
              <a:t> </a:t>
            </a:r>
            <a:r>
              <a:rPr lang="en-GB" dirty="0" err="1"/>
              <a:t>weer</a:t>
            </a:r>
            <a:r>
              <a:rPr lang="en-GB" dirty="0"/>
              <a:t> </a:t>
            </a:r>
            <a:r>
              <a:rPr lang="en-GB" dirty="0" err="1"/>
              <a:t>opnieuw</a:t>
            </a:r>
            <a:r>
              <a:rPr lang="en-GB" dirty="0"/>
              <a:t>.</a:t>
            </a:r>
          </a:p>
          <a:p>
            <a:pPr lvl="1"/>
            <a:r>
              <a:rPr lang="en-GB" dirty="0"/>
              <a:t>Het product </a:t>
            </a:r>
            <a:r>
              <a:rPr lang="en-GB" dirty="0" err="1"/>
              <a:t>wordt</a:t>
            </a:r>
            <a:r>
              <a:rPr lang="en-GB" dirty="0"/>
              <a:t> nooit </a:t>
            </a:r>
            <a:r>
              <a:rPr lang="en-GB" dirty="0" err="1"/>
              <a:t>kleiner</a:t>
            </a:r>
            <a:r>
              <a:rPr lang="en-GB" dirty="0"/>
              <a:t>, </a:t>
            </a:r>
            <a:r>
              <a:rPr lang="en-GB" dirty="0" err="1"/>
              <a:t>meestal</a:t>
            </a:r>
            <a:r>
              <a:rPr lang="en-GB" dirty="0"/>
              <a:t> </a:t>
            </a:r>
            <a:r>
              <a:rPr lang="en-GB" dirty="0" err="1"/>
              <a:t>wordt</a:t>
            </a:r>
            <a:r>
              <a:rPr lang="en-GB" dirty="0"/>
              <a:t> het </a:t>
            </a:r>
            <a:r>
              <a:rPr lang="en-GB" dirty="0" err="1"/>
              <a:t>groter</a:t>
            </a:r>
            <a:r>
              <a:rPr lang="en-GB" dirty="0"/>
              <a:t>.</a:t>
            </a:r>
          </a:p>
          <a:p>
            <a:pPr lvl="1"/>
            <a:endParaRPr lang="en-GB" dirty="0"/>
          </a:p>
          <a:p>
            <a:r>
              <a:rPr lang="en-GB" dirty="0" err="1"/>
              <a:t>Dus</a:t>
            </a:r>
            <a:r>
              <a:rPr lang="en-GB" dirty="0"/>
              <a:t> het volume van </a:t>
            </a:r>
            <a:r>
              <a:rPr lang="en-GB" dirty="0" err="1"/>
              <a:t>testen</a:t>
            </a:r>
            <a:r>
              <a:rPr lang="en-GB" dirty="0"/>
              <a:t>.</a:t>
            </a:r>
          </a:p>
          <a:p>
            <a:pPr lvl="1"/>
            <a:r>
              <a:rPr lang="en-GB" dirty="0"/>
              <a:t>Het </a:t>
            </a:r>
            <a:r>
              <a:rPr lang="en-GB" dirty="0" err="1"/>
              <a:t>aantal</a:t>
            </a:r>
            <a:r>
              <a:rPr lang="en-GB" dirty="0"/>
              <a:t> test scenario’s </a:t>
            </a:r>
            <a:r>
              <a:rPr lang="en-GB" dirty="0" err="1"/>
              <a:t>groeit</a:t>
            </a:r>
            <a:r>
              <a:rPr lang="en-GB" dirty="0"/>
              <a:t> constant.</a:t>
            </a:r>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2480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En we leven niet in een ideale wereld</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8</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Er</a:t>
            </a:r>
            <a:r>
              <a:rPr lang="en-GB" dirty="0"/>
              <a:t> </a:t>
            </a:r>
            <a:r>
              <a:rPr lang="en-GB" dirty="0" err="1"/>
              <a:t>zijn</a:t>
            </a:r>
            <a:r>
              <a:rPr lang="en-GB" dirty="0"/>
              <a:t> </a:t>
            </a:r>
            <a:r>
              <a:rPr lang="en-GB" dirty="0" err="1"/>
              <a:t>niet</a:t>
            </a:r>
            <a:r>
              <a:rPr lang="en-GB" dirty="0"/>
              <a:t> </a:t>
            </a:r>
            <a:r>
              <a:rPr lang="en-GB" dirty="0" err="1"/>
              <a:t>genoeg</a:t>
            </a:r>
            <a:r>
              <a:rPr lang="en-GB" dirty="0"/>
              <a:t> testers.</a:t>
            </a:r>
          </a:p>
          <a:p>
            <a:r>
              <a:rPr lang="en-GB" dirty="0"/>
              <a:t>Project is complex.</a:t>
            </a:r>
          </a:p>
          <a:p>
            <a:r>
              <a:rPr lang="en-GB" dirty="0" err="1"/>
              <a:t>Te</a:t>
            </a:r>
            <a:r>
              <a:rPr lang="en-GB" dirty="0"/>
              <a:t> </a:t>
            </a:r>
            <a:r>
              <a:rPr lang="en-GB" dirty="0" err="1"/>
              <a:t>veel</a:t>
            </a:r>
            <a:r>
              <a:rPr lang="en-GB" dirty="0"/>
              <a:t> </a:t>
            </a:r>
            <a:r>
              <a:rPr lang="en-GB" dirty="0" err="1"/>
              <a:t>testscenario’s</a:t>
            </a:r>
            <a:r>
              <a:rPr lang="en-GB" dirty="0"/>
              <a:t>.</a:t>
            </a:r>
          </a:p>
          <a:p>
            <a:r>
              <a:rPr lang="en-GB" dirty="0" err="1"/>
              <a:t>Ontwikkelaars</a:t>
            </a:r>
            <a:r>
              <a:rPr lang="en-GB" dirty="0"/>
              <a:t> </a:t>
            </a:r>
            <a:r>
              <a:rPr lang="en-GB" dirty="0" err="1"/>
              <a:t>zijn</a:t>
            </a:r>
            <a:r>
              <a:rPr lang="en-GB" dirty="0"/>
              <a:t> </a:t>
            </a:r>
            <a:r>
              <a:rPr lang="en-GB" dirty="0" err="1"/>
              <a:t>ook</a:t>
            </a:r>
            <a:r>
              <a:rPr lang="en-GB" dirty="0"/>
              <a:t> </a:t>
            </a:r>
            <a:r>
              <a:rPr lang="en-GB" dirty="0" err="1"/>
              <a:t>te</a:t>
            </a:r>
            <a:r>
              <a:rPr lang="en-GB" dirty="0"/>
              <a:t> </a:t>
            </a:r>
            <a:r>
              <a:rPr lang="en-GB" dirty="0" err="1"/>
              <a:t>laat</a:t>
            </a:r>
            <a:r>
              <a:rPr lang="en-GB" dirty="0"/>
              <a:t>.</a:t>
            </a:r>
          </a:p>
          <a:p>
            <a:r>
              <a:rPr lang="en-GB" dirty="0" err="1"/>
              <a:t>Niet</a:t>
            </a:r>
            <a:r>
              <a:rPr lang="en-GB" dirty="0"/>
              <a:t> </a:t>
            </a:r>
            <a:r>
              <a:rPr lang="en-GB" dirty="0" err="1"/>
              <a:t>genoeg</a:t>
            </a:r>
            <a:r>
              <a:rPr lang="en-GB" dirty="0"/>
              <a:t> </a:t>
            </a:r>
            <a:r>
              <a:rPr lang="en-GB" dirty="0" err="1"/>
              <a:t>tijd</a:t>
            </a:r>
            <a:r>
              <a:rPr lang="en-GB" dirty="0"/>
              <a:t> om het </a:t>
            </a:r>
            <a:r>
              <a:rPr lang="en-GB" dirty="0" err="1"/>
              <a:t>grondig</a:t>
            </a:r>
            <a:r>
              <a:rPr lang="en-GB" dirty="0"/>
              <a:t> </a:t>
            </a:r>
            <a:r>
              <a:rPr lang="en-GB" dirty="0" err="1"/>
              <a:t>te</a:t>
            </a:r>
            <a:r>
              <a:rPr lang="en-GB" dirty="0"/>
              <a:t> </a:t>
            </a:r>
            <a:r>
              <a:rPr lang="en-GB" dirty="0" err="1"/>
              <a:t>doen</a:t>
            </a:r>
            <a:r>
              <a:rPr lang="en-GB" dirty="0"/>
              <a:t>.</a:t>
            </a:r>
          </a:p>
          <a:p>
            <a:endParaRPr lang="en-GB" dirty="0"/>
          </a:p>
          <a:p>
            <a:r>
              <a:rPr lang="en-GB" dirty="0" err="1"/>
              <a:t>Dus</a:t>
            </a:r>
            <a:r>
              <a:rPr lang="en-GB" dirty="0"/>
              <a:t> </a:t>
            </a:r>
            <a:r>
              <a:rPr lang="en-GB" dirty="0" err="1"/>
              <a:t>gaan</a:t>
            </a:r>
            <a:r>
              <a:rPr lang="en-GB" dirty="0"/>
              <a:t> we </a:t>
            </a:r>
            <a:r>
              <a:rPr lang="en-GB" dirty="0" err="1"/>
              <a:t>ons</a:t>
            </a:r>
            <a:r>
              <a:rPr lang="en-GB" dirty="0"/>
              <a:t> </a:t>
            </a:r>
            <a:r>
              <a:rPr lang="en-GB" dirty="0" err="1"/>
              <a:t>moeten</a:t>
            </a:r>
            <a:r>
              <a:rPr lang="en-GB" dirty="0"/>
              <a:t> </a:t>
            </a:r>
            <a:r>
              <a:rPr lang="en-GB" dirty="0" err="1"/>
              <a:t>beperken</a:t>
            </a:r>
            <a:r>
              <a:rPr lang="en-GB" dirty="0"/>
              <a:t> in het </a:t>
            </a:r>
            <a:r>
              <a:rPr lang="en-GB" dirty="0" err="1"/>
              <a:t>uitvoeren</a:t>
            </a:r>
            <a:r>
              <a:rPr lang="en-GB" dirty="0"/>
              <a:t> van </a:t>
            </a:r>
            <a:r>
              <a:rPr lang="en-GB" dirty="0" err="1"/>
              <a:t>testen</a:t>
            </a:r>
            <a:r>
              <a:rPr lang="en-GB" dirty="0"/>
              <a:t>.</a:t>
            </a:r>
          </a:p>
          <a:p>
            <a:pPr lvl="1"/>
            <a:r>
              <a:rPr lang="en-GB" dirty="0" err="1"/>
              <a:t>Dus</a:t>
            </a:r>
            <a:r>
              <a:rPr lang="en-GB" dirty="0"/>
              <a:t> </a:t>
            </a:r>
            <a:r>
              <a:rPr lang="en-GB" dirty="0" err="1"/>
              <a:t>welke</a:t>
            </a:r>
            <a:r>
              <a:rPr lang="en-GB" dirty="0"/>
              <a:t> </a:t>
            </a:r>
            <a:r>
              <a:rPr lang="en-GB" dirty="0" err="1"/>
              <a:t>doen</a:t>
            </a:r>
            <a:r>
              <a:rPr lang="en-GB" dirty="0"/>
              <a:t> we </a:t>
            </a:r>
            <a:r>
              <a:rPr lang="en-GB" err="1"/>
              <a:t>wel</a:t>
            </a:r>
            <a:r>
              <a:rPr lang="en-GB"/>
              <a:t>?</a:t>
            </a:r>
          </a:p>
          <a:p>
            <a:pPr lvl="1"/>
            <a:r>
              <a:rPr lang="en-GB"/>
              <a:t>En welke doen we niet?</a:t>
            </a:r>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40228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En hoe beslissen we dit?</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9</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Dus gaan we ons moeten beperken in het uitvoeren van testen.</a:t>
            </a:r>
          </a:p>
          <a:p>
            <a:pPr lvl="1"/>
            <a:r>
              <a:rPr lang="en-GB"/>
              <a:t>Dus welke doen we wel en welke doen we niet?</a:t>
            </a:r>
          </a:p>
          <a:p>
            <a:pPr lvl="1"/>
            <a:endParaRPr lang="en-GB"/>
          </a:p>
          <a:p>
            <a:r>
              <a:rPr lang="en-GB"/>
              <a:t>Hoe beslissen we wat belangrijke testscenario’s zijn?</a:t>
            </a:r>
          </a:p>
          <a:p>
            <a:pPr lvl="1"/>
            <a:r>
              <a:rPr lang="en-GB"/>
              <a:t>Welk perspectief?</a:t>
            </a:r>
          </a:p>
          <a:p>
            <a:pPr lvl="1"/>
            <a:r>
              <a:rPr lang="en-GB"/>
              <a:t>De visie over de belangrijkheid van een functionaliteit kan in de ogen van de tester héél verschillend zijn dan die van de klant.</a:t>
            </a:r>
          </a:p>
          <a:p>
            <a:pPr lvl="1"/>
            <a:endParaRPr lang="en-GB"/>
          </a:p>
          <a:p>
            <a:r>
              <a:rPr lang="en-GB"/>
              <a:t>Dus wie beslist en hoe wordt er beslist?</a:t>
            </a:r>
          </a:p>
          <a:p>
            <a:pPr lvl="1"/>
            <a:r>
              <a:rPr lang="en-GB"/>
              <a:t>Risk Based Testing is een hulpmiddel om dit te bepalen.</a:t>
            </a:r>
          </a:p>
          <a:p>
            <a:pPr lvl="1"/>
            <a:endParaRPr lang="en-GB"/>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5114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Risico gebaseerd testen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10</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Versus Agile.</a:t>
            </a:r>
          </a:p>
          <a:p>
            <a:pPr lvl="1"/>
            <a:r>
              <a:rPr lang="en-GB" dirty="0"/>
              <a:t>We </a:t>
            </a:r>
            <a:r>
              <a:rPr lang="en-GB" dirty="0" err="1"/>
              <a:t>kijken</a:t>
            </a:r>
            <a:r>
              <a:rPr lang="en-GB" dirty="0"/>
              <a:t> </a:t>
            </a:r>
            <a:r>
              <a:rPr lang="en-GB" dirty="0" err="1"/>
              <a:t>naar</a:t>
            </a:r>
            <a:r>
              <a:rPr lang="en-GB" dirty="0"/>
              <a:t> de </a:t>
            </a:r>
            <a:r>
              <a:rPr lang="en-GB" dirty="0" err="1"/>
              <a:t>Acceptatie</a:t>
            </a:r>
            <a:r>
              <a:rPr lang="en-GB" dirty="0"/>
              <a:t> Criteria van de User Stories.</a:t>
            </a:r>
          </a:p>
          <a:p>
            <a:pPr lvl="1"/>
            <a:r>
              <a:rPr lang="en-GB" dirty="0" err="1"/>
              <a:t>En</a:t>
            </a:r>
            <a:r>
              <a:rPr lang="en-GB" dirty="0"/>
              <a:t> we </a:t>
            </a:r>
            <a:r>
              <a:rPr lang="en-GB" dirty="0" err="1"/>
              <a:t>voeren</a:t>
            </a:r>
            <a:r>
              <a:rPr lang="en-GB" dirty="0"/>
              <a:t> </a:t>
            </a:r>
            <a:r>
              <a:rPr lang="en-GB" dirty="0" err="1"/>
              <a:t>bij</a:t>
            </a:r>
            <a:r>
              <a:rPr lang="en-GB" dirty="0"/>
              <a:t> </a:t>
            </a:r>
            <a:r>
              <a:rPr lang="en-GB" dirty="0" err="1"/>
              <a:t>iedere</a:t>
            </a:r>
            <a:r>
              <a:rPr lang="en-GB" dirty="0"/>
              <a:t> release </a:t>
            </a:r>
            <a:r>
              <a:rPr lang="en-GB" dirty="0" err="1"/>
              <a:t>regressie</a:t>
            </a:r>
            <a:r>
              <a:rPr lang="en-GB" dirty="0"/>
              <a:t> </a:t>
            </a:r>
            <a:r>
              <a:rPr lang="en-GB" dirty="0" err="1"/>
              <a:t>testen</a:t>
            </a:r>
            <a:r>
              <a:rPr lang="en-GB" dirty="0"/>
              <a:t> </a:t>
            </a:r>
            <a:r>
              <a:rPr lang="en-GB" dirty="0" err="1"/>
              <a:t>uit</a:t>
            </a:r>
            <a:r>
              <a:rPr lang="en-GB" dirty="0"/>
              <a:t>.</a:t>
            </a:r>
          </a:p>
          <a:p>
            <a:pPr lvl="1"/>
            <a:endParaRPr lang="en-GB" dirty="0"/>
          </a:p>
          <a:p>
            <a:r>
              <a:rPr lang="en-GB" dirty="0"/>
              <a:t>De </a:t>
            </a:r>
            <a:r>
              <a:rPr lang="en-GB" dirty="0" err="1"/>
              <a:t>vraag</a:t>
            </a:r>
            <a:r>
              <a:rPr lang="en-GB" dirty="0"/>
              <a:t> </a:t>
            </a:r>
            <a:r>
              <a:rPr lang="en-GB" dirty="0" err="1"/>
              <a:t>verschuift</a:t>
            </a:r>
            <a:r>
              <a:rPr lang="en-GB" dirty="0"/>
              <a:t>.</a:t>
            </a:r>
          </a:p>
          <a:p>
            <a:pPr lvl="1"/>
            <a:r>
              <a:rPr lang="en-GB" dirty="0" err="1"/>
              <a:t>Welke</a:t>
            </a:r>
            <a:r>
              <a:rPr lang="en-GB" dirty="0"/>
              <a:t> </a:t>
            </a:r>
            <a:r>
              <a:rPr lang="en-GB" dirty="0" err="1"/>
              <a:t>testen</a:t>
            </a:r>
            <a:r>
              <a:rPr lang="en-GB" dirty="0"/>
              <a:t> </a:t>
            </a:r>
            <a:r>
              <a:rPr lang="en-GB" dirty="0" err="1"/>
              <a:t>worden</a:t>
            </a:r>
            <a:r>
              <a:rPr lang="en-GB" dirty="0"/>
              <a:t> </a:t>
            </a:r>
            <a:r>
              <a:rPr lang="en-GB" dirty="0" err="1"/>
              <a:t>er</a:t>
            </a:r>
            <a:r>
              <a:rPr lang="en-GB" dirty="0"/>
              <a:t> </a:t>
            </a:r>
            <a:r>
              <a:rPr lang="en-GB" dirty="0" err="1"/>
              <a:t>regressie</a:t>
            </a:r>
            <a:r>
              <a:rPr lang="en-GB" dirty="0"/>
              <a:t> </a:t>
            </a:r>
            <a:r>
              <a:rPr lang="en-GB" dirty="0" err="1"/>
              <a:t>testen</a:t>
            </a:r>
            <a:r>
              <a:rPr lang="en-GB" dirty="0"/>
              <a:t>?</a:t>
            </a:r>
          </a:p>
          <a:p>
            <a:endParaRPr lang="en-GB" dirty="0"/>
          </a:p>
          <a:p>
            <a:r>
              <a:rPr lang="en-GB" dirty="0"/>
              <a:t>Versus Dev-Ops.</a:t>
            </a:r>
          </a:p>
          <a:p>
            <a:pPr lvl="1"/>
            <a:r>
              <a:rPr lang="en-GB" dirty="0"/>
              <a:t>We </a:t>
            </a:r>
            <a:r>
              <a:rPr lang="en-GB" dirty="0" err="1"/>
              <a:t>hebben</a:t>
            </a:r>
            <a:r>
              <a:rPr lang="en-GB" dirty="0"/>
              <a:t> </a:t>
            </a:r>
            <a:r>
              <a:rPr lang="en-GB" dirty="0" err="1"/>
              <a:t>alles</a:t>
            </a:r>
            <a:r>
              <a:rPr lang="en-GB" dirty="0"/>
              <a:t> “</a:t>
            </a:r>
            <a:r>
              <a:rPr lang="en-GB" dirty="0" err="1"/>
              <a:t>geautomatiseerd</a:t>
            </a:r>
            <a:r>
              <a:rPr lang="en-GB" dirty="0"/>
              <a:t>” (of </a:t>
            </a:r>
            <a:r>
              <a:rPr lang="en-GB" dirty="0" err="1"/>
              <a:t>toch</a:t>
            </a:r>
            <a:r>
              <a:rPr lang="en-GB" dirty="0"/>
              <a:t> semi- </a:t>
            </a:r>
            <a:r>
              <a:rPr lang="en-GB" dirty="0" err="1"/>
              <a:t>automatisch</a:t>
            </a:r>
            <a:r>
              <a:rPr lang="en-GB" dirty="0"/>
              <a:t>).</a:t>
            </a:r>
          </a:p>
          <a:p>
            <a:pPr lvl="1"/>
            <a:endParaRPr lang="en-GB" dirty="0"/>
          </a:p>
          <a:p>
            <a:r>
              <a:rPr lang="en-GB" dirty="0"/>
              <a:t>De </a:t>
            </a:r>
            <a:r>
              <a:rPr lang="en-GB" dirty="0" err="1"/>
              <a:t>vraag</a:t>
            </a:r>
            <a:r>
              <a:rPr lang="en-GB" dirty="0"/>
              <a:t> </a:t>
            </a:r>
            <a:r>
              <a:rPr lang="en-GB" dirty="0" err="1"/>
              <a:t>verschuift</a:t>
            </a:r>
            <a:r>
              <a:rPr lang="en-GB" dirty="0"/>
              <a:t>.</a:t>
            </a:r>
          </a:p>
          <a:p>
            <a:pPr lvl="1"/>
            <a:r>
              <a:rPr lang="en-GB" dirty="0" err="1"/>
              <a:t>Welke</a:t>
            </a:r>
            <a:r>
              <a:rPr lang="en-GB" dirty="0"/>
              <a:t> </a:t>
            </a:r>
            <a:r>
              <a:rPr lang="en-GB" dirty="0" err="1"/>
              <a:t>testen</a:t>
            </a:r>
            <a:r>
              <a:rPr lang="en-GB" dirty="0"/>
              <a:t> </a:t>
            </a:r>
            <a:r>
              <a:rPr lang="en-GB" dirty="0" err="1"/>
              <a:t>worden</a:t>
            </a:r>
            <a:r>
              <a:rPr lang="en-GB" dirty="0"/>
              <a:t> </a:t>
            </a:r>
            <a:r>
              <a:rPr lang="en-GB" dirty="0" err="1"/>
              <a:t>er</a:t>
            </a:r>
            <a:r>
              <a:rPr lang="en-GB" dirty="0"/>
              <a:t> </a:t>
            </a:r>
            <a:r>
              <a:rPr lang="en-GB" dirty="0" err="1"/>
              <a:t>geautomatiseerd</a:t>
            </a:r>
            <a:r>
              <a:rPr lang="en-GB" dirty="0"/>
              <a:t>?</a:t>
            </a:r>
          </a:p>
          <a:p>
            <a:pPr lvl="1"/>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037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11</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pPr lvl="1"/>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A picture containing diagram&#10;&#10;Description automatically generated">
            <a:extLst>
              <a:ext uri="{FF2B5EF4-FFF2-40B4-BE49-F238E27FC236}">
                <a16:creationId xmlns:a16="http://schemas.microsoft.com/office/drawing/2014/main" id="{6182433F-9B3B-462B-9C60-D10ED1A7C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676282"/>
            <a:ext cx="9354176" cy="4293958"/>
          </a:xfrm>
          <a:prstGeom prst="rect">
            <a:avLst/>
          </a:prstGeom>
        </p:spPr>
      </p:pic>
    </p:spTree>
    <p:extLst>
      <p:ext uri="{BB962C8B-B14F-4D97-AF65-F5344CB8AC3E}">
        <p14:creationId xmlns:p14="http://schemas.microsoft.com/office/powerpoint/2010/main" val="308718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deed een tester weer?</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12</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Het ontdekken van een fout?</a:t>
            </a:r>
          </a:p>
          <a:p>
            <a:pPr lvl="1"/>
            <a:r>
              <a:rPr lang="en-GB"/>
              <a:t>Software Quality Controle (SQC).</a:t>
            </a:r>
          </a:p>
          <a:p>
            <a:pPr lvl="1"/>
            <a:endParaRPr lang="en-GB"/>
          </a:p>
          <a:p>
            <a:r>
              <a:rPr lang="en-GB"/>
              <a:t>Het voorkomen van een fout?</a:t>
            </a:r>
          </a:p>
          <a:p>
            <a:pPr lvl="1"/>
            <a:r>
              <a:rPr lang="en-GB"/>
              <a:t>Software Quality Assurance (SQA).</a:t>
            </a:r>
          </a:p>
          <a:p>
            <a:pPr lvl="1"/>
            <a:endParaRPr lang="en-GB"/>
          </a:p>
          <a:p>
            <a:r>
              <a:rPr lang="en-GB"/>
              <a:t>Focus ligt dus ook op</a:t>
            </a:r>
          </a:p>
          <a:p>
            <a:pPr lvl="1"/>
            <a:r>
              <a:rPr lang="en-GB"/>
              <a:t>Waar is de grootste kans dat er fouten gebeuren?</a:t>
            </a:r>
          </a:p>
          <a:p>
            <a:pPr lvl="2"/>
            <a:r>
              <a:rPr lang="en-GB"/>
              <a:t>Your code as a Crime Scene investigation.</a:t>
            </a:r>
          </a:p>
          <a:p>
            <a:pPr lvl="1"/>
            <a:r>
              <a:rPr lang="en-GB"/>
              <a:t>Probeer zo vroeg mogelijk de fout te vinden.</a:t>
            </a:r>
          </a:p>
          <a:p>
            <a:pPr lvl="2"/>
            <a:r>
              <a:rPr lang="en-GB"/>
              <a:t>Kost minder om hem te verbeteren.</a:t>
            </a:r>
          </a:p>
          <a:p>
            <a:pPr lvl="1"/>
            <a:r>
              <a:rPr lang="en-GB"/>
              <a:t>“Value” opleveren voor de klant.</a:t>
            </a:r>
          </a:p>
          <a:p>
            <a:pPr lvl="2"/>
            <a:r>
              <a:rPr lang="en-GB"/>
              <a:t>End to End klant ervaring.</a:t>
            </a:r>
          </a:p>
          <a:p>
            <a:pPr lvl="1"/>
            <a:endParaRPr lang="en-GB"/>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7002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En bugs / issues zelf hebben ook een prio</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13</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Ze </a:t>
            </a:r>
            <a:r>
              <a:rPr lang="en-GB" dirty="0" err="1"/>
              <a:t>moeten</a:t>
            </a:r>
            <a:r>
              <a:rPr lang="en-GB" dirty="0"/>
              <a:t> </a:t>
            </a:r>
            <a:r>
              <a:rPr lang="en-GB" dirty="0" err="1"/>
              <a:t>niet</a:t>
            </a:r>
            <a:r>
              <a:rPr lang="en-GB" dirty="0"/>
              <a:t> direct </a:t>
            </a:r>
            <a:r>
              <a:rPr lang="en-GB" dirty="0" err="1"/>
              <a:t>verbeterd</a:t>
            </a:r>
            <a:r>
              <a:rPr lang="en-GB" dirty="0"/>
              <a:t> </a:t>
            </a:r>
            <a:r>
              <a:rPr lang="en-GB" dirty="0" err="1"/>
              <a:t>worden</a:t>
            </a:r>
            <a:r>
              <a:rPr lang="en-GB" dirty="0"/>
              <a:t>.</a:t>
            </a:r>
          </a:p>
          <a:p>
            <a:pPr lvl="1"/>
            <a:r>
              <a:rPr lang="en-GB" dirty="0"/>
              <a:t>Het </a:t>
            </a:r>
            <a:r>
              <a:rPr lang="en-GB" dirty="0" err="1"/>
              <a:t>weten</a:t>
            </a:r>
            <a:r>
              <a:rPr lang="en-GB" dirty="0"/>
              <a:t> </a:t>
            </a:r>
            <a:r>
              <a:rPr lang="en-GB" dirty="0" err="1"/>
              <a:t>dat</a:t>
            </a:r>
            <a:r>
              <a:rPr lang="en-GB" dirty="0"/>
              <a:t> de </a:t>
            </a:r>
            <a:r>
              <a:rPr lang="en-GB" dirty="0" err="1"/>
              <a:t>fout</a:t>
            </a:r>
            <a:r>
              <a:rPr lang="en-GB" dirty="0"/>
              <a:t> </a:t>
            </a:r>
            <a:r>
              <a:rPr lang="en-GB" dirty="0" err="1"/>
              <a:t>er</a:t>
            </a:r>
            <a:r>
              <a:rPr lang="en-GB" dirty="0"/>
              <a:t> is, is </a:t>
            </a:r>
            <a:r>
              <a:rPr lang="en-GB" dirty="0" err="1"/>
              <a:t>soms</a:t>
            </a:r>
            <a:r>
              <a:rPr lang="en-GB" dirty="0"/>
              <a:t> </a:t>
            </a:r>
            <a:r>
              <a:rPr lang="en-GB" dirty="0" err="1"/>
              <a:t>genoeg</a:t>
            </a:r>
            <a:r>
              <a:rPr lang="en-GB" dirty="0"/>
              <a:t>.</a:t>
            </a:r>
          </a:p>
          <a:p>
            <a:pPr lvl="1"/>
            <a:r>
              <a:rPr lang="en-GB" dirty="0"/>
              <a:t>Het </a:t>
            </a:r>
            <a:r>
              <a:rPr lang="en-GB" dirty="0" err="1"/>
              <a:t>verschil</a:t>
            </a:r>
            <a:r>
              <a:rPr lang="en-GB" dirty="0"/>
              <a:t> </a:t>
            </a:r>
            <a:r>
              <a:rPr lang="en-GB" dirty="0" err="1"/>
              <a:t>tussen</a:t>
            </a:r>
            <a:r>
              <a:rPr lang="en-GB" dirty="0"/>
              <a:t> Severity (</a:t>
            </a:r>
            <a:r>
              <a:rPr lang="en-GB" dirty="0" err="1"/>
              <a:t>Ernstigheid</a:t>
            </a:r>
            <a:r>
              <a:rPr lang="en-GB" dirty="0"/>
              <a:t>) </a:t>
            </a:r>
            <a:r>
              <a:rPr lang="en-GB" dirty="0" err="1"/>
              <a:t>en</a:t>
            </a:r>
            <a:r>
              <a:rPr lang="en-GB" dirty="0"/>
              <a:t> Priority (</a:t>
            </a:r>
            <a:r>
              <a:rPr lang="en-GB" dirty="0" err="1"/>
              <a:t>Prioriteit</a:t>
            </a:r>
            <a:r>
              <a:rPr lang="en-GB" dirty="0"/>
              <a:t>).</a:t>
            </a:r>
          </a:p>
          <a:p>
            <a:pPr lvl="1"/>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308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Wanneer is Risico gebaseerd testen zinvol?</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14</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Als</a:t>
            </a:r>
            <a:r>
              <a:rPr lang="en-GB" dirty="0"/>
              <a:t> we </a:t>
            </a:r>
            <a:r>
              <a:rPr lang="en-GB" dirty="0" err="1"/>
              <a:t>krap</a:t>
            </a:r>
            <a:r>
              <a:rPr lang="en-GB" dirty="0"/>
              <a:t> in </a:t>
            </a:r>
            <a:r>
              <a:rPr lang="en-GB" dirty="0" err="1"/>
              <a:t>tijd</a:t>
            </a:r>
            <a:r>
              <a:rPr lang="en-GB" dirty="0"/>
              <a:t> </a:t>
            </a:r>
            <a:r>
              <a:rPr lang="en-GB" dirty="0" err="1"/>
              <a:t>en</a:t>
            </a:r>
            <a:r>
              <a:rPr lang="en-GB" dirty="0"/>
              <a:t> resources </a:t>
            </a:r>
            <a:r>
              <a:rPr lang="en-GB" dirty="0" err="1"/>
              <a:t>zitten</a:t>
            </a:r>
            <a:r>
              <a:rPr lang="en-GB" dirty="0"/>
              <a:t>.</a:t>
            </a:r>
          </a:p>
          <a:p>
            <a:endParaRPr lang="en-GB" dirty="0"/>
          </a:p>
          <a:p>
            <a:r>
              <a:rPr lang="en-GB" dirty="0"/>
              <a:t>Maar </a:t>
            </a:r>
            <a:r>
              <a:rPr lang="en-GB" dirty="0" err="1"/>
              <a:t>ook</a:t>
            </a:r>
            <a:r>
              <a:rPr lang="en-GB" dirty="0"/>
              <a:t>:</a:t>
            </a:r>
          </a:p>
          <a:p>
            <a:pPr lvl="1"/>
            <a:r>
              <a:rPr lang="en-GB" dirty="0" err="1"/>
              <a:t>Als</a:t>
            </a:r>
            <a:r>
              <a:rPr lang="en-GB" dirty="0"/>
              <a:t> de </a:t>
            </a:r>
            <a:r>
              <a:rPr lang="en-GB" dirty="0" err="1"/>
              <a:t>applicatie</a:t>
            </a:r>
            <a:r>
              <a:rPr lang="en-GB" dirty="0"/>
              <a:t> hypercomplex </a:t>
            </a:r>
            <a:r>
              <a:rPr lang="en-GB" dirty="0" err="1"/>
              <a:t>wordt</a:t>
            </a:r>
            <a:r>
              <a:rPr lang="en-GB" dirty="0"/>
              <a:t>.</a:t>
            </a:r>
          </a:p>
          <a:p>
            <a:pPr lvl="1"/>
            <a:r>
              <a:rPr lang="en-GB" dirty="0" err="1"/>
              <a:t>Als</a:t>
            </a:r>
            <a:r>
              <a:rPr lang="en-GB" dirty="0"/>
              <a:t> </a:t>
            </a:r>
            <a:r>
              <a:rPr lang="en-GB" dirty="0" err="1"/>
              <a:t>er</a:t>
            </a:r>
            <a:r>
              <a:rPr lang="en-GB" dirty="0"/>
              <a:t> </a:t>
            </a:r>
            <a:r>
              <a:rPr lang="en-GB" dirty="0" err="1"/>
              <a:t>nieuwe</a:t>
            </a:r>
            <a:r>
              <a:rPr lang="en-GB" dirty="0"/>
              <a:t> </a:t>
            </a:r>
            <a:r>
              <a:rPr lang="en-GB" dirty="0" err="1"/>
              <a:t>technologie</a:t>
            </a:r>
            <a:r>
              <a:rPr lang="en-GB" dirty="0"/>
              <a:t> </a:t>
            </a:r>
            <a:r>
              <a:rPr lang="en-GB" dirty="0" err="1"/>
              <a:t>gebruikt</a:t>
            </a:r>
            <a:r>
              <a:rPr lang="en-GB" dirty="0"/>
              <a:t> </a:t>
            </a:r>
            <a:r>
              <a:rPr lang="en-GB" dirty="0" err="1"/>
              <a:t>wordt</a:t>
            </a:r>
            <a:r>
              <a:rPr lang="en-GB" dirty="0"/>
              <a:t>.</a:t>
            </a:r>
          </a:p>
          <a:p>
            <a:pPr lvl="1"/>
            <a:r>
              <a:rPr lang="en-GB" dirty="0" err="1"/>
              <a:t>Als</a:t>
            </a:r>
            <a:r>
              <a:rPr lang="en-GB" dirty="0"/>
              <a:t> het </a:t>
            </a:r>
            <a:r>
              <a:rPr lang="en-GB" dirty="0" err="1"/>
              <a:t>een</a:t>
            </a:r>
            <a:r>
              <a:rPr lang="en-GB" dirty="0"/>
              <a:t> Research </a:t>
            </a:r>
            <a:r>
              <a:rPr lang="en-GB" dirty="0" err="1"/>
              <a:t>en</a:t>
            </a:r>
            <a:r>
              <a:rPr lang="en-GB" dirty="0"/>
              <a:t> Development project is.</a:t>
            </a:r>
          </a:p>
          <a:p>
            <a:pPr lvl="1"/>
            <a:r>
              <a:rPr lang="en-GB" dirty="0" err="1"/>
              <a:t>Als</a:t>
            </a:r>
            <a:r>
              <a:rPr lang="en-GB" dirty="0"/>
              <a:t> je </a:t>
            </a:r>
            <a:r>
              <a:rPr lang="en-GB" dirty="0" err="1"/>
              <a:t>kunt</a:t>
            </a:r>
            <a:r>
              <a:rPr lang="en-GB" dirty="0"/>
              <a:t> </a:t>
            </a:r>
            <a:r>
              <a:rPr lang="en-GB" dirty="0" err="1"/>
              <a:t>bepalen</a:t>
            </a:r>
            <a:r>
              <a:rPr lang="en-GB" dirty="0"/>
              <a:t> wat het “</a:t>
            </a:r>
            <a:r>
              <a:rPr lang="en-GB" dirty="0" err="1"/>
              <a:t>meest</a:t>
            </a:r>
            <a:r>
              <a:rPr lang="en-GB" dirty="0"/>
              <a:t>” </a:t>
            </a:r>
            <a:r>
              <a:rPr lang="en-GB" dirty="0" err="1"/>
              <a:t>gebruikt</a:t>
            </a:r>
            <a:r>
              <a:rPr lang="en-GB" dirty="0"/>
              <a:t> </a:t>
            </a:r>
            <a:r>
              <a:rPr lang="en-GB" dirty="0" err="1"/>
              <a:t>wordt</a:t>
            </a:r>
            <a:r>
              <a:rPr lang="en-GB" dirty="0"/>
              <a:t>.</a:t>
            </a:r>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5305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doe je dus in de praktijk?</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pPr marL="0" indent="0">
              <a:buNone/>
            </a:pPr>
            <a:endParaRPr lang="en-GB"/>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74263E69-4E26-4180-A84E-ADE120B6F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703" y="2009800"/>
            <a:ext cx="9309125" cy="3672407"/>
          </a:xfrm>
          <a:prstGeom prst="rect">
            <a:avLst/>
          </a:prstGeom>
        </p:spPr>
      </p:pic>
    </p:spTree>
    <p:extLst>
      <p:ext uri="{BB962C8B-B14F-4D97-AF65-F5344CB8AC3E}">
        <p14:creationId xmlns:p14="http://schemas.microsoft.com/office/powerpoint/2010/main" val="280882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Op welke items doe je het?</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16</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a:t>Epics.</a:t>
            </a:r>
          </a:p>
          <a:p>
            <a:r>
              <a:rPr lang="en-US" dirty="0"/>
              <a:t>Features.</a:t>
            </a:r>
          </a:p>
          <a:p>
            <a:r>
              <a:rPr lang="en-US" dirty="0" err="1"/>
              <a:t>Functionaliteiten</a:t>
            </a:r>
            <a:r>
              <a:rPr lang="en-US" dirty="0"/>
              <a:t>.</a:t>
            </a:r>
          </a:p>
          <a:p>
            <a:r>
              <a:rPr lang="en-US" dirty="0"/>
              <a:t>Requirements.</a:t>
            </a:r>
          </a:p>
          <a:p>
            <a:r>
              <a:rPr lang="en-US" dirty="0"/>
              <a:t>User Stories.</a:t>
            </a:r>
          </a:p>
          <a:p>
            <a:r>
              <a:rPr lang="en-US" dirty="0"/>
              <a:t>Use Cases.</a:t>
            </a:r>
          </a:p>
          <a:p>
            <a:endParaRPr lang="en-US" dirty="0"/>
          </a:p>
          <a:p>
            <a:r>
              <a:rPr lang="en-US" dirty="0"/>
              <a:t>Test Scenario’s.</a:t>
            </a:r>
          </a:p>
          <a:p>
            <a:r>
              <a:rPr lang="en-US" dirty="0"/>
              <a:t>Test Cases.</a:t>
            </a:r>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74263E69-4E26-4180-A84E-ADE120B6F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7181" y="1465536"/>
            <a:ext cx="5841019" cy="2304255"/>
          </a:xfrm>
          <a:prstGeom prst="rect">
            <a:avLst/>
          </a:prstGeom>
        </p:spPr>
      </p:pic>
    </p:spTree>
    <p:extLst>
      <p:ext uri="{BB962C8B-B14F-4D97-AF65-F5344CB8AC3E}">
        <p14:creationId xmlns:p14="http://schemas.microsoft.com/office/powerpoint/2010/main" val="39998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a:t>Wat </a:t>
            </a:r>
            <a:r>
              <a:rPr lang="en-GB" dirty="0" err="1"/>
              <a:t>zijn</a:t>
            </a:r>
            <a:r>
              <a:rPr lang="en-GB" dirty="0"/>
              <a:t> de </a:t>
            </a:r>
            <a:r>
              <a:rPr lang="en-GB" dirty="0" err="1"/>
              <a:t>meest</a:t>
            </a:r>
            <a:r>
              <a:rPr lang="en-GB" dirty="0"/>
              <a:t> </a:t>
            </a:r>
            <a:r>
              <a:rPr lang="en-GB" dirty="0" err="1"/>
              <a:t>voorkomende</a:t>
            </a:r>
            <a:r>
              <a:rPr lang="en-GB" dirty="0"/>
              <a:t> </a:t>
            </a:r>
            <a:r>
              <a:rPr lang="en-GB" dirty="0" err="1"/>
              <a:t>oorzaken</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17</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err="1"/>
              <a:t>Slecht</a:t>
            </a:r>
            <a:r>
              <a:rPr lang="en-US" dirty="0"/>
              <a:t> </a:t>
            </a:r>
            <a:r>
              <a:rPr lang="en-US" dirty="0" err="1"/>
              <a:t>begrijpen</a:t>
            </a:r>
            <a:r>
              <a:rPr lang="en-US" dirty="0"/>
              <a:t> van </a:t>
            </a:r>
            <a:r>
              <a:rPr lang="en-US" dirty="0" err="1"/>
              <a:t>functionaliteiten</a:t>
            </a:r>
            <a:r>
              <a:rPr lang="en-US" dirty="0"/>
              <a:t>.</a:t>
            </a:r>
          </a:p>
          <a:p>
            <a:pPr lvl="1"/>
            <a:r>
              <a:rPr lang="en-US" dirty="0" err="1"/>
              <a:t>Historisch</a:t>
            </a:r>
            <a:r>
              <a:rPr lang="en-US" dirty="0"/>
              <a:t> </a:t>
            </a:r>
            <a:r>
              <a:rPr lang="en-US" dirty="0" err="1"/>
              <a:t>gegroeide</a:t>
            </a:r>
            <a:r>
              <a:rPr lang="en-US" dirty="0"/>
              <a:t> </a:t>
            </a:r>
            <a:r>
              <a:rPr lang="en-US" dirty="0" err="1"/>
              <a:t>functionaliteiten</a:t>
            </a:r>
            <a:r>
              <a:rPr lang="en-US" dirty="0"/>
              <a:t>.</a:t>
            </a:r>
          </a:p>
          <a:p>
            <a:pPr lvl="2"/>
            <a:r>
              <a:rPr lang="en-US" dirty="0"/>
              <a:t>De “</a:t>
            </a:r>
            <a:r>
              <a:rPr lang="en-US" dirty="0" err="1"/>
              <a:t>kennis</a:t>
            </a:r>
            <a:r>
              <a:rPr lang="en-US" dirty="0"/>
              <a:t>” is </a:t>
            </a:r>
            <a:r>
              <a:rPr lang="en-US" dirty="0" err="1"/>
              <a:t>weg</a:t>
            </a:r>
            <a:r>
              <a:rPr lang="en-US" dirty="0"/>
              <a:t>.</a:t>
            </a:r>
          </a:p>
          <a:p>
            <a:pPr lvl="1"/>
            <a:r>
              <a:rPr lang="en-US" dirty="0"/>
              <a:t>Half </a:t>
            </a:r>
            <a:r>
              <a:rPr lang="en-US" dirty="0" err="1"/>
              <a:t>afgewerkte</a:t>
            </a:r>
            <a:r>
              <a:rPr lang="en-US" dirty="0"/>
              <a:t> </a:t>
            </a:r>
            <a:r>
              <a:rPr lang="en-US" dirty="0" err="1"/>
              <a:t>functionaliteiten</a:t>
            </a:r>
            <a:r>
              <a:rPr lang="en-US" dirty="0"/>
              <a:t>.</a:t>
            </a:r>
          </a:p>
          <a:p>
            <a:pPr lvl="1"/>
            <a:endParaRPr lang="en-US" dirty="0"/>
          </a:p>
          <a:p>
            <a:r>
              <a:rPr lang="en-US" dirty="0" err="1"/>
              <a:t>Slechte</a:t>
            </a:r>
            <a:r>
              <a:rPr lang="en-US" dirty="0"/>
              <a:t> “</a:t>
            </a:r>
            <a:r>
              <a:rPr lang="en-US" dirty="0" err="1"/>
              <a:t>Architectuur</a:t>
            </a:r>
            <a:r>
              <a:rPr lang="en-US" dirty="0"/>
              <a:t>” </a:t>
            </a:r>
            <a:r>
              <a:rPr lang="en-US" dirty="0" err="1"/>
              <a:t>en</a:t>
            </a:r>
            <a:r>
              <a:rPr lang="en-US" dirty="0"/>
              <a:t> “</a:t>
            </a:r>
            <a:r>
              <a:rPr lang="en-US" dirty="0" err="1"/>
              <a:t>Ontwerp</a:t>
            </a:r>
            <a:r>
              <a:rPr lang="en-US" dirty="0"/>
              <a:t>”.</a:t>
            </a:r>
          </a:p>
          <a:p>
            <a:r>
              <a:rPr lang="en-US" dirty="0" err="1"/>
              <a:t>Te</a:t>
            </a:r>
            <a:r>
              <a:rPr lang="en-US" dirty="0"/>
              <a:t> </a:t>
            </a:r>
            <a:r>
              <a:rPr lang="en-US" dirty="0" err="1"/>
              <a:t>weinig</a:t>
            </a:r>
            <a:r>
              <a:rPr lang="en-US" dirty="0"/>
              <a:t> </a:t>
            </a:r>
            <a:r>
              <a:rPr lang="en-US" dirty="0" err="1"/>
              <a:t>tijd</a:t>
            </a:r>
            <a:r>
              <a:rPr lang="en-US" dirty="0"/>
              <a:t> om </a:t>
            </a:r>
            <a:r>
              <a:rPr lang="en-US" dirty="0" err="1"/>
              <a:t>een</a:t>
            </a:r>
            <a:r>
              <a:rPr lang="en-US" dirty="0"/>
              <a:t> </a:t>
            </a:r>
            <a:r>
              <a:rPr lang="en-US" dirty="0" err="1"/>
              <a:t>goed</a:t>
            </a:r>
            <a:r>
              <a:rPr lang="en-US" dirty="0"/>
              <a:t> “</a:t>
            </a:r>
            <a:r>
              <a:rPr lang="en-US" dirty="0" err="1"/>
              <a:t>Ontwerp</a:t>
            </a:r>
            <a:r>
              <a:rPr lang="en-US" dirty="0"/>
              <a:t>” </a:t>
            </a:r>
            <a:r>
              <a:rPr lang="en-US" dirty="0" err="1"/>
              <a:t>te</a:t>
            </a:r>
            <a:r>
              <a:rPr lang="en-US" dirty="0"/>
              <a:t> </a:t>
            </a:r>
            <a:r>
              <a:rPr lang="en-US" dirty="0" err="1"/>
              <a:t>hebben</a:t>
            </a:r>
            <a:r>
              <a:rPr lang="en-US" dirty="0"/>
              <a:t>.</a:t>
            </a:r>
          </a:p>
          <a:p>
            <a:r>
              <a:rPr lang="en-US" dirty="0"/>
              <a:t>Incompetent Team.</a:t>
            </a:r>
          </a:p>
          <a:p>
            <a:r>
              <a:rPr lang="en-US" dirty="0" err="1"/>
              <a:t>Te</a:t>
            </a:r>
            <a:r>
              <a:rPr lang="en-US" dirty="0"/>
              <a:t> </a:t>
            </a:r>
            <a:r>
              <a:rPr lang="en-US" dirty="0" err="1"/>
              <a:t>weinig</a:t>
            </a:r>
            <a:r>
              <a:rPr lang="en-US" dirty="0"/>
              <a:t> </a:t>
            </a:r>
            <a:r>
              <a:rPr lang="en-US" dirty="0" err="1"/>
              <a:t>mensen</a:t>
            </a:r>
            <a:r>
              <a:rPr lang="en-US" dirty="0"/>
              <a:t> in je Team.</a:t>
            </a:r>
          </a:p>
          <a:p>
            <a:endParaRPr lang="en-US"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8427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18</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a:t>Het criteria </a:t>
            </a:r>
            <a:r>
              <a:rPr lang="en-US" dirty="0" err="1"/>
              <a:t>hier</a:t>
            </a:r>
            <a:r>
              <a:rPr lang="en-US" dirty="0"/>
              <a:t> is “</a:t>
            </a:r>
            <a:r>
              <a:rPr lang="en-US" dirty="0" err="1"/>
              <a:t>Risico</a:t>
            </a:r>
            <a:r>
              <a:rPr lang="en-US" dirty="0"/>
              <a:t>”.</a:t>
            </a:r>
          </a:p>
          <a:p>
            <a:endParaRPr lang="en-US" dirty="0"/>
          </a:p>
          <a:p>
            <a:r>
              <a:rPr lang="en-US" dirty="0"/>
              <a:t>Het </a:t>
            </a:r>
            <a:r>
              <a:rPr lang="en-US" dirty="0" err="1"/>
              <a:t>gaat</a:t>
            </a:r>
            <a:r>
              <a:rPr lang="en-US" dirty="0"/>
              <a:t> </a:t>
            </a:r>
            <a:r>
              <a:rPr lang="en-US" dirty="0" err="1"/>
              <a:t>dus</a:t>
            </a:r>
            <a:r>
              <a:rPr lang="en-US" dirty="0"/>
              <a:t> over de </a:t>
            </a:r>
            <a:r>
              <a:rPr lang="en-GB" dirty="0"/>
              <a:t>Severity (</a:t>
            </a:r>
            <a:r>
              <a:rPr lang="en-GB" dirty="0" err="1"/>
              <a:t>Ernstigheid</a:t>
            </a:r>
            <a:r>
              <a:rPr lang="en-GB" dirty="0"/>
              <a:t>) van het </a:t>
            </a:r>
            <a:r>
              <a:rPr lang="en-GB" dirty="0" err="1"/>
              <a:t>onderwerp</a:t>
            </a:r>
            <a:r>
              <a:rPr lang="en-GB" dirty="0"/>
              <a:t>, </a:t>
            </a:r>
            <a:r>
              <a:rPr lang="en-GB" dirty="0" err="1"/>
              <a:t>niet</a:t>
            </a:r>
            <a:r>
              <a:rPr lang="en-GB" dirty="0"/>
              <a:t> over Priority (</a:t>
            </a:r>
            <a:r>
              <a:rPr lang="en-GB" dirty="0" err="1"/>
              <a:t>Prioriteit</a:t>
            </a:r>
            <a:r>
              <a:rPr lang="en-GB" dirty="0"/>
              <a:t>)</a:t>
            </a:r>
          </a:p>
          <a:p>
            <a:endParaRPr lang="en-GB" dirty="0"/>
          </a:p>
          <a:p>
            <a:r>
              <a:rPr lang="en-GB" dirty="0" err="1"/>
              <a:t>Standpunt</a:t>
            </a:r>
            <a:r>
              <a:rPr lang="en-GB" dirty="0"/>
              <a:t> van het </a:t>
            </a:r>
            <a:r>
              <a:rPr lang="en-GB" dirty="0" err="1"/>
              <a:t>technische</a:t>
            </a:r>
            <a:r>
              <a:rPr lang="en-GB" dirty="0"/>
              <a:t> team</a:t>
            </a:r>
          </a:p>
          <a:p>
            <a:r>
              <a:rPr lang="en-GB" dirty="0" err="1"/>
              <a:t>Standpunt</a:t>
            </a:r>
            <a:r>
              <a:rPr lang="en-GB" dirty="0"/>
              <a:t> van de business </a:t>
            </a:r>
            <a:r>
              <a:rPr lang="en-GB" dirty="0" err="1"/>
              <a:t>kant</a:t>
            </a:r>
            <a:endParaRPr lang="en-GB" dirty="0"/>
          </a:p>
          <a:p>
            <a:endParaRPr lang="en-US" dirty="0"/>
          </a:p>
          <a:p>
            <a:endParaRPr lang="en-US"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4222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a:t>
            </a:r>
            <a:r>
              <a:rPr lang="en-GB" dirty="0" err="1"/>
              <a:t>Gaat</a:t>
            </a:r>
            <a:r>
              <a:rPr lang="en-GB" dirty="0"/>
              <a:t> het </a:t>
            </a:r>
            <a:r>
              <a:rPr lang="en-GB" dirty="0" err="1"/>
              <a:t>voorkomen</a:t>
            </a:r>
            <a:r>
              <a:rPr lang="en-GB" dirty="0"/>
              <a:t>? </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19</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err="1"/>
              <a:t>Een</a:t>
            </a:r>
            <a:r>
              <a:rPr lang="en-US" dirty="0"/>
              <a:t> raster van 3 op 3</a:t>
            </a:r>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6">
            <a:extLst>
              <a:ext uri="{FF2B5EF4-FFF2-40B4-BE49-F238E27FC236}">
                <a16:creationId xmlns:a16="http://schemas.microsoft.com/office/drawing/2014/main" id="{15BF6460-085D-493D-9832-5065E48B5481}"/>
              </a:ext>
            </a:extLst>
          </p:cNvPr>
          <p:cNvGraphicFramePr>
            <a:graphicFrameLocks noGrp="1"/>
          </p:cNvGraphicFramePr>
          <p:nvPr>
            <p:extLst>
              <p:ext uri="{D42A27DB-BD31-4B8C-83A1-F6EECF244321}">
                <p14:modId xmlns:p14="http://schemas.microsoft.com/office/powerpoint/2010/main" val="3198302655"/>
              </p:ext>
            </p:extLst>
          </p:nvPr>
        </p:nvGraphicFramePr>
        <p:xfrm>
          <a:off x="4719960" y="1497600"/>
          <a:ext cx="4320000" cy="43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03606145"/>
                    </a:ext>
                  </a:extLst>
                </a:gridCol>
                <a:gridCol w="1440000">
                  <a:extLst>
                    <a:ext uri="{9D8B030D-6E8A-4147-A177-3AD203B41FA5}">
                      <a16:colId xmlns:a16="http://schemas.microsoft.com/office/drawing/2014/main" val="2607670117"/>
                    </a:ext>
                  </a:extLst>
                </a:gridCol>
                <a:gridCol w="1440000">
                  <a:extLst>
                    <a:ext uri="{9D8B030D-6E8A-4147-A177-3AD203B41FA5}">
                      <a16:colId xmlns:a16="http://schemas.microsoft.com/office/drawing/2014/main" val="2777467381"/>
                    </a:ext>
                  </a:extLst>
                </a:gridCol>
              </a:tblGrid>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2695192644"/>
                  </a:ext>
                </a:extLst>
              </a:tr>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3258808147"/>
                  </a:ext>
                </a:extLst>
              </a:tr>
              <a:tr h="1440000">
                <a:tc>
                  <a:txBody>
                    <a:bodyPr/>
                    <a:lstStyle/>
                    <a:p>
                      <a:endParaRPr lang="en-BE"/>
                    </a:p>
                  </a:txBody>
                  <a:tcPr/>
                </a:tc>
                <a:tc>
                  <a:txBody>
                    <a:bodyPr/>
                    <a:lstStyle/>
                    <a:p>
                      <a:endParaRPr lang="en-BE"/>
                    </a:p>
                  </a:txBody>
                  <a:tcPr/>
                </a:tc>
                <a:tc>
                  <a:txBody>
                    <a:bodyPr/>
                    <a:lstStyle/>
                    <a:p>
                      <a:endParaRPr lang="en-BE" dirty="0"/>
                    </a:p>
                  </a:txBody>
                  <a:tcPr/>
                </a:tc>
                <a:extLst>
                  <a:ext uri="{0D108BD9-81ED-4DB2-BD59-A6C34878D82A}">
                    <a16:rowId xmlns:a16="http://schemas.microsoft.com/office/drawing/2014/main" val="295108745"/>
                  </a:ext>
                </a:extLst>
              </a:tr>
            </a:tbl>
          </a:graphicData>
        </a:graphic>
      </p:graphicFrame>
    </p:spTree>
    <p:extLst>
      <p:ext uri="{BB962C8B-B14F-4D97-AF65-F5344CB8AC3E}">
        <p14:creationId xmlns:p14="http://schemas.microsoft.com/office/powerpoint/2010/main" val="373405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a:t>
            </a:r>
            <a:r>
              <a:rPr lang="en-GB" dirty="0" err="1"/>
              <a:t>Gaat</a:t>
            </a:r>
            <a:r>
              <a:rPr lang="en-GB" dirty="0"/>
              <a:t> het </a:t>
            </a:r>
            <a:r>
              <a:rPr lang="en-GB" dirty="0" err="1"/>
              <a:t>voorkomen</a:t>
            </a:r>
            <a:r>
              <a:rPr lang="en-GB" dirty="0"/>
              <a:t>? </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20</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err="1"/>
              <a:t>Standpunt</a:t>
            </a:r>
            <a:r>
              <a:rPr lang="en-US" dirty="0"/>
              <a:t> </a:t>
            </a:r>
            <a:r>
              <a:rPr lang="en-US" dirty="0" err="1"/>
              <a:t>Technisch</a:t>
            </a:r>
            <a:endParaRPr lang="en-US" dirty="0"/>
          </a:p>
          <a:p>
            <a:pPr lvl="1"/>
            <a:r>
              <a:rPr lang="en-US" dirty="0" err="1"/>
              <a:t>Zeer</a:t>
            </a:r>
            <a:r>
              <a:rPr lang="en-US" dirty="0"/>
              <a:t> </a:t>
            </a:r>
            <a:r>
              <a:rPr lang="en-US" dirty="0" err="1"/>
              <a:t>zeker</a:t>
            </a:r>
            <a:endParaRPr lang="en-US" dirty="0"/>
          </a:p>
          <a:p>
            <a:endParaRPr lang="en-US" dirty="0"/>
          </a:p>
          <a:p>
            <a:endParaRPr lang="en-US" dirty="0"/>
          </a:p>
          <a:p>
            <a:pPr lvl="1"/>
            <a:r>
              <a:rPr lang="en-US" dirty="0" err="1"/>
              <a:t>Waarschijnlijk</a:t>
            </a:r>
            <a:endParaRPr lang="en-US" dirty="0"/>
          </a:p>
          <a:p>
            <a:endParaRPr lang="en-US" dirty="0"/>
          </a:p>
          <a:p>
            <a:endParaRPr lang="en-US" dirty="0"/>
          </a:p>
          <a:p>
            <a:pPr lvl="1"/>
            <a:endParaRPr lang="en-US" dirty="0"/>
          </a:p>
          <a:p>
            <a:pPr lvl="1"/>
            <a:r>
              <a:rPr lang="en-US" dirty="0" err="1"/>
              <a:t>Bijna</a:t>
            </a:r>
            <a:r>
              <a:rPr lang="en-US" dirty="0"/>
              <a:t> nooit</a:t>
            </a:r>
          </a:p>
          <a:p>
            <a:endParaRPr lang="en-US"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6">
            <a:extLst>
              <a:ext uri="{FF2B5EF4-FFF2-40B4-BE49-F238E27FC236}">
                <a16:creationId xmlns:a16="http://schemas.microsoft.com/office/drawing/2014/main" id="{15BF6460-085D-493D-9832-5065E48B5481}"/>
              </a:ext>
            </a:extLst>
          </p:cNvPr>
          <p:cNvGraphicFramePr>
            <a:graphicFrameLocks noGrp="1"/>
          </p:cNvGraphicFramePr>
          <p:nvPr/>
        </p:nvGraphicFramePr>
        <p:xfrm>
          <a:off x="4719960" y="1497600"/>
          <a:ext cx="4320000" cy="43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03606145"/>
                    </a:ext>
                  </a:extLst>
                </a:gridCol>
                <a:gridCol w="1440000">
                  <a:extLst>
                    <a:ext uri="{9D8B030D-6E8A-4147-A177-3AD203B41FA5}">
                      <a16:colId xmlns:a16="http://schemas.microsoft.com/office/drawing/2014/main" val="2607670117"/>
                    </a:ext>
                  </a:extLst>
                </a:gridCol>
                <a:gridCol w="1440000">
                  <a:extLst>
                    <a:ext uri="{9D8B030D-6E8A-4147-A177-3AD203B41FA5}">
                      <a16:colId xmlns:a16="http://schemas.microsoft.com/office/drawing/2014/main" val="2777467381"/>
                    </a:ext>
                  </a:extLst>
                </a:gridCol>
              </a:tblGrid>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2695192644"/>
                  </a:ext>
                </a:extLst>
              </a:tr>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3258808147"/>
                  </a:ext>
                </a:extLst>
              </a:tr>
              <a:tr h="1440000">
                <a:tc>
                  <a:txBody>
                    <a:bodyPr/>
                    <a:lstStyle/>
                    <a:p>
                      <a:endParaRPr lang="en-BE"/>
                    </a:p>
                  </a:txBody>
                  <a:tcPr/>
                </a:tc>
                <a:tc>
                  <a:txBody>
                    <a:bodyPr/>
                    <a:lstStyle/>
                    <a:p>
                      <a:endParaRPr lang="en-BE"/>
                    </a:p>
                  </a:txBody>
                  <a:tcPr/>
                </a:tc>
                <a:tc>
                  <a:txBody>
                    <a:bodyPr/>
                    <a:lstStyle/>
                    <a:p>
                      <a:endParaRPr lang="en-BE" dirty="0"/>
                    </a:p>
                  </a:txBody>
                  <a:tcPr/>
                </a:tc>
                <a:extLst>
                  <a:ext uri="{0D108BD9-81ED-4DB2-BD59-A6C34878D82A}">
                    <a16:rowId xmlns:a16="http://schemas.microsoft.com/office/drawing/2014/main" val="295108745"/>
                  </a:ext>
                </a:extLst>
              </a:tr>
            </a:tbl>
          </a:graphicData>
        </a:graphic>
      </p:graphicFrame>
      <p:sp>
        <p:nvSpPr>
          <p:cNvPr id="7" name="Arrow: Up 6">
            <a:extLst>
              <a:ext uri="{FF2B5EF4-FFF2-40B4-BE49-F238E27FC236}">
                <a16:creationId xmlns:a16="http://schemas.microsoft.com/office/drawing/2014/main" id="{1AFEF360-D5F8-4642-8059-5335A55B93AD}"/>
              </a:ext>
            </a:extLst>
          </p:cNvPr>
          <p:cNvSpPr/>
          <p:nvPr/>
        </p:nvSpPr>
        <p:spPr>
          <a:xfrm>
            <a:off x="3711848" y="2081808"/>
            <a:ext cx="432048" cy="35283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17574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Is </a:t>
            </a:r>
            <a:r>
              <a:rPr lang="en-GB" dirty="0" err="1"/>
              <a:t>er</a:t>
            </a:r>
            <a:r>
              <a:rPr lang="en-GB" dirty="0"/>
              <a:t> impact? </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21</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err="1"/>
              <a:t>Standpunt</a:t>
            </a:r>
            <a:r>
              <a:rPr lang="en-US" dirty="0"/>
              <a:t> Business</a:t>
            </a:r>
          </a:p>
          <a:p>
            <a:pPr lvl="1"/>
            <a:r>
              <a:rPr lang="en-US" dirty="0" err="1"/>
              <a:t>Bijna</a:t>
            </a:r>
            <a:r>
              <a:rPr lang="en-US" dirty="0"/>
              <a:t> </a:t>
            </a:r>
            <a:r>
              <a:rPr lang="en-US" dirty="0" err="1"/>
              <a:t>geen</a:t>
            </a:r>
            <a:endParaRPr lang="en-US" dirty="0"/>
          </a:p>
          <a:p>
            <a:pPr lvl="1"/>
            <a:r>
              <a:rPr lang="en-US" dirty="0" err="1"/>
              <a:t>Zichtbaar</a:t>
            </a:r>
            <a:endParaRPr lang="en-US" dirty="0"/>
          </a:p>
          <a:p>
            <a:pPr lvl="1"/>
            <a:r>
              <a:rPr lang="en-US" dirty="0" err="1"/>
              <a:t>Blokkerend</a:t>
            </a:r>
            <a:endParaRPr lang="en-US" dirty="0"/>
          </a:p>
          <a:p>
            <a:endParaRPr lang="en-US"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6">
            <a:extLst>
              <a:ext uri="{FF2B5EF4-FFF2-40B4-BE49-F238E27FC236}">
                <a16:creationId xmlns:a16="http://schemas.microsoft.com/office/drawing/2014/main" id="{15BF6460-085D-493D-9832-5065E48B5481}"/>
              </a:ext>
            </a:extLst>
          </p:cNvPr>
          <p:cNvGraphicFramePr>
            <a:graphicFrameLocks noGrp="1"/>
          </p:cNvGraphicFramePr>
          <p:nvPr>
            <p:extLst>
              <p:ext uri="{D42A27DB-BD31-4B8C-83A1-F6EECF244321}">
                <p14:modId xmlns:p14="http://schemas.microsoft.com/office/powerpoint/2010/main" val="2237995368"/>
              </p:ext>
            </p:extLst>
          </p:nvPr>
        </p:nvGraphicFramePr>
        <p:xfrm>
          <a:off x="4857173" y="2298288"/>
          <a:ext cx="4320000" cy="43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03606145"/>
                    </a:ext>
                  </a:extLst>
                </a:gridCol>
                <a:gridCol w="1440000">
                  <a:extLst>
                    <a:ext uri="{9D8B030D-6E8A-4147-A177-3AD203B41FA5}">
                      <a16:colId xmlns:a16="http://schemas.microsoft.com/office/drawing/2014/main" val="2607670117"/>
                    </a:ext>
                  </a:extLst>
                </a:gridCol>
                <a:gridCol w="1440000">
                  <a:extLst>
                    <a:ext uri="{9D8B030D-6E8A-4147-A177-3AD203B41FA5}">
                      <a16:colId xmlns:a16="http://schemas.microsoft.com/office/drawing/2014/main" val="2777467381"/>
                    </a:ext>
                  </a:extLst>
                </a:gridCol>
              </a:tblGrid>
              <a:tr h="1440000">
                <a:tc>
                  <a:txBody>
                    <a:bodyPr/>
                    <a:lstStyle/>
                    <a:p>
                      <a:r>
                        <a:rPr lang="nl-BE" dirty="0"/>
                        <a:t>Bijna geen</a:t>
                      </a:r>
                      <a:endParaRPr lang="en-BE" dirty="0"/>
                    </a:p>
                  </a:txBody>
                  <a:tcPr/>
                </a:tc>
                <a:tc>
                  <a:txBody>
                    <a:bodyPr/>
                    <a:lstStyle/>
                    <a:p>
                      <a:r>
                        <a:rPr lang="nl-BE" dirty="0"/>
                        <a:t>Zichtbaar</a:t>
                      </a:r>
                      <a:endParaRPr lang="en-BE" dirty="0"/>
                    </a:p>
                  </a:txBody>
                  <a:tcPr/>
                </a:tc>
                <a:tc>
                  <a:txBody>
                    <a:bodyPr/>
                    <a:lstStyle/>
                    <a:p>
                      <a:r>
                        <a:rPr lang="nl-BE" dirty="0"/>
                        <a:t>Blokkerend</a:t>
                      </a:r>
                      <a:endParaRPr lang="en-BE" dirty="0"/>
                    </a:p>
                  </a:txBody>
                  <a:tcPr/>
                </a:tc>
                <a:extLst>
                  <a:ext uri="{0D108BD9-81ED-4DB2-BD59-A6C34878D82A}">
                    <a16:rowId xmlns:a16="http://schemas.microsoft.com/office/drawing/2014/main" val="2695192644"/>
                  </a:ext>
                </a:extLst>
              </a:tr>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3258808147"/>
                  </a:ext>
                </a:extLst>
              </a:tr>
              <a:tr h="1440000">
                <a:tc>
                  <a:txBody>
                    <a:bodyPr/>
                    <a:lstStyle/>
                    <a:p>
                      <a:endParaRPr lang="en-BE"/>
                    </a:p>
                  </a:txBody>
                  <a:tcPr/>
                </a:tc>
                <a:tc>
                  <a:txBody>
                    <a:bodyPr/>
                    <a:lstStyle/>
                    <a:p>
                      <a:endParaRPr lang="en-BE"/>
                    </a:p>
                  </a:txBody>
                  <a:tcPr/>
                </a:tc>
                <a:tc>
                  <a:txBody>
                    <a:bodyPr/>
                    <a:lstStyle/>
                    <a:p>
                      <a:endParaRPr lang="en-BE" dirty="0"/>
                    </a:p>
                  </a:txBody>
                  <a:tcPr/>
                </a:tc>
                <a:extLst>
                  <a:ext uri="{0D108BD9-81ED-4DB2-BD59-A6C34878D82A}">
                    <a16:rowId xmlns:a16="http://schemas.microsoft.com/office/drawing/2014/main" val="295108745"/>
                  </a:ext>
                </a:extLst>
              </a:tr>
            </a:tbl>
          </a:graphicData>
        </a:graphic>
      </p:graphicFrame>
      <p:sp>
        <p:nvSpPr>
          <p:cNvPr id="7" name="Arrow: Up 6">
            <a:extLst>
              <a:ext uri="{FF2B5EF4-FFF2-40B4-BE49-F238E27FC236}">
                <a16:creationId xmlns:a16="http://schemas.microsoft.com/office/drawing/2014/main" id="{1AFEF360-D5F8-4642-8059-5335A55B93AD}"/>
              </a:ext>
            </a:extLst>
          </p:cNvPr>
          <p:cNvSpPr/>
          <p:nvPr/>
        </p:nvSpPr>
        <p:spPr>
          <a:xfrm rot="5400000">
            <a:off x="6753878" y="101705"/>
            <a:ext cx="432048" cy="35283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993525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a:t>
            </a:r>
            <a:r>
              <a:rPr lang="en-GB" dirty="0" err="1"/>
              <a:t>Plaats</a:t>
            </a:r>
            <a:r>
              <a:rPr lang="en-GB" dirty="0"/>
              <a:t> de items in het raster?</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22</a:t>
            </a:fld>
            <a:endParaRPr lang="en-US"/>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2857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6">
            <a:extLst>
              <a:ext uri="{FF2B5EF4-FFF2-40B4-BE49-F238E27FC236}">
                <a16:creationId xmlns:a16="http://schemas.microsoft.com/office/drawing/2014/main" id="{15BF6460-085D-493D-9832-5065E48B5481}"/>
              </a:ext>
            </a:extLst>
          </p:cNvPr>
          <p:cNvGraphicFramePr>
            <a:graphicFrameLocks noGrp="1"/>
          </p:cNvGraphicFramePr>
          <p:nvPr>
            <p:extLst>
              <p:ext uri="{D42A27DB-BD31-4B8C-83A1-F6EECF244321}">
                <p14:modId xmlns:p14="http://schemas.microsoft.com/office/powerpoint/2010/main" val="3646803653"/>
              </p:ext>
            </p:extLst>
          </p:nvPr>
        </p:nvGraphicFramePr>
        <p:xfrm>
          <a:off x="2920000" y="1433513"/>
          <a:ext cx="4320000" cy="43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03606145"/>
                    </a:ext>
                  </a:extLst>
                </a:gridCol>
                <a:gridCol w="1440000">
                  <a:extLst>
                    <a:ext uri="{9D8B030D-6E8A-4147-A177-3AD203B41FA5}">
                      <a16:colId xmlns:a16="http://schemas.microsoft.com/office/drawing/2014/main" val="2607670117"/>
                    </a:ext>
                  </a:extLst>
                </a:gridCol>
                <a:gridCol w="1440000">
                  <a:extLst>
                    <a:ext uri="{9D8B030D-6E8A-4147-A177-3AD203B41FA5}">
                      <a16:colId xmlns:a16="http://schemas.microsoft.com/office/drawing/2014/main" val="2777467381"/>
                    </a:ext>
                  </a:extLst>
                </a:gridCol>
              </a:tblGrid>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2695192644"/>
                  </a:ext>
                </a:extLst>
              </a:tr>
              <a:tr h="1440000">
                <a:tc>
                  <a:txBody>
                    <a:bodyPr/>
                    <a:lstStyle/>
                    <a:p>
                      <a:endParaRPr lang="en-BE"/>
                    </a:p>
                  </a:txBody>
                  <a:tcPr/>
                </a:tc>
                <a:tc>
                  <a:txBody>
                    <a:bodyPr/>
                    <a:lstStyle/>
                    <a:p>
                      <a:endParaRPr lang="en-BE"/>
                    </a:p>
                  </a:txBody>
                  <a:tcPr/>
                </a:tc>
                <a:tc>
                  <a:txBody>
                    <a:bodyPr/>
                    <a:lstStyle/>
                    <a:p>
                      <a:endParaRPr lang="en-BE"/>
                    </a:p>
                  </a:txBody>
                  <a:tcPr/>
                </a:tc>
                <a:extLst>
                  <a:ext uri="{0D108BD9-81ED-4DB2-BD59-A6C34878D82A}">
                    <a16:rowId xmlns:a16="http://schemas.microsoft.com/office/drawing/2014/main" val="3258808147"/>
                  </a:ext>
                </a:extLst>
              </a:tr>
              <a:tr h="1440000">
                <a:tc>
                  <a:txBody>
                    <a:bodyPr/>
                    <a:lstStyle/>
                    <a:p>
                      <a:endParaRPr lang="en-BE" dirty="0"/>
                    </a:p>
                  </a:txBody>
                  <a:tcPr/>
                </a:tc>
                <a:tc>
                  <a:txBody>
                    <a:bodyPr/>
                    <a:lstStyle/>
                    <a:p>
                      <a:endParaRPr lang="en-BE"/>
                    </a:p>
                  </a:txBody>
                  <a:tcPr/>
                </a:tc>
                <a:tc>
                  <a:txBody>
                    <a:bodyPr/>
                    <a:lstStyle/>
                    <a:p>
                      <a:endParaRPr lang="en-BE" dirty="0"/>
                    </a:p>
                  </a:txBody>
                  <a:tcPr/>
                </a:tc>
                <a:extLst>
                  <a:ext uri="{0D108BD9-81ED-4DB2-BD59-A6C34878D82A}">
                    <a16:rowId xmlns:a16="http://schemas.microsoft.com/office/drawing/2014/main" val="295108745"/>
                  </a:ext>
                </a:extLst>
              </a:tr>
            </a:tbl>
          </a:graphicData>
        </a:graphic>
      </p:graphicFrame>
      <p:sp>
        <p:nvSpPr>
          <p:cNvPr id="7" name="Arrow: Up 6">
            <a:extLst>
              <a:ext uri="{FF2B5EF4-FFF2-40B4-BE49-F238E27FC236}">
                <a16:creationId xmlns:a16="http://schemas.microsoft.com/office/drawing/2014/main" id="{0A903C1A-BF72-4008-AEA8-045DB0CC783F}"/>
              </a:ext>
            </a:extLst>
          </p:cNvPr>
          <p:cNvSpPr/>
          <p:nvPr/>
        </p:nvSpPr>
        <p:spPr>
          <a:xfrm>
            <a:off x="975544" y="1800290"/>
            <a:ext cx="1512168" cy="363686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nl-BE" sz="2800" dirty="0"/>
              <a:t>Gaat het voorkomen?</a:t>
            </a:r>
            <a:endParaRPr lang="en-BE" sz="2800" dirty="0"/>
          </a:p>
        </p:txBody>
      </p:sp>
      <p:sp>
        <p:nvSpPr>
          <p:cNvPr id="8" name="Arrow: Up 7">
            <a:extLst>
              <a:ext uri="{FF2B5EF4-FFF2-40B4-BE49-F238E27FC236}">
                <a16:creationId xmlns:a16="http://schemas.microsoft.com/office/drawing/2014/main" id="{D9993CE3-0B4C-42F3-8FAA-A59ED305DB4A}"/>
              </a:ext>
            </a:extLst>
          </p:cNvPr>
          <p:cNvSpPr/>
          <p:nvPr/>
        </p:nvSpPr>
        <p:spPr>
          <a:xfrm rot="5400000">
            <a:off x="4332299" y="5026706"/>
            <a:ext cx="1512168" cy="363686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nl-BE" sz="2800" dirty="0"/>
              <a:t>Wat is de impact?</a:t>
            </a:r>
            <a:endParaRPr lang="en-BE" sz="2800" dirty="0"/>
          </a:p>
        </p:txBody>
      </p:sp>
      <p:sp>
        <p:nvSpPr>
          <p:cNvPr id="9" name="Oval 8">
            <a:extLst>
              <a:ext uri="{FF2B5EF4-FFF2-40B4-BE49-F238E27FC236}">
                <a16:creationId xmlns:a16="http://schemas.microsoft.com/office/drawing/2014/main" id="{7B43C617-D1D8-4EE4-9924-4374903C952F}"/>
              </a:ext>
            </a:extLst>
          </p:cNvPr>
          <p:cNvSpPr/>
          <p:nvPr/>
        </p:nvSpPr>
        <p:spPr>
          <a:xfrm>
            <a:off x="3347938" y="180029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0" name="Oval 9">
            <a:extLst>
              <a:ext uri="{FF2B5EF4-FFF2-40B4-BE49-F238E27FC236}">
                <a16:creationId xmlns:a16="http://schemas.microsoft.com/office/drawing/2014/main" id="{E63D934B-1132-48C5-9CE4-7947F78D15A5}"/>
              </a:ext>
            </a:extLst>
          </p:cNvPr>
          <p:cNvSpPr/>
          <p:nvPr/>
        </p:nvSpPr>
        <p:spPr>
          <a:xfrm>
            <a:off x="5088384" y="219013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1" name="Oval 10">
            <a:extLst>
              <a:ext uri="{FF2B5EF4-FFF2-40B4-BE49-F238E27FC236}">
                <a16:creationId xmlns:a16="http://schemas.microsoft.com/office/drawing/2014/main" id="{B3614814-A657-4C2E-BB95-17347D8E0E83}"/>
              </a:ext>
            </a:extLst>
          </p:cNvPr>
          <p:cNvSpPr/>
          <p:nvPr/>
        </p:nvSpPr>
        <p:spPr>
          <a:xfrm>
            <a:off x="4783584" y="4529654"/>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2" name="Oval 11">
            <a:extLst>
              <a:ext uri="{FF2B5EF4-FFF2-40B4-BE49-F238E27FC236}">
                <a16:creationId xmlns:a16="http://schemas.microsoft.com/office/drawing/2014/main" id="{F65CD788-6F97-46C5-BFC6-E4756674FF55}"/>
              </a:ext>
            </a:extLst>
          </p:cNvPr>
          <p:cNvSpPr/>
          <p:nvPr/>
        </p:nvSpPr>
        <p:spPr>
          <a:xfrm>
            <a:off x="5317833" y="5365149"/>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3" name="Oval 12">
            <a:extLst>
              <a:ext uri="{FF2B5EF4-FFF2-40B4-BE49-F238E27FC236}">
                <a16:creationId xmlns:a16="http://schemas.microsoft.com/office/drawing/2014/main" id="{FF33E5A0-129B-4DAE-81DE-DF44CCC58293}"/>
              </a:ext>
            </a:extLst>
          </p:cNvPr>
          <p:cNvSpPr/>
          <p:nvPr/>
        </p:nvSpPr>
        <p:spPr>
          <a:xfrm>
            <a:off x="3544042" y="244979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4" name="Oval 13">
            <a:extLst>
              <a:ext uri="{FF2B5EF4-FFF2-40B4-BE49-F238E27FC236}">
                <a16:creationId xmlns:a16="http://schemas.microsoft.com/office/drawing/2014/main" id="{A46229E6-D77E-450D-AD35-65F91B10DA77}"/>
              </a:ext>
            </a:extLst>
          </p:cNvPr>
          <p:cNvSpPr/>
          <p:nvPr/>
        </p:nvSpPr>
        <p:spPr>
          <a:xfrm>
            <a:off x="3903353" y="366992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5" name="Oval 14">
            <a:extLst>
              <a:ext uri="{FF2B5EF4-FFF2-40B4-BE49-F238E27FC236}">
                <a16:creationId xmlns:a16="http://schemas.microsoft.com/office/drawing/2014/main" id="{BB6CA77F-1E69-41B8-B606-BEA36ED24FD8}"/>
              </a:ext>
            </a:extLst>
          </p:cNvPr>
          <p:cNvSpPr/>
          <p:nvPr/>
        </p:nvSpPr>
        <p:spPr>
          <a:xfrm>
            <a:off x="4017080" y="517301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6" name="Oval 15">
            <a:extLst>
              <a:ext uri="{FF2B5EF4-FFF2-40B4-BE49-F238E27FC236}">
                <a16:creationId xmlns:a16="http://schemas.microsoft.com/office/drawing/2014/main" id="{59EC3713-44A3-4E7A-B301-3FAF03B0717B}"/>
              </a:ext>
            </a:extLst>
          </p:cNvPr>
          <p:cNvSpPr/>
          <p:nvPr/>
        </p:nvSpPr>
        <p:spPr>
          <a:xfrm>
            <a:off x="4747824" y="1992784"/>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9AA08443-E43E-452C-875A-B9BEAFB1C88B}"/>
              </a:ext>
            </a:extLst>
          </p:cNvPr>
          <p:cNvSpPr/>
          <p:nvPr/>
        </p:nvSpPr>
        <p:spPr>
          <a:xfrm>
            <a:off x="3782836" y="3334821"/>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6" name="Oval 35">
            <a:extLst>
              <a:ext uri="{FF2B5EF4-FFF2-40B4-BE49-F238E27FC236}">
                <a16:creationId xmlns:a16="http://schemas.microsoft.com/office/drawing/2014/main" id="{39DF9AE9-E259-4007-9537-9610CC9D7419}"/>
              </a:ext>
            </a:extLst>
          </p:cNvPr>
          <p:cNvSpPr/>
          <p:nvPr/>
        </p:nvSpPr>
        <p:spPr>
          <a:xfrm>
            <a:off x="3529480" y="3741936"/>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7" name="Oval 36">
            <a:extLst>
              <a:ext uri="{FF2B5EF4-FFF2-40B4-BE49-F238E27FC236}">
                <a16:creationId xmlns:a16="http://schemas.microsoft.com/office/drawing/2014/main" id="{385289FA-0F84-432C-B6D2-FC18A995EA41}"/>
              </a:ext>
            </a:extLst>
          </p:cNvPr>
          <p:cNvSpPr/>
          <p:nvPr/>
        </p:nvSpPr>
        <p:spPr>
          <a:xfrm>
            <a:off x="6552801" y="3366383"/>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8" name="Oval 37">
            <a:extLst>
              <a:ext uri="{FF2B5EF4-FFF2-40B4-BE49-F238E27FC236}">
                <a16:creationId xmlns:a16="http://schemas.microsoft.com/office/drawing/2014/main" id="{E8EE705A-ED11-4C5F-815F-0F1352D32046}"/>
              </a:ext>
            </a:extLst>
          </p:cNvPr>
          <p:cNvSpPr/>
          <p:nvPr/>
        </p:nvSpPr>
        <p:spPr>
          <a:xfrm>
            <a:off x="5142489" y="376450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9" name="Oval 38">
            <a:extLst>
              <a:ext uri="{FF2B5EF4-FFF2-40B4-BE49-F238E27FC236}">
                <a16:creationId xmlns:a16="http://schemas.microsoft.com/office/drawing/2014/main" id="{8DEE1987-0CCA-4500-80C7-0C285FD6A3AD}"/>
              </a:ext>
            </a:extLst>
          </p:cNvPr>
          <p:cNvSpPr/>
          <p:nvPr/>
        </p:nvSpPr>
        <p:spPr>
          <a:xfrm>
            <a:off x="6738956" y="4816036"/>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0" name="Oval 39">
            <a:extLst>
              <a:ext uri="{FF2B5EF4-FFF2-40B4-BE49-F238E27FC236}">
                <a16:creationId xmlns:a16="http://schemas.microsoft.com/office/drawing/2014/main" id="{28B3D0A4-D4D3-4231-A4E7-E9BD9B4B0464}"/>
              </a:ext>
            </a:extLst>
          </p:cNvPr>
          <p:cNvSpPr/>
          <p:nvPr/>
        </p:nvSpPr>
        <p:spPr>
          <a:xfrm>
            <a:off x="3680975" y="496498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1" name="Oval 40">
            <a:extLst>
              <a:ext uri="{FF2B5EF4-FFF2-40B4-BE49-F238E27FC236}">
                <a16:creationId xmlns:a16="http://schemas.microsoft.com/office/drawing/2014/main" id="{81978282-C848-4592-8E92-2BFDA8EB71E4}"/>
              </a:ext>
            </a:extLst>
          </p:cNvPr>
          <p:cNvSpPr/>
          <p:nvPr/>
        </p:nvSpPr>
        <p:spPr>
          <a:xfrm>
            <a:off x="6028073" y="4601662"/>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2" name="Oval 41">
            <a:extLst>
              <a:ext uri="{FF2B5EF4-FFF2-40B4-BE49-F238E27FC236}">
                <a16:creationId xmlns:a16="http://schemas.microsoft.com/office/drawing/2014/main" id="{2B53317E-F047-471F-B874-935F5500DE7C}"/>
              </a:ext>
            </a:extLst>
          </p:cNvPr>
          <p:cNvSpPr/>
          <p:nvPr/>
        </p:nvSpPr>
        <p:spPr>
          <a:xfrm>
            <a:off x="6172089" y="213680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3" name="Oval 42">
            <a:extLst>
              <a:ext uri="{FF2B5EF4-FFF2-40B4-BE49-F238E27FC236}">
                <a16:creationId xmlns:a16="http://schemas.microsoft.com/office/drawing/2014/main" id="{526D427F-F897-4A18-A4DF-71DE7469F393}"/>
              </a:ext>
            </a:extLst>
          </p:cNvPr>
          <p:cNvSpPr/>
          <p:nvPr/>
        </p:nvSpPr>
        <p:spPr>
          <a:xfrm>
            <a:off x="6083232" y="3226761"/>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4" name="Oval 43">
            <a:extLst>
              <a:ext uri="{FF2B5EF4-FFF2-40B4-BE49-F238E27FC236}">
                <a16:creationId xmlns:a16="http://schemas.microsoft.com/office/drawing/2014/main" id="{93D43604-ECF3-44BC-9103-096230A6D1C6}"/>
              </a:ext>
            </a:extLst>
          </p:cNvPr>
          <p:cNvSpPr/>
          <p:nvPr/>
        </p:nvSpPr>
        <p:spPr>
          <a:xfrm>
            <a:off x="6100081" y="251088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5" name="Oval 44">
            <a:extLst>
              <a:ext uri="{FF2B5EF4-FFF2-40B4-BE49-F238E27FC236}">
                <a16:creationId xmlns:a16="http://schemas.microsoft.com/office/drawing/2014/main" id="{8E65B85E-2DCD-4996-8FF0-2F3CC2F8031D}"/>
              </a:ext>
            </a:extLst>
          </p:cNvPr>
          <p:cNvSpPr/>
          <p:nvPr/>
        </p:nvSpPr>
        <p:spPr>
          <a:xfrm>
            <a:off x="6826425" y="1735404"/>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6" name="Oval 45">
            <a:extLst>
              <a:ext uri="{FF2B5EF4-FFF2-40B4-BE49-F238E27FC236}">
                <a16:creationId xmlns:a16="http://schemas.microsoft.com/office/drawing/2014/main" id="{E2CEED41-569F-43CE-B277-35331646ADF8}"/>
              </a:ext>
            </a:extLst>
          </p:cNvPr>
          <p:cNvSpPr/>
          <p:nvPr/>
        </p:nvSpPr>
        <p:spPr>
          <a:xfrm>
            <a:off x="6450624" y="3845845"/>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7" name="Oval 46">
            <a:extLst>
              <a:ext uri="{FF2B5EF4-FFF2-40B4-BE49-F238E27FC236}">
                <a16:creationId xmlns:a16="http://schemas.microsoft.com/office/drawing/2014/main" id="{C261F711-A026-409F-8595-41395DC7D566}"/>
              </a:ext>
            </a:extLst>
          </p:cNvPr>
          <p:cNvSpPr/>
          <p:nvPr/>
        </p:nvSpPr>
        <p:spPr>
          <a:xfrm>
            <a:off x="5070481" y="3327222"/>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8" name="Oval 47">
            <a:extLst>
              <a:ext uri="{FF2B5EF4-FFF2-40B4-BE49-F238E27FC236}">
                <a16:creationId xmlns:a16="http://schemas.microsoft.com/office/drawing/2014/main" id="{F3395298-AD5A-4B0A-AF69-34A022E38AE8}"/>
              </a:ext>
            </a:extLst>
          </p:cNvPr>
          <p:cNvSpPr/>
          <p:nvPr/>
        </p:nvSpPr>
        <p:spPr>
          <a:xfrm>
            <a:off x="6592049" y="517301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9" name="Oval 48">
            <a:extLst>
              <a:ext uri="{FF2B5EF4-FFF2-40B4-BE49-F238E27FC236}">
                <a16:creationId xmlns:a16="http://schemas.microsoft.com/office/drawing/2014/main" id="{F5EC3E91-1FE6-4A29-8DF7-B2F461FEAA0E}"/>
              </a:ext>
            </a:extLst>
          </p:cNvPr>
          <p:cNvSpPr/>
          <p:nvPr/>
        </p:nvSpPr>
        <p:spPr>
          <a:xfrm>
            <a:off x="4998473" y="494148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0" name="Oval 49">
            <a:extLst>
              <a:ext uri="{FF2B5EF4-FFF2-40B4-BE49-F238E27FC236}">
                <a16:creationId xmlns:a16="http://schemas.microsoft.com/office/drawing/2014/main" id="{BE994A96-9B93-40C9-BE22-344D74AD0C53}"/>
              </a:ext>
            </a:extLst>
          </p:cNvPr>
          <p:cNvSpPr/>
          <p:nvPr/>
        </p:nvSpPr>
        <p:spPr>
          <a:xfrm>
            <a:off x="6664057" y="224839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1" name="Oval 50">
            <a:extLst>
              <a:ext uri="{FF2B5EF4-FFF2-40B4-BE49-F238E27FC236}">
                <a16:creationId xmlns:a16="http://schemas.microsoft.com/office/drawing/2014/main" id="{A558EB66-F150-42F7-AA0A-A3D470DAEE74}"/>
              </a:ext>
            </a:extLst>
          </p:cNvPr>
          <p:cNvSpPr/>
          <p:nvPr/>
        </p:nvSpPr>
        <p:spPr>
          <a:xfrm>
            <a:off x="3831345" y="4457646"/>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2" name="Oval 51">
            <a:extLst>
              <a:ext uri="{FF2B5EF4-FFF2-40B4-BE49-F238E27FC236}">
                <a16:creationId xmlns:a16="http://schemas.microsoft.com/office/drawing/2014/main" id="{3F3AA4CC-24C7-40A6-8B40-20F31BD29AD3}"/>
              </a:ext>
            </a:extLst>
          </p:cNvPr>
          <p:cNvSpPr/>
          <p:nvPr/>
        </p:nvSpPr>
        <p:spPr>
          <a:xfrm>
            <a:off x="4575944" y="2605969"/>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3" name="Oval 52">
            <a:extLst>
              <a:ext uri="{FF2B5EF4-FFF2-40B4-BE49-F238E27FC236}">
                <a16:creationId xmlns:a16="http://schemas.microsoft.com/office/drawing/2014/main" id="{89D3C523-2F3E-4421-AF29-B833C2214473}"/>
              </a:ext>
            </a:extLst>
          </p:cNvPr>
          <p:cNvSpPr/>
          <p:nvPr/>
        </p:nvSpPr>
        <p:spPr>
          <a:xfrm>
            <a:off x="3233064" y="3099351"/>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4" name="TextBox 53">
            <a:extLst>
              <a:ext uri="{FF2B5EF4-FFF2-40B4-BE49-F238E27FC236}">
                <a16:creationId xmlns:a16="http://schemas.microsoft.com/office/drawing/2014/main" id="{DD7B8762-EC06-4CDE-8536-5C7A0431D50B}"/>
              </a:ext>
            </a:extLst>
          </p:cNvPr>
          <p:cNvSpPr txBox="1"/>
          <p:nvPr/>
        </p:nvSpPr>
        <p:spPr>
          <a:xfrm rot="16200000">
            <a:off x="611629" y="3626007"/>
            <a:ext cx="4229491" cy="276999"/>
          </a:xfrm>
          <a:prstGeom prst="rect">
            <a:avLst/>
          </a:prstGeom>
        </p:spPr>
        <p:txBody>
          <a:bodyPr wrap="none" lIns="0" tIns="0" rIns="0" bIns="0" rtlCol="0">
            <a:spAutoFit/>
          </a:bodyPr>
          <a:lstStyle/>
          <a:p>
            <a:pPr lvl="1"/>
            <a:r>
              <a:rPr lang="en-US" dirty="0" err="1"/>
              <a:t>Bijna</a:t>
            </a:r>
            <a:r>
              <a:rPr lang="en-US" dirty="0"/>
              <a:t> nooit – </a:t>
            </a:r>
            <a:r>
              <a:rPr lang="en-US" dirty="0" err="1"/>
              <a:t>Waarschijnlijk</a:t>
            </a:r>
            <a:r>
              <a:rPr lang="en-US" dirty="0"/>
              <a:t> – </a:t>
            </a:r>
            <a:r>
              <a:rPr lang="en-US" dirty="0" err="1"/>
              <a:t>Zeer</a:t>
            </a:r>
            <a:r>
              <a:rPr lang="en-US" dirty="0"/>
              <a:t> </a:t>
            </a:r>
            <a:r>
              <a:rPr lang="en-US" dirty="0" err="1"/>
              <a:t>zeker</a:t>
            </a:r>
            <a:r>
              <a:rPr lang="en-US" dirty="0"/>
              <a:t> </a:t>
            </a:r>
          </a:p>
        </p:txBody>
      </p:sp>
      <p:sp>
        <p:nvSpPr>
          <p:cNvPr id="55" name="TextBox 54">
            <a:extLst>
              <a:ext uri="{FF2B5EF4-FFF2-40B4-BE49-F238E27FC236}">
                <a16:creationId xmlns:a16="http://schemas.microsoft.com/office/drawing/2014/main" id="{161D22E2-1CEE-46A3-B07B-C05DD5FD631F}"/>
              </a:ext>
            </a:extLst>
          </p:cNvPr>
          <p:cNvSpPr txBox="1"/>
          <p:nvPr/>
        </p:nvSpPr>
        <p:spPr>
          <a:xfrm>
            <a:off x="2908749" y="5792078"/>
            <a:ext cx="4196598" cy="276999"/>
          </a:xfrm>
          <a:prstGeom prst="rect">
            <a:avLst/>
          </a:prstGeom>
        </p:spPr>
        <p:txBody>
          <a:bodyPr wrap="none" lIns="0" tIns="0" rIns="0" bIns="0" rtlCol="0">
            <a:spAutoFit/>
          </a:bodyPr>
          <a:lstStyle/>
          <a:p>
            <a:pPr marL="0" lvl="1"/>
            <a:r>
              <a:rPr lang="en-US" dirty="0"/>
              <a:t>   </a:t>
            </a:r>
            <a:r>
              <a:rPr lang="en-US" dirty="0" err="1"/>
              <a:t>Bijna</a:t>
            </a:r>
            <a:r>
              <a:rPr lang="en-US" dirty="0"/>
              <a:t> </a:t>
            </a:r>
            <a:r>
              <a:rPr lang="en-US" dirty="0" err="1"/>
              <a:t>geen</a:t>
            </a:r>
            <a:r>
              <a:rPr lang="en-US" dirty="0"/>
              <a:t>     –   </a:t>
            </a:r>
            <a:r>
              <a:rPr lang="en-US" dirty="0" err="1"/>
              <a:t>Zichtbaar</a:t>
            </a:r>
            <a:r>
              <a:rPr lang="en-US" dirty="0"/>
              <a:t>      –   </a:t>
            </a:r>
            <a:r>
              <a:rPr lang="en-US" dirty="0" err="1"/>
              <a:t>Blokkerend</a:t>
            </a:r>
            <a:endParaRPr lang="en-US" dirty="0"/>
          </a:p>
        </p:txBody>
      </p:sp>
    </p:spTree>
    <p:extLst>
      <p:ext uri="{BB962C8B-B14F-4D97-AF65-F5344CB8AC3E}">
        <p14:creationId xmlns:p14="http://schemas.microsoft.com/office/powerpoint/2010/main" val="2686983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a:t>
            </a:r>
            <a:r>
              <a:rPr lang="en-GB" dirty="0" err="1"/>
              <a:t>Geef</a:t>
            </a:r>
            <a:r>
              <a:rPr lang="en-GB" dirty="0"/>
              <a:t> de </a:t>
            </a:r>
            <a:r>
              <a:rPr lang="en-GB" dirty="0" err="1"/>
              <a:t>vakjes</a:t>
            </a:r>
            <a:r>
              <a:rPr lang="en-GB" dirty="0"/>
              <a:t> </a:t>
            </a:r>
            <a:r>
              <a:rPr lang="en-GB" dirty="0" err="1"/>
              <a:t>een</a:t>
            </a:r>
            <a:r>
              <a:rPr lang="en-GB" dirty="0"/>
              <a:t> </a:t>
            </a:r>
            <a:r>
              <a:rPr lang="en-GB" dirty="0" err="1"/>
              <a:t>waarde</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23</a:t>
            </a:fld>
            <a:endParaRPr lang="en-US"/>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2857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6">
            <a:extLst>
              <a:ext uri="{FF2B5EF4-FFF2-40B4-BE49-F238E27FC236}">
                <a16:creationId xmlns:a16="http://schemas.microsoft.com/office/drawing/2014/main" id="{15BF6460-085D-493D-9832-5065E48B5481}"/>
              </a:ext>
            </a:extLst>
          </p:cNvPr>
          <p:cNvGraphicFramePr>
            <a:graphicFrameLocks noGrp="1"/>
          </p:cNvGraphicFramePr>
          <p:nvPr>
            <p:extLst>
              <p:ext uri="{D42A27DB-BD31-4B8C-83A1-F6EECF244321}">
                <p14:modId xmlns:p14="http://schemas.microsoft.com/office/powerpoint/2010/main" val="2452422066"/>
              </p:ext>
            </p:extLst>
          </p:nvPr>
        </p:nvGraphicFramePr>
        <p:xfrm>
          <a:off x="2920000" y="1433513"/>
          <a:ext cx="4320000" cy="43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03606145"/>
                    </a:ext>
                  </a:extLst>
                </a:gridCol>
                <a:gridCol w="1440000">
                  <a:extLst>
                    <a:ext uri="{9D8B030D-6E8A-4147-A177-3AD203B41FA5}">
                      <a16:colId xmlns:a16="http://schemas.microsoft.com/office/drawing/2014/main" val="2607670117"/>
                    </a:ext>
                  </a:extLst>
                </a:gridCol>
                <a:gridCol w="1440000">
                  <a:extLst>
                    <a:ext uri="{9D8B030D-6E8A-4147-A177-3AD203B41FA5}">
                      <a16:colId xmlns:a16="http://schemas.microsoft.com/office/drawing/2014/main" val="2777467381"/>
                    </a:ext>
                  </a:extLst>
                </a:gridCol>
              </a:tblGrid>
              <a:tr h="1440000">
                <a:tc>
                  <a:txBody>
                    <a:bodyPr/>
                    <a:lstStyle/>
                    <a:p>
                      <a:pPr algn="ctr"/>
                      <a:r>
                        <a:rPr lang="nl-BE" sz="8800" b="1" dirty="0"/>
                        <a:t>4</a:t>
                      </a:r>
                      <a:endParaRPr lang="en-BE" sz="8800" b="1" dirty="0"/>
                    </a:p>
                  </a:txBody>
                  <a:tcPr/>
                </a:tc>
                <a:tc>
                  <a:txBody>
                    <a:bodyPr/>
                    <a:lstStyle/>
                    <a:p>
                      <a:pPr algn="ctr"/>
                      <a:r>
                        <a:rPr lang="nl-BE" sz="8800" b="1" dirty="0"/>
                        <a:t>3</a:t>
                      </a:r>
                      <a:endParaRPr lang="en-BE" sz="8800" b="1" dirty="0"/>
                    </a:p>
                  </a:txBody>
                  <a:tcPr/>
                </a:tc>
                <a:tc>
                  <a:txBody>
                    <a:bodyPr/>
                    <a:lstStyle/>
                    <a:p>
                      <a:pPr algn="ctr"/>
                      <a:r>
                        <a:rPr lang="nl-BE" sz="8800" b="1" dirty="0"/>
                        <a:t>1</a:t>
                      </a:r>
                      <a:endParaRPr lang="en-BE" sz="8800" b="1" dirty="0"/>
                    </a:p>
                  </a:txBody>
                  <a:tcPr/>
                </a:tc>
                <a:extLst>
                  <a:ext uri="{0D108BD9-81ED-4DB2-BD59-A6C34878D82A}">
                    <a16:rowId xmlns:a16="http://schemas.microsoft.com/office/drawing/2014/main" val="2695192644"/>
                  </a:ext>
                </a:extLst>
              </a:tr>
              <a:tr h="1440000">
                <a:tc>
                  <a:txBody>
                    <a:bodyPr/>
                    <a:lstStyle/>
                    <a:p>
                      <a:pPr algn="ctr"/>
                      <a:r>
                        <a:rPr lang="nl-BE" sz="8800" b="1" dirty="0"/>
                        <a:t>5</a:t>
                      </a:r>
                      <a:endParaRPr lang="en-BE" sz="8800" b="1" dirty="0"/>
                    </a:p>
                  </a:txBody>
                  <a:tcPr/>
                </a:tc>
                <a:tc>
                  <a:txBody>
                    <a:bodyPr/>
                    <a:lstStyle/>
                    <a:p>
                      <a:pPr algn="ctr"/>
                      <a:r>
                        <a:rPr lang="nl-BE" sz="8800" b="1" dirty="0"/>
                        <a:t>4</a:t>
                      </a:r>
                      <a:endParaRPr lang="en-BE" sz="8800" b="1" dirty="0"/>
                    </a:p>
                  </a:txBody>
                  <a:tcPr/>
                </a:tc>
                <a:tc>
                  <a:txBody>
                    <a:bodyPr/>
                    <a:lstStyle/>
                    <a:p>
                      <a:pPr algn="ctr"/>
                      <a:r>
                        <a:rPr lang="nl-BE" sz="8800" b="1" dirty="0"/>
                        <a:t>2</a:t>
                      </a:r>
                      <a:endParaRPr lang="en-BE" sz="8800" b="1" dirty="0"/>
                    </a:p>
                  </a:txBody>
                  <a:tcPr/>
                </a:tc>
                <a:extLst>
                  <a:ext uri="{0D108BD9-81ED-4DB2-BD59-A6C34878D82A}">
                    <a16:rowId xmlns:a16="http://schemas.microsoft.com/office/drawing/2014/main" val="3258808147"/>
                  </a:ext>
                </a:extLst>
              </a:tr>
              <a:tr h="1440000">
                <a:tc>
                  <a:txBody>
                    <a:bodyPr/>
                    <a:lstStyle/>
                    <a:p>
                      <a:pPr algn="ctr"/>
                      <a:r>
                        <a:rPr lang="nl-BE" sz="8800" b="1" dirty="0"/>
                        <a:t>5</a:t>
                      </a:r>
                      <a:endParaRPr lang="en-BE" sz="8800" b="1" dirty="0"/>
                    </a:p>
                  </a:txBody>
                  <a:tcPr/>
                </a:tc>
                <a:tc>
                  <a:txBody>
                    <a:bodyPr/>
                    <a:lstStyle/>
                    <a:p>
                      <a:pPr algn="ctr"/>
                      <a:r>
                        <a:rPr lang="nl-BE" sz="8800" b="1" dirty="0"/>
                        <a:t>5</a:t>
                      </a:r>
                      <a:endParaRPr lang="en-BE" sz="8800" b="1" dirty="0"/>
                    </a:p>
                  </a:txBody>
                  <a:tcPr/>
                </a:tc>
                <a:tc>
                  <a:txBody>
                    <a:bodyPr/>
                    <a:lstStyle/>
                    <a:p>
                      <a:pPr algn="ctr"/>
                      <a:r>
                        <a:rPr lang="nl-BE" sz="8800" b="1" dirty="0"/>
                        <a:t>3</a:t>
                      </a:r>
                      <a:endParaRPr lang="en-BE" sz="8800" b="1" dirty="0"/>
                    </a:p>
                  </a:txBody>
                  <a:tcPr/>
                </a:tc>
                <a:extLst>
                  <a:ext uri="{0D108BD9-81ED-4DB2-BD59-A6C34878D82A}">
                    <a16:rowId xmlns:a16="http://schemas.microsoft.com/office/drawing/2014/main" val="295108745"/>
                  </a:ext>
                </a:extLst>
              </a:tr>
            </a:tbl>
          </a:graphicData>
        </a:graphic>
      </p:graphicFrame>
      <p:sp>
        <p:nvSpPr>
          <p:cNvPr id="7" name="Arrow: Up 6">
            <a:extLst>
              <a:ext uri="{FF2B5EF4-FFF2-40B4-BE49-F238E27FC236}">
                <a16:creationId xmlns:a16="http://schemas.microsoft.com/office/drawing/2014/main" id="{0A903C1A-BF72-4008-AEA8-045DB0CC783F}"/>
              </a:ext>
            </a:extLst>
          </p:cNvPr>
          <p:cNvSpPr/>
          <p:nvPr/>
        </p:nvSpPr>
        <p:spPr>
          <a:xfrm>
            <a:off x="975544" y="1800290"/>
            <a:ext cx="1512168" cy="363686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nl-BE" sz="2800" dirty="0"/>
              <a:t>Gaat het voorkomen?</a:t>
            </a:r>
            <a:endParaRPr lang="en-BE" sz="2800" dirty="0"/>
          </a:p>
        </p:txBody>
      </p:sp>
      <p:sp>
        <p:nvSpPr>
          <p:cNvPr id="8" name="Arrow: Up 7">
            <a:extLst>
              <a:ext uri="{FF2B5EF4-FFF2-40B4-BE49-F238E27FC236}">
                <a16:creationId xmlns:a16="http://schemas.microsoft.com/office/drawing/2014/main" id="{D9993CE3-0B4C-42F3-8FAA-A59ED305DB4A}"/>
              </a:ext>
            </a:extLst>
          </p:cNvPr>
          <p:cNvSpPr/>
          <p:nvPr/>
        </p:nvSpPr>
        <p:spPr>
          <a:xfrm rot="5400000">
            <a:off x="4332299" y="5026706"/>
            <a:ext cx="1512168" cy="363686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nl-BE" sz="2800" dirty="0"/>
              <a:t>Wat is de impact?</a:t>
            </a:r>
            <a:endParaRPr lang="en-BE" sz="2800" dirty="0"/>
          </a:p>
        </p:txBody>
      </p:sp>
      <p:sp>
        <p:nvSpPr>
          <p:cNvPr id="9" name="Oval 8">
            <a:extLst>
              <a:ext uri="{FF2B5EF4-FFF2-40B4-BE49-F238E27FC236}">
                <a16:creationId xmlns:a16="http://schemas.microsoft.com/office/drawing/2014/main" id="{7B43C617-D1D8-4EE4-9924-4374903C952F}"/>
              </a:ext>
            </a:extLst>
          </p:cNvPr>
          <p:cNvSpPr/>
          <p:nvPr/>
        </p:nvSpPr>
        <p:spPr>
          <a:xfrm>
            <a:off x="3347938" y="180029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0" name="Oval 9">
            <a:extLst>
              <a:ext uri="{FF2B5EF4-FFF2-40B4-BE49-F238E27FC236}">
                <a16:creationId xmlns:a16="http://schemas.microsoft.com/office/drawing/2014/main" id="{E63D934B-1132-48C5-9CE4-7947F78D15A5}"/>
              </a:ext>
            </a:extLst>
          </p:cNvPr>
          <p:cNvSpPr/>
          <p:nvPr/>
        </p:nvSpPr>
        <p:spPr>
          <a:xfrm>
            <a:off x="5088384" y="219013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1" name="Oval 10">
            <a:extLst>
              <a:ext uri="{FF2B5EF4-FFF2-40B4-BE49-F238E27FC236}">
                <a16:creationId xmlns:a16="http://schemas.microsoft.com/office/drawing/2014/main" id="{B3614814-A657-4C2E-BB95-17347D8E0E83}"/>
              </a:ext>
            </a:extLst>
          </p:cNvPr>
          <p:cNvSpPr/>
          <p:nvPr/>
        </p:nvSpPr>
        <p:spPr>
          <a:xfrm>
            <a:off x="4783584" y="4529654"/>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2" name="Oval 11">
            <a:extLst>
              <a:ext uri="{FF2B5EF4-FFF2-40B4-BE49-F238E27FC236}">
                <a16:creationId xmlns:a16="http://schemas.microsoft.com/office/drawing/2014/main" id="{F65CD788-6F97-46C5-BFC6-E4756674FF55}"/>
              </a:ext>
            </a:extLst>
          </p:cNvPr>
          <p:cNvSpPr/>
          <p:nvPr/>
        </p:nvSpPr>
        <p:spPr>
          <a:xfrm>
            <a:off x="5317833" y="5365149"/>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3" name="Oval 12">
            <a:extLst>
              <a:ext uri="{FF2B5EF4-FFF2-40B4-BE49-F238E27FC236}">
                <a16:creationId xmlns:a16="http://schemas.microsoft.com/office/drawing/2014/main" id="{FF33E5A0-129B-4DAE-81DE-DF44CCC58293}"/>
              </a:ext>
            </a:extLst>
          </p:cNvPr>
          <p:cNvSpPr/>
          <p:nvPr/>
        </p:nvSpPr>
        <p:spPr>
          <a:xfrm>
            <a:off x="3544042" y="244979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4" name="Oval 13">
            <a:extLst>
              <a:ext uri="{FF2B5EF4-FFF2-40B4-BE49-F238E27FC236}">
                <a16:creationId xmlns:a16="http://schemas.microsoft.com/office/drawing/2014/main" id="{A46229E6-D77E-450D-AD35-65F91B10DA77}"/>
              </a:ext>
            </a:extLst>
          </p:cNvPr>
          <p:cNvSpPr/>
          <p:nvPr/>
        </p:nvSpPr>
        <p:spPr>
          <a:xfrm>
            <a:off x="3903353" y="366992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5" name="Oval 14">
            <a:extLst>
              <a:ext uri="{FF2B5EF4-FFF2-40B4-BE49-F238E27FC236}">
                <a16:creationId xmlns:a16="http://schemas.microsoft.com/office/drawing/2014/main" id="{BB6CA77F-1E69-41B8-B606-BEA36ED24FD8}"/>
              </a:ext>
            </a:extLst>
          </p:cNvPr>
          <p:cNvSpPr/>
          <p:nvPr/>
        </p:nvSpPr>
        <p:spPr>
          <a:xfrm>
            <a:off x="4017080" y="517301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6" name="Oval 15">
            <a:extLst>
              <a:ext uri="{FF2B5EF4-FFF2-40B4-BE49-F238E27FC236}">
                <a16:creationId xmlns:a16="http://schemas.microsoft.com/office/drawing/2014/main" id="{59EC3713-44A3-4E7A-B301-3FAF03B0717B}"/>
              </a:ext>
            </a:extLst>
          </p:cNvPr>
          <p:cNvSpPr/>
          <p:nvPr/>
        </p:nvSpPr>
        <p:spPr>
          <a:xfrm>
            <a:off x="4747824" y="1992784"/>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9AA08443-E43E-452C-875A-B9BEAFB1C88B}"/>
              </a:ext>
            </a:extLst>
          </p:cNvPr>
          <p:cNvSpPr/>
          <p:nvPr/>
        </p:nvSpPr>
        <p:spPr>
          <a:xfrm>
            <a:off x="3782836" y="3334821"/>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6" name="Oval 35">
            <a:extLst>
              <a:ext uri="{FF2B5EF4-FFF2-40B4-BE49-F238E27FC236}">
                <a16:creationId xmlns:a16="http://schemas.microsoft.com/office/drawing/2014/main" id="{39DF9AE9-E259-4007-9537-9610CC9D7419}"/>
              </a:ext>
            </a:extLst>
          </p:cNvPr>
          <p:cNvSpPr/>
          <p:nvPr/>
        </p:nvSpPr>
        <p:spPr>
          <a:xfrm>
            <a:off x="3529480" y="3741936"/>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7" name="Oval 36">
            <a:extLst>
              <a:ext uri="{FF2B5EF4-FFF2-40B4-BE49-F238E27FC236}">
                <a16:creationId xmlns:a16="http://schemas.microsoft.com/office/drawing/2014/main" id="{385289FA-0F84-432C-B6D2-FC18A995EA41}"/>
              </a:ext>
            </a:extLst>
          </p:cNvPr>
          <p:cNvSpPr/>
          <p:nvPr/>
        </p:nvSpPr>
        <p:spPr>
          <a:xfrm>
            <a:off x="6552801" y="3366383"/>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8" name="Oval 37">
            <a:extLst>
              <a:ext uri="{FF2B5EF4-FFF2-40B4-BE49-F238E27FC236}">
                <a16:creationId xmlns:a16="http://schemas.microsoft.com/office/drawing/2014/main" id="{E8EE705A-ED11-4C5F-815F-0F1352D32046}"/>
              </a:ext>
            </a:extLst>
          </p:cNvPr>
          <p:cNvSpPr/>
          <p:nvPr/>
        </p:nvSpPr>
        <p:spPr>
          <a:xfrm>
            <a:off x="5142489" y="376450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39" name="Oval 38">
            <a:extLst>
              <a:ext uri="{FF2B5EF4-FFF2-40B4-BE49-F238E27FC236}">
                <a16:creationId xmlns:a16="http://schemas.microsoft.com/office/drawing/2014/main" id="{8DEE1987-0CCA-4500-80C7-0C285FD6A3AD}"/>
              </a:ext>
            </a:extLst>
          </p:cNvPr>
          <p:cNvSpPr/>
          <p:nvPr/>
        </p:nvSpPr>
        <p:spPr>
          <a:xfrm>
            <a:off x="6738956" y="4816036"/>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0" name="Oval 39">
            <a:extLst>
              <a:ext uri="{FF2B5EF4-FFF2-40B4-BE49-F238E27FC236}">
                <a16:creationId xmlns:a16="http://schemas.microsoft.com/office/drawing/2014/main" id="{28B3D0A4-D4D3-4231-A4E7-E9BD9B4B0464}"/>
              </a:ext>
            </a:extLst>
          </p:cNvPr>
          <p:cNvSpPr/>
          <p:nvPr/>
        </p:nvSpPr>
        <p:spPr>
          <a:xfrm>
            <a:off x="3680975" y="496498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1" name="Oval 40">
            <a:extLst>
              <a:ext uri="{FF2B5EF4-FFF2-40B4-BE49-F238E27FC236}">
                <a16:creationId xmlns:a16="http://schemas.microsoft.com/office/drawing/2014/main" id="{81978282-C848-4592-8E92-2BFDA8EB71E4}"/>
              </a:ext>
            </a:extLst>
          </p:cNvPr>
          <p:cNvSpPr/>
          <p:nvPr/>
        </p:nvSpPr>
        <p:spPr>
          <a:xfrm>
            <a:off x="6028073" y="4601662"/>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2" name="Oval 41">
            <a:extLst>
              <a:ext uri="{FF2B5EF4-FFF2-40B4-BE49-F238E27FC236}">
                <a16:creationId xmlns:a16="http://schemas.microsoft.com/office/drawing/2014/main" id="{2B53317E-F047-471F-B874-935F5500DE7C}"/>
              </a:ext>
            </a:extLst>
          </p:cNvPr>
          <p:cNvSpPr/>
          <p:nvPr/>
        </p:nvSpPr>
        <p:spPr>
          <a:xfrm>
            <a:off x="6172089" y="213680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3" name="Oval 42">
            <a:extLst>
              <a:ext uri="{FF2B5EF4-FFF2-40B4-BE49-F238E27FC236}">
                <a16:creationId xmlns:a16="http://schemas.microsoft.com/office/drawing/2014/main" id="{526D427F-F897-4A18-A4DF-71DE7469F393}"/>
              </a:ext>
            </a:extLst>
          </p:cNvPr>
          <p:cNvSpPr/>
          <p:nvPr/>
        </p:nvSpPr>
        <p:spPr>
          <a:xfrm>
            <a:off x="6083232" y="3226761"/>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4" name="Oval 43">
            <a:extLst>
              <a:ext uri="{FF2B5EF4-FFF2-40B4-BE49-F238E27FC236}">
                <a16:creationId xmlns:a16="http://schemas.microsoft.com/office/drawing/2014/main" id="{93D43604-ECF3-44BC-9103-096230A6D1C6}"/>
              </a:ext>
            </a:extLst>
          </p:cNvPr>
          <p:cNvSpPr/>
          <p:nvPr/>
        </p:nvSpPr>
        <p:spPr>
          <a:xfrm>
            <a:off x="6100081" y="2510888"/>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5" name="Oval 44">
            <a:extLst>
              <a:ext uri="{FF2B5EF4-FFF2-40B4-BE49-F238E27FC236}">
                <a16:creationId xmlns:a16="http://schemas.microsoft.com/office/drawing/2014/main" id="{8E65B85E-2DCD-4996-8FF0-2F3CC2F8031D}"/>
              </a:ext>
            </a:extLst>
          </p:cNvPr>
          <p:cNvSpPr/>
          <p:nvPr/>
        </p:nvSpPr>
        <p:spPr>
          <a:xfrm>
            <a:off x="6826425" y="1735404"/>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6" name="Oval 45">
            <a:extLst>
              <a:ext uri="{FF2B5EF4-FFF2-40B4-BE49-F238E27FC236}">
                <a16:creationId xmlns:a16="http://schemas.microsoft.com/office/drawing/2014/main" id="{E2CEED41-569F-43CE-B277-35331646ADF8}"/>
              </a:ext>
            </a:extLst>
          </p:cNvPr>
          <p:cNvSpPr/>
          <p:nvPr/>
        </p:nvSpPr>
        <p:spPr>
          <a:xfrm>
            <a:off x="6450624" y="3845845"/>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7" name="Oval 46">
            <a:extLst>
              <a:ext uri="{FF2B5EF4-FFF2-40B4-BE49-F238E27FC236}">
                <a16:creationId xmlns:a16="http://schemas.microsoft.com/office/drawing/2014/main" id="{C261F711-A026-409F-8595-41395DC7D566}"/>
              </a:ext>
            </a:extLst>
          </p:cNvPr>
          <p:cNvSpPr/>
          <p:nvPr/>
        </p:nvSpPr>
        <p:spPr>
          <a:xfrm>
            <a:off x="5070481" y="3327222"/>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8" name="Oval 47">
            <a:extLst>
              <a:ext uri="{FF2B5EF4-FFF2-40B4-BE49-F238E27FC236}">
                <a16:creationId xmlns:a16="http://schemas.microsoft.com/office/drawing/2014/main" id="{F3395298-AD5A-4B0A-AF69-34A022E38AE8}"/>
              </a:ext>
            </a:extLst>
          </p:cNvPr>
          <p:cNvSpPr/>
          <p:nvPr/>
        </p:nvSpPr>
        <p:spPr>
          <a:xfrm>
            <a:off x="6592049" y="517301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49" name="Oval 48">
            <a:extLst>
              <a:ext uri="{FF2B5EF4-FFF2-40B4-BE49-F238E27FC236}">
                <a16:creationId xmlns:a16="http://schemas.microsoft.com/office/drawing/2014/main" id="{F5EC3E91-1FE6-4A29-8DF7-B2F461FEAA0E}"/>
              </a:ext>
            </a:extLst>
          </p:cNvPr>
          <p:cNvSpPr/>
          <p:nvPr/>
        </p:nvSpPr>
        <p:spPr>
          <a:xfrm>
            <a:off x="4998473" y="494148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0" name="Oval 49">
            <a:extLst>
              <a:ext uri="{FF2B5EF4-FFF2-40B4-BE49-F238E27FC236}">
                <a16:creationId xmlns:a16="http://schemas.microsoft.com/office/drawing/2014/main" id="{BE994A96-9B93-40C9-BE22-344D74AD0C53}"/>
              </a:ext>
            </a:extLst>
          </p:cNvPr>
          <p:cNvSpPr/>
          <p:nvPr/>
        </p:nvSpPr>
        <p:spPr>
          <a:xfrm>
            <a:off x="6664057" y="2248397"/>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1" name="Oval 50">
            <a:extLst>
              <a:ext uri="{FF2B5EF4-FFF2-40B4-BE49-F238E27FC236}">
                <a16:creationId xmlns:a16="http://schemas.microsoft.com/office/drawing/2014/main" id="{A558EB66-F150-42F7-AA0A-A3D470DAEE74}"/>
              </a:ext>
            </a:extLst>
          </p:cNvPr>
          <p:cNvSpPr/>
          <p:nvPr/>
        </p:nvSpPr>
        <p:spPr>
          <a:xfrm>
            <a:off x="3831345" y="4457646"/>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2" name="Oval 51">
            <a:extLst>
              <a:ext uri="{FF2B5EF4-FFF2-40B4-BE49-F238E27FC236}">
                <a16:creationId xmlns:a16="http://schemas.microsoft.com/office/drawing/2014/main" id="{3F3AA4CC-24C7-40A6-8B40-20F31BD29AD3}"/>
              </a:ext>
            </a:extLst>
          </p:cNvPr>
          <p:cNvSpPr/>
          <p:nvPr/>
        </p:nvSpPr>
        <p:spPr>
          <a:xfrm>
            <a:off x="4575944" y="2605969"/>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3" name="Oval 52">
            <a:extLst>
              <a:ext uri="{FF2B5EF4-FFF2-40B4-BE49-F238E27FC236}">
                <a16:creationId xmlns:a16="http://schemas.microsoft.com/office/drawing/2014/main" id="{89D3C523-2F3E-4421-AF29-B833C2214473}"/>
              </a:ext>
            </a:extLst>
          </p:cNvPr>
          <p:cNvSpPr/>
          <p:nvPr/>
        </p:nvSpPr>
        <p:spPr>
          <a:xfrm>
            <a:off x="3233064" y="3099351"/>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BE"/>
          </a:p>
        </p:txBody>
      </p:sp>
      <p:sp>
        <p:nvSpPr>
          <p:cNvPr id="54" name="TextBox 53">
            <a:extLst>
              <a:ext uri="{FF2B5EF4-FFF2-40B4-BE49-F238E27FC236}">
                <a16:creationId xmlns:a16="http://schemas.microsoft.com/office/drawing/2014/main" id="{DD7B8762-EC06-4CDE-8536-5C7A0431D50B}"/>
              </a:ext>
            </a:extLst>
          </p:cNvPr>
          <p:cNvSpPr txBox="1"/>
          <p:nvPr/>
        </p:nvSpPr>
        <p:spPr>
          <a:xfrm rot="16200000">
            <a:off x="611629" y="3626007"/>
            <a:ext cx="4229491" cy="276999"/>
          </a:xfrm>
          <a:prstGeom prst="rect">
            <a:avLst/>
          </a:prstGeom>
        </p:spPr>
        <p:txBody>
          <a:bodyPr wrap="none" lIns="0" tIns="0" rIns="0" bIns="0" rtlCol="0">
            <a:spAutoFit/>
          </a:bodyPr>
          <a:lstStyle/>
          <a:p>
            <a:pPr lvl="1"/>
            <a:r>
              <a:rPr lang="en-US" dirty="0" err="1"/>
              <a:t>Bijna</a:t>
            </a:r>
            <a:r>
              <a:rPr lang="en-US" dirty="0"/>
              <a:t> nooit – </a:t>
            </a:r>
            <a:r>
              <a:rPr lang="en-US" dirty="0" err="1"/>
              <a:t>Waarschijnlijk</a:t>
            </a:r>
            <a:r>
              <a:rPr lang="en-US" dirty="0"/>
              <a:t> – </a:t>
            </a:r>
            <a:r>
              <a:rPr lang="en-US" dirty="0" err="1"/>
              <a:t>Zeer</a:t>
            </a:r>
            <a:r>
              <a:rPr lang="en-US" dirty="0"/>
              <a:t> </a:t>
            </a:r>
            <a:r>
              <a:rPr lang="en-US" dirty="0" err="1"/>
              <a:t>zeker</a:t>
            </a:r>
            <a:r>
              <a:rPr lang="en-US" dirty="0"/>
              <a:t> </a:t>
            </a:r>
          </a:p>
        </p:txBody>
      </p:sp>
      <p:sp>
        <p:nvSpPr>
          <p:cNvPr id="55" name="TextBox 54">
            <a:extLst>
              <a:ext uri="{FF2B5EF4-FFF2-40B4-BE49-F238E27FC236}">
                <a16:creationId xmlns:a16="http://schemas.microsoft.com/office/drawing/2014/main" id="{161D22E2-1CEE-46A3-B07B-C05DD5FD631F}"/>
              </a:ext>
            </a:extLst>
          </p:cNvPr>
          <p:cNvSpPr txBox="1"/>
          <p:nvPr/>
        </p:nvSpPr>
        <p:spPr>
          <a:xfrm>
            <a:off x="2908749" y="5792078"/>
            <a:ext cx="4196598" cy="276999"/>
          </a:xfrm>
          <a:prstGeom prst="rect">
            <a:avLst/>
          </a:prstGeom>
        </p:spPr>
        <p:txBody>
          <a:bodyPr wrap="none" lIns="0" tIns="0" rIns="0" bIns="0" rtlCol="0">
            <a:spAutoFit/>
          </a:bodyPr>
          <a:lstStyle/>
          <a:p>
            <a:pPr marL="0" lvl="1"/>
            <a:r>
              <a:rPr lang="en-US" dirty="0"/>
              <a:t>   </a:t>
            </a:r>
            <a:r>
              <a:rPr lang="en-US" dirty="0" err="1"/>
              <a:t>Bijna</a:t>
            </a:r>
            <a:r>
              <a:rPr lang="en-US" dirty="0"/>
              <a:t> </a:t>
            </a:r>
            <a:r>
              <a:rPr lang="en-US" dirty="0" err="1"/>
              <a:t>geen</a:t>
            </a:r>
            <a:r>
              <a:rPr lang="en-US" dirty="0"/>
              <a:t>     –   </a:t>
            </a:r>
            <a:r>
              <a:rPr lang="en-US" dirty="0" err="1"/>
              <a:t>Zichtbaar</a:t>
            </a:r>
            <a:r>
              <a:rPr lang="en-US" dirty="0"/>
              <a:t>      –   </a:t>
            </a:r>
            <a:r>
              <a:rPr lang="en-US" dirty="0" err="1"/>
              <a:t>Blokkerend</a:t>
            </a:r>
            <a:endParaRPr lang="en-US" dirty="0"/>
          </a:p>
        </p:txBody>
      </p:sp>
    </p:spTree>
    <p:extLst>
      <p:ext uri="{BB962C8B-B14F-4D97-AF65-F5344CB8AC3E}">
        <p14:creationId xmlns:p14="http://schemas.microsoft.com/office/powerpoint/2010/main" val="747015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Methode</a:t>
            </a:r>
            <a:r>
              <a:rPr lang="en-GB" dirty="0"/>
              <a:t>: </a:t>
            </a:r>
            <a:r>
              <a:rPr lang="en-GB" dirty="0" err="1"/>
              <a:t>Geef</a:t>
            </a:r>
            <a:r>
              <a:rPr lang="en-GB" dirty="0"/>
              <a:t> de </a:t>
            </a:r>
            <a:r>
              <a:rPr lang="en-GB" dirty="0" err="1"/>
              <a:t>vakjes</a:t>
            </a:r>
            <a:r>
              <a:rPr lang="en-GB" dirty="0"/>
              <a:t> </a:t>
            </a:r>
            <a:r>
              <a:rPr lang="en-GB" dirty="0" err="1"/>
              <a:t>een</a:t>
            </a:r>
            <a:r>
              <a:rPr lang="en-GB" dirty="0"/>
              <a:t> </a:t>
            </a:r>
            <a:r>
              <a:rPr lang="en-GB" dirty="0" err="1"/>
              <a:t>waarde</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24</a:t>
            </a:fld>
            <a:endParaRPr lang="en-US"/>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2857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6">
            <a:extLst>
              <a:ext uri="{FF2B5EF4-FFF2-40B4-BE49-F238E27FC236}">
                <a16:creationId xmlns:a16="http://schemas.microsoft.com/office/drawing/2014/main" id="{15BF6460-085D-493D-9832-5065E48B5481}"/>
              </a:ext>
            </a:extLst>
          </p:cNvPr>
          <p:cNvGraphicFramePr>
            <a:graphicFrameLocks noGrp="1"/>
          </p:cNvGraphicFramePr>
          <p:nvPr/>
        </p:nvGraphicFramePr>
        <p:xfrm>
          <a:off x="2920000" y="1433513"/>
          <a:ext cx="4320000" cy="43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03606145"/>
                    </a:ext>
                  </a:extLst>
                </a:gridCol>
                <a:gridCol w="1440000">
                  <a:extLst>
                    <a:ext uri="{9D8B030D-6E8A-4147-A177-3AD203B41FA5}">
                      <a16:colId xmlns:a16="http://schemas.microsoft.com/office/drawing/2014/main" val="2607670117"/>
                    </a:ext>
                  </a:extLst>
                </a:gridCol>
                <a:gridCol w="1440000">
                  <a:extLst>
                    <a:ext uri="{9D8B030D-6E8A-4147-A177-3AD203B41FA5}">
                      <a16:colId xmlns:a16="http://schemas.microsoft.com/office/drawing/2014/main" val="2777467381"/>
                    </a:ext>
                  </a:extLst>
                </a:gridCol>
              </a:tblGrid>
              <a:tr h="1440000">
                <a:tc>
                  <a:txBody>
                    <a:bodyPr/>
                    <a:lstStyle/>
                    <a:p>
                      <a:pPr algn="ctr"/>
                      <a:r>
                        <a:rPr lang="nl-BE" sz="8800" b="1" dirty="0"/>
                        <a:t>4</a:t>
                      </a:r>
                      <a:endParaRPr lang="en-BE" sz="8800" b="1" dirty="0"/>
                    </a:p>
                  </a:txBody>
                  <a:tcPr/>
                </a:tc>
                <a:tc>
                  <a:txBody>
                    <a:bodyPr/>
                    <a:lstStyle/>
                    <a:p>
                      <a:pPr algn="ctr"/>
                      <a:r>
                        <a:rPr lang="nl-BE" sz="8800" b="1" dirty="0"/>
                        <a:t>3</a:t>
                      </a:r>
                      <a:endParaRPr lang="en-BE" sz="8800" b="1" dirty="0"/>
                    </a:p>
                  </a:txBody>
                  <a:tcPr/>
                </a:tc>
                <a:tc>
                  <a:txBody>
                    <a:bodyPr/>
                    <a:lstStyle/>
                    <a:p>
                      <a:pPr algn="ctr"/>
                      <a:r>
                        <a:rPr lang="nl-BE" sz="8800" b="1" dirty="0"/>
                        <a:t>1</a:t>
                      </a:r>
                      <a:endParaRPr lang="en-BE" sz="8800" b="1" dirty="0"/>
                    </a:p>
                  </a:txBody>
                  <a:tcPr/>
                </a:tc>
                <a:extLst>
                  <a:ext uri="{0D108BD9-81ED-4DB2-BD59-A6C34878D82A}">
                    <a16:rowId xmlns:a16="http://schemas.microsoft.com/office/drawing/2014/main" val="2695192644"/>
                  </a:ext>
                </a:extLst>
              </a:tr>
              <a:tr h="1440000">
                <a:tc>
                  <a:txBody>
                    <a:bodyPr/>
                    <a:lstStyle/>
                    <a:p>
                      <a:pPr algn="ctr"/>
                      <a:r>
                        <a:rPr lang="nl-BE" sz="8800" b="1" dirty="0"/>
                        <a:t>5</a:t>
                      </a:r>
                      <a:endParaRPr lang="en-BE" sz="8800" b="1" dirty="0"/>
                    </a:p>
                  </a:txBody>
                  <a:tcPr/>
                </a:tc>
                <a:tc>
                  <a:txBody>
                    <a:bodyPr/>
                    <a:lstStyle/>
                    <a:p>
                      <a:pPr algn="ctr"/>
                      <a:r>
                        <a:rPr lang="nl-BE" sz="8800" b="1" dirty="0"/>
                        <a:t>4</a:t>
                      </a:r>
                      <a:endParaRPr lang="en-BE" sz="8800" b="1" dirty="0"/>
                    </a:p>
                  </a:txBody>
                  <a:tcPr/>
                </a:tc>
                <a:tc>
                  <a:txBody>
                    <a:bodyPr/>
                    <a:lstStyle/>
                    <a:p>
                      <a:pPr algn="ctr"/>
                      <a:r>
                        <a:rPr lang="nl-BE" sz="8800" b="1" dirty="0"/>
                        <a:t>2</a:t>
                      </a:r>
                      <a:endParaRPr lang="en-BE" sz="8800" b="1" dirty="0"/>
                    </a:p>
                  </a:txBody>
                  <a:tcPr/>
                </a:tc>
                <a:extLst>
                  <a:ext uri="{0D108BD9-81ED-4DB2-BD59-A6C34878D82A}">
                    <a16:rowId xmlns:a16="http://schemas.microsoft.com/office/drawing/2014/main" val="3258808147"/>
                  </a:ext>
                </a:extLst>
              </a:tr>
              <a:tr h="1440000">
                <a:tc>
                  <a:txBody>
                    <a:bodyPr/>
                    <a:lstStyle/>
                    <a:p>
                      <a:pPr algn="ctr"/>
                      <a:r>
                        <a:rPr lang="nl-BE" sz="8800" b="1" dirty="0"/>
                        <a:t>5</a:t>
                      </a:r>
                      <a:endParaRPr lang="en-BE" sz="8800" b="1" dirty="0"/>
                    </a:p>
                  </a:txBody>
                  <a:tcPr/>
                </a:tc>
                <a:tc>
                  <a:txBody>
                    <a:bodyPr/>
                    <a:lstStyle/>
                    <a:p>
                      <a:pPr algn="ctr"/>
                      <a:r>
                        <a:rPr lang="nl-BE" sz="8800" b="1" dirty="0"/>
                        <a:t>5</a:t>
                      </a:r>
                      <a:endParaRPr lang="en-BE" sz="8800" b="1" dirty="0"/>
                    </a:p>
                  </a:txBody>
                  <a:tcPr/>
                </a:tc>
                <a:tc>
                  <a:txBody>
                    <a:bodyPr/>
                    <a:lstStyle/>
                    <a:p>
                      <a:pPr algn="ctr"/>
                      <a:r>
                        <a:rPr lang="nl-BE" sz="8800" b="1" dirty="0"/>
                        <a:t>3</a:t>
                      </a:r>
                      <a:endParaRPr lang="en-BE" sz="8800" b="1" dirty="0"/>
                    </a:p>
                  </a:txBody>
                  <a:tcPr/>
                </a:tc>
                <a:extLst>
                  <a:ext uri="{0D108BD9-81ED-4DB2-BD59-A6C34878D82A}">
                    <a16:rowId xmlns:a16="http://schemas.microsoft.com/office/drawing/2014/main" val="295108745"/>
                  </a:ext>
                </a:extLst>
              </a:tr>
            </a:tbl>
          </a:graphicData>
        </a:graphic>
      </p:graphicFrame>
      <p:sp>
        <p:nvSpPr>
          <p:cNvPr id="7" name="Arrow: Up 6">
            <a:extLst>
              <a:ext uri="{FF2B5EF4-FFF2-40B4-BE49-F238E27FC236}">
                <a16:creationId xmlns:a16="http://schemas.microsoft.com/office/drawing/2014/main" id="{0A903C1A-BF72-4008-AEA8-045DB0CC783F}"/>
              </a:ext>
            </a:extLst>
          </p:cNvPr>
          <p:cNvSpPr/>
          <p:nvPr/>
        </p:nvSpPr>
        <p:spPr>
          <a:xfrm>
            <a:off x="975544" y="1800290"/>
            <a:ext cx="1512168" cy="363686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nl-BE" sz="2800" dirty="0"/>
              <a:t>Gaat het voorkomen?</a:t>
            </a:r>
            <a:endParaRPr lang="en-BE" sz="2800" dirty="0"/>
          </a:p>
        </p:txBody>
      </p:sp>
      <p:sp>
        <p:nvSpPr>
          <p:cNvPr id="8" name="Arrow: Up 7">
            <a:extLst>
              <a:ext uri="{FF2B5EF4-FFF2-40B4-BE49-F238E27FC236}">
                <a16:creationId xmlns:a16="http://schemas.microsoft.com/office/drawing/2014/main" id="{D9993CE3-0B4C-42F3-8FAA-A59ED305DB4A}"/>
              </a:ext>
            </a:extLst>
          </p:cNvPr>
          <p:cNvSpPr/>
          <p:nvPr/>
        </p:nvSpPr>
        <p:spPr>
          <a:xfrm rot="5400000">
            <a:off x="4332299" y="5026706"/>
            <a:ext cx="1512168" cy="363686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nl-BE" sz="2800" dirty="0"/>
              <a:t>Wat is de impact?</a:t>
            </a:r>
            <a:endParaRPr lang="en-BE" sz="2800" dirty="0"/>
          </a:p>
        </p:txBody>
      </p:sp>
      <p:sp>
        <p:nvSpPr>
          <p:cNvPr id="54" name="TextBox 53">
            <a:extLst>
              <a:ext uri="{FF2B5EF4-FFF2-40B4-BE49-F238E27FC236}">
                <a16:creationId xmlns:a16="http://schemas.microsoft.com/office/drawing/2014/main" id="{DD7B8762-EC06-4CDE-8536-5C7A0431D50B}"/>
              </a:ext>
            </a:extLst>
          </p:cNvPr>
          <p:cNvSpPr txBox="1"/>
          <p:nvPr/>
        </p:nvSpPr>
        <p:spPr>
          <a:xfrm rot="16200000">
            <a:off x="611629" y="3626007"/>
            <a:ext cx="4229491" cy="276999"/>
          </a:xfrm>
          <a:prstGeom prst="rect">
            <a:avLst/>
          </a:prstGeom>
        </p:spPr>
        <p:txBody>
          <a:bodyPr wrap="none" lIns="0" tIns="0" rIns="0" bIns="0" rtlCol="0">
            <a:spAutoFit/>
          </a:bodyPr>
          <a:lstStyle/>
          <a:p>
            <a:pPr lvl="1"/>
            <a:r>
              <a:rPr lang="en-US" dirty="0" err="1"/>
              <a:t>Bijna</a:t>
            </a:r>
            <a:r>
              <a:rPr lang="en-US" dirty="0"/>
              <a:t> nooit – </a:t>
            </a:r>
            <a:r>
              <a:rPr lang="en-US" dirty="0" err="1"/>
              <a:t>Waarschijnlijk</a:t>
            </a:r>
            <a:r>
              <a:rPr lang="en-US" dirty="0"/>
              <a:t> – </a:t>
            </a:r>
            <a:r>
              <a:rPr lang="en-US" dirty="0" err="1"/>
              <a:t>Zeer</a:t>
            </a:r>
            <a:r>
              <a:rPr lang="en-US" dirty="0"/>
              <a:t> </a:t>
            </a:r>
            <a:r>
              <a:rPr lang="en-US" dirty="0" err="1"/>
              <a:t>zeker</a:t>
            </a:r>
            <a:r>
              <a:rPr lang="en-US" dirty="0"/>
              <a:t> </a:t>
            </a:r>
          </a:p>
        </p:txBody>
      </p:sp>
      <p:sp>
        <p:nvSpPr>
          <p:cNvPr id="55" name="TextBox 54">
            <a:extLst>
              <a:ext uri="{FF2B5EF4-FFF2-40B4-BE49-F238E27FC236}">
                <a16:creationId xmlns:a16="http://schemas.microsoft.com/office/drawing/2014/main" id="{161D22E2-1CEE-46A3-B07B-C05DD5FD631F}"/>
              </a:ext>
            </a:extLst>
          </p:cNvPr>
          <p:cNvSpPr txBox="1"/>
          <p:nvPr/>
        </p:nvSpPr>
        <p:spPr>
          <a:xfrm>
            <a:off x="2908749" y="5792078"/>
            <a:ext cx="4196598" cy="276999"/>
          </a:xfrm>
          <a:prstGeom prst="rect">
            <a:avLst/>
          </a:prstGeom>
        </p:spPr>
        <p:txBody>
          <a:bodyPr wrap="none" lIns="0" tIns="0" rIns="0" bIns="0" rtlCol="0">
            <a:spAutoFit/>
          </a:bodyPr>
          <a:lstStyle/>
          <a:p>
            <a:pPr marL="0" lvl="1"/>
            <a:r>
              <a:rPr lang="en-US" dirty="0"/>
              <a:t>   </a:t>
            </a:r>
            <a:r>
              <a:rPr lang="en-US" dirty="0" err="1"/>
              <a:t>Bijna</a:t>
            </a:r>
            <a:r>
              <a:rPr lang="en-US" dirty="0"/>
              <a:t> </a:t>
            </a:r>
            <a:r>
              <a:rPr lang="en-US" dirty="0" err="1"/>
              <a:t>geen</a:t>
            </a:r>
            <a:r>
              <a:rPr lang="en-US" dirty="0"/>
              <a:t>     –   </a:t>
            </a:r>
            <a:r>
              <a:rPr lang="en-US" dirty="0" err="1"/>
              <a:t>Zichtbaar</a:t>
            </a:r>
            <a:r>
              <a:rPr lang="en-US" dirty="0"/>
              <a:t>      –   </a:t>
            </a:r>
            <a:r>
              <a:rPr lang="en-US" dirty="0" err="1"/>
              <a:t>Blokkerend</a:t>
            </a:r>
            <a:endParaRPr lang="en-US" dirty="0"/>
          </a:p>
        </p:txBody>
      </p:sp>
      <p:sp>
        <p:nvSpPr>
          <p:cNvPr id="56" name="Text Placeholder 3">
            <a:extLst>
              <a:ext uri="{FF2B5EF4-FFF2-40B4-BE49-F238E27FC236}">
                <a16:creationId xmlns:a16="http://schemas.microsoft.com/office/drawing/2014/main" id="{F196EF60-3849-4601-8FA4-5B334E002839}"/>
              </a:ext>
            </a:extLst>
          </p:cNvPr>
          <p:cNvSpPr>
            <a:spLocks noGrp="1"/>
          </p:cNvSpPr>
          <p:nvPr>
            <p:ph type="body" sz="quarter" idx="10"/>
          </p:nvPr>
        </p:nvSpPr>
        <p:spPr>
          <a:xfrm>
            <a:off x="7295125" y="1433513"/>
            <a:ext cx="2783024" cy="5184775"/>
          </a:xfrm>
        </p:spPr>
        <p:txBody>
          <a:bodyPr/>
          <a:lstStyle/>
          <a:p>
            <a:r>
              <a:rPr lang="en-US"/>
              <a:t>5</a:t>
            </a:r>
          </a:p>
          <a:p>
            <a:pPr lvl="1"/>
            <a:r>
              <a:rPr lang="en-US"/>
              <a:t>Laat vallen</a:t>
            </a:r>
          </a:p>
          <a:p>
            <a:r>
              <a:rPr lang="en-US"/>
              <a:t>4</a:t>
            </a:r>
          </a:p>
          <a:p>
            <a:pPr lvl="1"/>
            <a:r>
              <a:rPr lang="en-US"/>
              <a:t>Identificeer</a:t>
            </a:r>
          </a:p>
          <a:p>
            <a:r>
              <a:rPr lang="en-US"/>
              <a:t>3</a:t>
            </a:r>
            <a:endParaRPr lang="en-US" dirty="0"/>
          </a:p>
          <a:p>
            <a:pPr lvl="1"/>
            <a:r>
              <a:rPr lang="en-US" dirty="0" err="1"/>
              <a:t>Grondig</a:t>
            </a:r>
            <a:endParaRPr lang="en-US" dirty="0"/>
          </a:p>
          <a:p>
            <a:r>
              <a:rPr lang="en-US"/>
              <a:t>2</a:t>
            </a:r>
          </a:p>
          <a:p>
            <a:pPr lvl="1"/>
            <a:r>
              <a:rPr lang="en-US"/>
              <a:t>Grondiger</a:t>
            </a:r>
          </a:p>
          <a:p>
            <a:r>
              <a:rPr lang="en-US"/>
              <a:t>1</a:t>
            </a:r>
          </a:p>
          <a:p>
            <a:pPr lvl="1"/>
            <a:r>
              <a:rPr lang="en-US"/>
              <a:t>Zeer Grondig</a:t>
            </a:r>
            <a:endParaRPr lang="en-US" dirty="0"/>
          </a:p>
          <a:p>
            <a:pPr lvl="1"/>
            <a:endParaRPr lang="en-US" dirty="0"/>
          </a:p>
        </p:txBody>
      </p:sp>
    </p:spTree>
    <p:extLst>
      <p:ext uri="{BB962C8B-B14F-4D97-AF65-F5344CB8AC3E}">
        <p14:creationId xmlns:p14="http://schemas.microsoft.com/office/powerpoint/2010/main" val="23064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pPr lvl="1"/>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A picture containing diagram&#10;&#10;Description automatically generated">
            <a:extLst>
              <a:ext uri="{FF2B5EF4-FFF2-40B4-BE49-F238E27FC236}">
                <a16:creationId xmlns:a16="http://schemas.microsoft.com/office/drawing/2014/main" id="{6182433F-9B3B-462B-9C60-D10ED1A7C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676282"/>
            <a:ext cx="9354176" cy="4293958"/>
          </a:xfrm>
          <a:prstGeom prst="rect">
            <a:avLst/>
          </a:prstGeom>
        </p:spPr>
      </p:pic>
    </p:spTree>
    <p:extLst>
      <p:ext uri="{BB962C8B-B14F-4D97-AF65-F5344CB8AC3E}">
        <p14:creationId xmlns:p14="http://schemas.microsoft.com/office/powerpoint/2010/main" val="392768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in Agile &amp; Dev-Ops</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26</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Niet</a:t>
            </a:r>
            <a:r>
              <a:rPr lang="en-GB" dirty="0"/>
              <a:t> </a:t>
            </a:r>
            <a:r>
              <a:rPr lang="en-GB" dirty="0" err="1"/>
              <a:t>iedereen</a:t>
            </a:r>
            <a:r>
              <a:rPr lang="en-GB" dirty="0"/>
              <a:t> </a:t>
            </a:r>
            <a:r>
              <a:rPr lang="en-GB" dirty="0" err="1"/>
              <a:t>automatiseert</a:t>
            </a:r>
            <a:r>
              <a:rPr lang="en-GB" dirty="0"/>
              <a:t> </a:t>
            </a:r>
            <a:r>
              <a:rPr lang="en-GB" dirty="0" err="1"/>
              <a:t>alles</a:t>
            </a:r>
            <a:r>
              <a:rPr lang="en-GB" dirty="0"/>
              <a:t>.</a:t>
            </a:r>
          </a:p>
          <a:p>
            <a:endParaRPr lang="en-GB" dirty="0"/>
          </a:p>
          <a:p>
            <a:r>
              <a:rPr lang="en-GB" dirty="0" err="1"/>
              <a:t>Probeer</a:t>
            </a:r>
            <a:r>
              <a:rPr lang="en-GB" dirty="0"/>
              <a:t> “</a:t>
            </a:r>
            <a:r>
              <a:rPr lang="en-GB" dirty="0" err="1"/>
              <a:t>hoog</a:t>
            </a:r>
            <a:r>
              <a:rPr lang="en-GB" dirty="0"/>
              <a:t> </a:t>
            </a:r>
            <a:r>
              <a:rPr lang="en-GB" dirty="0" err="1"/>
              <a:t>risico</a:t>
            </a:r>
            <a:r>
              <a:rPr lang="en-GB" dirty="0"/>
              <a:t>” al in analyse </a:t>
            </a:r>
            <a:r>
              <a:rPr lang="en-GB" dirty="0" err="1"/>
              <a:t>fase</a:t>
            </a:r>
            <a:r>
              <a:rPr lang="en-GB" dirty="0"/>
              <a:t> </a:t>
            </a:r>
            <a:r>
              <a:rPr lang="en-GB" dirty="0" err="1"/>
              <a:t>te</a:t>
            </a:r>
            <a:r>
              <a:rPr lang="en-GB" dirty="0"/>
              <a:t> </a:t>
            </a:r>
            <a:r>
              <a:rPr lang="en-GB" dirty="0" err="1"/>
              <a:t>bepalen</a:t>
            </a:r>
            <a:r>
              <a:rPr lang="en-GB" dirty="0"/>
              <a:t>.</a:t>
            </a:r>
          </a:p>
          <a:p>
            <a:endParaRPr lang="en-GB" dirty="0"/>
          </a:p>
          <a:p>
            <a:r>
              <a:rPr lang="en-GB" dirty="0" err="1"/>
              <a:t>Ontwerp</a:t>
            </a:r>
            <a:r>
              <a:rPr lang="en-GB" dirty="0"/>
              <a:t> / Plan Test scenario’s </a:t>
            </a:r>
            <a:r>
              <a:rPr lang="en-GB" dirty="0" err="1"/>
              <a:t>gebaseerd</a:t>
            </a:r>
            <a:r>
              <a:rPr lang="en-GB" dirty="0"/>
              <a:t> op het </a:t>
            </a:r>
            <a:r>
              <a:rPr lang="en-GB" dirty="0" err="1"/>
              <a:t>Risico</a:t>
            </a:r>
            <a:r>
              <a:rPr lang="en-GB" dirty="0"/>
              <a:t>.</a:t>
            </a:r>
          </a:p>
          <a:p>
            <a:pPr marL="0" indent="0">
              <a:buNone/>
            </a:pPr>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6007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in Agile &amp; Dev-Ops</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27</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Uitvoering</a:t>
            </a:r>
            <a:r>
              <a:rPr lang="en-GB" dirty="0"/>
              <a:t> van </a:t>
            </a:r>
            <a:r>
              <a:rPr lang="en-GB" dirty="0" err="1"/>
              <a:t>testen</a:t>
            </a:r>
            <a:r>
              <a:rPr lang="en-GB" dirty="0"/>
              <a:t> </a:t>
            </a:r>
            <a:r>
              <a:rPr lang="en-GB" dirty="0" err="1"/>
              <a:t>bepalen</a:t>
            </a:r>
            <a:r>
              <a:rPr lang="en-GB" dirty="0"/>
              <a:t> op basis van het </a:t>
            </a:r>
            <a:r>
              <a:rPr lang="en-GB" dirty="0" err="1"/>
              <a:t>Risico</a:t>
            </a:r>
            <a:r>
              <a:rPr lang="en-GB" dirty="0"/>
              <a:t>.</a:t>
            </a:r>
          </a:p>
          <a:p>
            <a:endParaRPr lang="en-GB" dirty="0"/>
          </a:p>
          <a:p>
            <a:r>
              <a:rPr lang="en-GB" dirty="0" err="1"/>
              <a:t>Identificeer</a:t>
            </a:r>
            <a:r>
              <a:rPr lang="en-GB" dirty="0"/>
              <a:t> </a:t>
            </a:r>
            <a:r>
              <a:rPr lang="en-GB" dirty="0" err="1"/>
              <a:t>defecten</a:t>
            </a:r>
            <a:r>
              <a:rPr lang="en-GB" dirty="0"/>
              <a:t> in </a:t>
            </a:r>
            <a:r>
              <a:rPr lang="en-GB" dirty="0" err="1"/>
              <a:t>een</a:t>
            </a:r>
            <a:r>
              <a:rPr lang="en-GB" dirty="0"/>
              <a:t> </a:t>
            </a:r>
            <a:r>
              <a:rPr lang="en-GB" dirty="0" err="1"/>
              <a:t>vroeg</a:t>
            </a:r>
            <a:r>
              <a:rPr lang="en-GB" dirty="0"/>
              <a:t> stadium</a:t>
            </a:r>
          </a:p>
          <a:p>
            <a:pPr lvl="1"/>
            <a:r>
              <a:rPr lang="en-GB" dirty="0"/>
              <a:t>Fail Fast (</a:t>
            </a:r>
            <a:r>
              <a:rPr lang="en-GB" dirty="0" err="1"/>
              <a:t>snel</a:t>
            </a:r>
            <a:r>
              <a:rPr lang="en-GB" dirty="0"/>
              <a:t> de </a:t>
            </a:r>
            <a:r>
              <a:rPr lang="en-GB" dirty="0" err="1"/>
              <a:t>fout</a:t>
            </a:r>
            <a:r>
              <a:rPr lang="en-GB" dirty="0"/>
              <a:t> </a:t>
            </a:r>
            <a:r>
              <a:rPr lang="en-GB" dirty="0" err="1"/>
              <a:t>vinden</a:t>
            </a:r>
            <a:r>
              <a:rPr lang="en-GB" dirty="0"/>
              <a:t>)</a:t>
            </a:r>
          </a:p>
          <a:p>
            <a:pPr lvl="1"/>
            <a:r>
              <a:rPr lang="en-GB" dirty="0"/>
              <a:t>Fail First (</a:t>
            </a:r>
            <a:r>
              <a:rPr lang="en-GB" dirty="0" err="1"/>
              <a:t>eerst</a:t>
            </a:r>
            <a:r>
              <a:rPr lang="en-GB" dirty="0"/>
              <a:t> de </a:t>
            </a:r>
            <a:r>
              <a:rPr lang="en-GB" dirty="0" err="1"/>
              <a:t>fout</a:t>
            </a:r>
            <a:r>
              <a:rPr lang="en-GB" dirty="0"/>
              <a:t> </a:t>
            </a:r>
            <a:r>
              <a:rPr lang="en-GB" dirty="0" err="1"/>
              <a:t>vinden</a:t>
            </a:r>
            <a:r>
              <a:rPr lang="en-GB" dirty="0"/>
              <a:t>)</a:t>
            </a:r>
          </a:p>
          <a:p>
            <a:endParaRPr lang="en-GB" dirty="0"/>
          </a:p>
          <a:p>
            <a:r>
              <a:rPr lang="en-GB" dirty="0"/>
              <a:t>Leg de focus </a:t>
            </a:r>
            <a:r>
              <a:rPr lang="en-GB" dirty="0" err="1"/>
              <a:t>meer</a:t>
            </a:r>
            <a:r>
              <a:rPr lang="en-GB" dirty="0"/>
              <a:t> op QA (Quality Assurance) dan op QC (Quality Control).</a:t>
            </a:r>
          </a:p>
          <a:p>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0741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a:t>
            </a:r>
            <a:r>
              <a:rPr lang="en-GB" dirty="0" err="1"/>
              <a:t>Wanneer</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28</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Tijdens</a:t>
            </a:r>
            <a:r>
              <a:rPr lang="en-GB" dirty="0"/>
              <a:t> het </a:t>
            </a:r>
            <a:r>
              <a:rPr lang="en-GB" dirty="0" err="1"/>
              <a:t>plannen</a:t>
            </a:r>
            <a:r>
              <a:rPr lang="en-GB" dirty="0"/>
              <a:t>.</a:t>
            </a:r>
          </a:p>
          <a:p>
            <a:pPr lvl="1"/>
            <a:r>
              <a:rPr lang="en-GB" dirty="0"/>
              <a:t>Test Planning.</a:t>
            </a:r>
          </a:p>
          <a:p>
            <a:pPr lvl="1"/>
            <a:r>
              <a:rPr lang="en-GB" dirty="0"/>
              <a:t>QA.</a:t>
            </a:r>
          </a:p>
          <a:p>
            <a:endParaRPr lang="en-GB" dirty="0"/>
          </a:p>
          <a:p>
            <a:r>
              <a:rPr lang="en-GB" dirty="0" err="1"/>
              <a:t>Tijdens</a:t>
            </a:r>
            <a:r>
              <a:rPr lang="en-GB" dirty="0"/>
              <a:t> het </a:t>
            </a:r>
            <a:r>
              <a:rPr lang="en-GB" dirty="0" err="1"/>
              <a:t>uitvoeren</a:t>
            </a:r>
            <a:r>
              <a:rPr lang="en-GB" dirty="0"/>
              <a:t>.</a:t>
            </a:r>
          </a:p>
          <a:p>
            <a:pPr lvl="1"/>
            <a:r>
              <a:rPr lang="en-GB" dirty="0"/>
              <a:t>Test </a:t>
            </a:r>
            <a:r>
              <a:rPr lang="en-GB" dirty="0" err="1"/>
              <a:t>Uitvoering</a:t>
            </a:r>
            <a:r>
              <a:rPr lang="en-GB" dirty="0"/>
              <a:t>.</a:t>
            </a:r>
          </a:p>
          <a:p>
            <a:pPr lvl="1"/>
            <a:r>
              <a:rPr lang="en-GB" dirty="0"/>
              <a:t>QC.</a:t>
            </a:r>
          </a:p>
          <a:p>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3319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a:t>
            </a:r>
            <a:r>
              <a:rPr lang="en-GB" dirty="0" err="1"/>
              <a:t>Wanneer</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29</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Tijdens</a:t>
            </a:r>
            <a:r>
              <a:rPr lang="en-GB" dirty="0"/>
              <a:t> het </a:t>
            </a:r>
            <a:r>
              <a:rPr lang="en-GB" dirty="0" err="1"/>
              <a:t>plannen</a:t>
            </a:r>
            <a:r>
              <a:rPr lang="en-GB" dirty="0"/>
              <a:t>.</a:t>
            </a:r>
          </a:p>
          <a:p>
            <a:pPr lvl="1"/>
            <a:r>
              <a:rPr lang="en-GB" dirty="0" err="1"/>
              <a:t>Identificatie</a:t>
            </a:r>
            <a:r>
              <a:rPr lang="en-GB" dirty="0"/>
              <a:t>.</a:t>
            </a:r>
          </a:p>
          <a:p>
            <a:pPr lvl="2"/>
            <a:r>
              <a:rPr lang="en-GB" dirty="0"/>
              <a:t>Wat </a:t>
            </a:r>
            <a:r>
              <a:rPr lang="en-GB" dirty="0" err="1"/>
              <a:t>zijn</a:t>
            </a:r>
            <a:r>
              <a:rPr lang="en-GB" dirty="0"/>
              <a:t> </a:t>
            </a:r>
            <a:r>
              <a:rPr lang="en-GB" dirty="0" err="1"/>
              <a:t>onze</a:t>
            </a:r>
            <a:r>
              <a:rPr lang="en-GB" dirty="0"/>
              <a:t> </a:t>
            </a:r>
            <a:r>
              <a:rPr lang="en-GB" dirty="0" err="1"/>
              <a:t>risico’s</a:t>
            </a:r>
            <a:r>
              <a:rPr lang="en-GB" dirty="0"/>
              <a:t>?</a:t>
            </a:r>
          </a:p>
          <a:p>
            <a:pPr lvl="1"/>
            <a:r>
              <a:rPr lang="en-GB" dirty="0"/>
              <a:t>Impact?</a:t>
            </a:r>
          </a:p>
          <a:p>
            <a:pPr lvl="2"/>
            <a:r>
              <a:rPr lang="en-GB" dirty="0"/>
              <a:t>Hoe erg </a:t>
            </a:r>
            <a:r>
              <a:rPr lang="en-GB" dirty="0" err="1"/>
              <a:t>zouden</a:t>
            </a:r>
            <a:r>
              <a:rPr lang="en-GB" dirty="0"/>
              <a:t> we het </a:t>
            </a:r>
            <a:r>
              <a:rPr lang="en-GB" dirty="0" err="1"/>
              <a:t>vinden</a:t>
            </a:r>
            <a:r>
              <a:rPr lang="en-GB" dirty="0"/>
              <a:t>?</a:t>
            </a:r>
          </a:p>
          <a:p>
            <a:pPr lvl="1"/>
            <a:r>
              <a:rPr lang="en-GB" dirty="0"/>
              <a:t>We </a:t>
            </a:r>
            <a:r>
              <a:rPr lang="en-GB" dirty="0" err="1"/>
              <a:t>proberen</a:t>
            </a:r>
            <a:r>
              <a:rPr lang="en-GB" dirty="0"/>
              <a:t> “het” </a:t>
            </a:r>
            <a:r>
              <a:rPr lang="en-GB" dirty="0" err="1"/>
              <a:t>zoveel</a:t>
            </a:r>
            <a:r>
              <a:rPr lang="en-GB" dirty="0"/>
              <a:t> </a:t>
            </a:r>
            <a:r>
              <a:rPr lang="en-GB" dirty="0" err="1"/>
              <a:t>mogelijk</a:t>
            </a:r>
            <a:r>
              <a:rPr lang="en-GB" dirty="0"/>
              <a:t> </a:t>
            </a:r>
            <a:r>
              <a:rPr lang="en-GB" err="1"/>
              <a:t>te</a:t>
            </a:r>
            <a:r>
              <a:rPr lang="en-GB"/>
              <a:t> vermijden.</a:t>
            </a:r>
            <a:endParaRPr lang="en-GB" dirty="0"/>
          </a:p>
          <a:p>
            <a:pPr lvl="2"/>
            <a:r>
              <a:rPr lang="en-GB" dirty="0"/>
              <a:t>Door “</a:t>
            </a:r>
            <a:r>
              <a:rPr lang="en-GB" dirty="0" err="1"/>
              <a:t>voorzienig</a:t>
            </a:r>
            <a:r>
              <a:rPr lang="en-GB" dirty="0"/>
              <a:t>” </a:t>
            </a:r>
            <a:r>
              <a:rPr lang="en-GB" dirty="0" err="1"/>
              <a:t>te</a:t>
            </a:r>
            <a:r>
              <a:rPr lang="en-GB" dirty="0"/>
              <a:t> </a:t>
            </a:r>
            <a:r>
              <a:rPr lang="en-GB" dirty="0" err="1"/>
              <a:t>zijn</a:t>
            </a:r>
            <a:r>
              <a:rPr lang="en-GB" dirty="0"/>
              <a:t>.</a:t>
            </a:r>
          </a:p>
          <a:p>
            <a:pPr lvl="2"/>
            <a:r>
              <a:rPr lang="en-GB" dirty="0" err="1"/>
              <a:t>Gebruik</a:t>
            </a:r>
            <a:r>
              <a:rPr lang="en-GB" dirty="0"/>
              <a:t> de “Retrospective” om </a:t>
            </a:r>
            <a:r>
              <a:rPr lang="en-GB" dirty="0" err="1"/>
              <a:t>herhaling</a:t>
            </a:r>
            <a:r>
              <a:rPr lang="en-GB" dirty="0"/>
              <a:t> </a:t>
            </a:r>
            <a:r>
              <a:rPr lang="en-GB" dirty="0" err="1"/>
              <a:t>te</a:t>
            </a:r>
            <a:r>
              <a:rPr lang="en-GB" dirty="0"/>
              <a:t> </a:t>
            </a:r>
            <a:r>
              <a:rPr lang="en-GB" dirty="0" err="1"/>
              <a:t>vermijden</a:t>
            </a:r>
            <a:r>
              <a:rPr lang="en-GB" dirty="0"/>
              <a:t>.</a:t>
            </a:r>
          </a:p>
          <a:p>
            <a:pPr lvl="2"/>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Text&#10;&#10;Description automatically generated">
            <a:extLst>
              <a:ext uri="{FF2B5EF4-FFF2-40B4-BE49-F238E27FC236}">
                <a16:creationId xmlns:a16="http://schemas.microsoft.com/office/drawing/2014/main" id="{AAC0FE09-6823-4F33-9987-924050A693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483" y="4602088"/>
            <a:ext cx="7518234" cy="2327289"/>
          </a:xfrm>
          <a:prstGeom prst="rect">
            <a:avLst/>
          </a:prstGeom>
        </p:spPr>
      </p:pic>
    </p:spTree>
    <p:extLst>
      <p:ext uri="{BB962C8B-B14F-4D97-AF65-F5344CB8AC3E}">
        <p14:creationId xmlns:p14="http://schemas.microsoft.com/office/powerpoint/2010/main" val="373010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Samenvatting</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30</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pPr marL="0" indent="0">
              <a:buNone/>
            </a:pPr>
            <a:endParaRPr lang="en-GB" dirty="0"/>
          </a:p>
          <a:p>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Diagram 5">
            <a:extLst>
              <a:ext uri="{FF2B5EF4-FFF2-40B4-BE49-F238E27FC236}">
                <a16:creationId xmlns:a16="http://schemas.microsoft.com/office/drawing/2014/main" id="{950D28E9-EACC-4D33-8EBC-35321020E1D3}"/>
              </a:ext>
            </a:extLst>
          </p:cNvPr>
          <p:cNvGraphicFramePr/>
          <p:nvPr>
            <p:extLst>
              <p:ext uri="{D42A27DB-BD31-4B8C-83A1-F6EECF244321}">
                <p14:modId xmlns:p14="http://schemas.microsoft.com/office/powerpoint/2010/main" val="1824859382"/>
              </p:ext>
            </p:extLst>
          </p:nvPr>
        </p:nvGraphicFramePr>
        <p:xfrm>
          <a:off x="1693333" y="1552222"/>
          <a:ext cx="6773333" cy="45155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665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99817509-D54C-4306-9E08-92F937BFAC2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85B9943C-8388-42F8-88F4-3FC1C0CD95B6}"/>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graphicEl>
                                              <a:dgm id="{80334F2C-4DD2-4847-9AC5-6B5A8D57EF56}"/>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1999B54C-DADD-4A60-903A-77FDDB6A88AA}"/>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1FCC5528-72BA-416C-92BA-016B4AF43EF5}"/>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03E1853F-8A07-44ED-A3C6-B28AF1FD7906}"/>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graphicEl>
                                              <a:dgm id="{083FF446-67E6-4E48-B143-9C6D516BD6C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a:t>
            </a:r>
            <a:r>
              <a:rPr lang="en-GB" dirty="0" err="1"/>
              <a:t>Wanneer</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31</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err="1"/>
              <a:t>Tijdens</a:t>
            </a:r>
            <a:r>
              <a:rPr lang="en-GB" dirty="0"/>
              <a:t> het </a:t>
            </a:r>
            <a:r>
              <a:rPr lang="en-GB" dirty="0" err="1"/>
              <a:t>uitvoeren</a:t>
            </a:r>
            <a:r>
              <a:rPr lang="en-GB" dirty="0"/>
              <a:t>.</a:t>
            </a:r>
          </a:p>
          <a:p>
            <a:pPr lvl="1"/>
            <a:r>
              <a:rPr lang="en-GB" dirty="0"/>
              <a:t>Test </a:t>
            </a:r>
            <a:r>
              <a:rPr lang="en-GB" dirty="0" err="1"/>
              <a:t>Uitvoering</a:t>
            </a:r>
            <a:r>
              <a:rPr lang="en-GB" dirty="0"/>
              <a:t>.</a:t>
            </a:r>
          </a:p>
          <a:p>
            <a:pPr lvl="2"/>
            <a:r>
              <a:rPr lang="en-GB" dirty="0" err="1"/>
              <a:t>Hangt</a:t>
            </a:r>
            <a:r>
              <a:rPr lang="en-GB" dirty="0"/>
              <a:t> </a:t>
            </a:r>
            <a:r>
              <a:rPr lang="en-GB" dirty="0" err="1"/>
              <a:t>af</a:t>
            </a:r>
            <a:r>
              <a:rPr lang="en-GB" dirty="0"/>
              <a:t> van het </a:t>
            </a:r>
            <a:r>
              <a:rPr lang="en-GB" dirty="0" err="1"/>
              <a:t>plannen</a:t>
            </a:r>
            <a:r>
              <a:rPr lang="en-GB" dirty="0"/>
              <a:t>.</a:t>
            </a:r>
          </a:p>
          <a:p>
            <a:pPr lvl="2"/>
            <a:r>
              <a:rPr lang="en-GB" dirty="0"/>
              <a:t>Wat </a:t>
            </a:r>
            <a:r>
              <a:rPr lang="en-GB" dirty="0" err="1"/>
              <a:t>niet</a:t>
            </a:r>
            <a:r>
              <a:rPr lang="en-GB" dirty="0"/>
              <a:t> </a:t>
            </a:r>
            <a:r>
              <a:rPr lang="en-GB" dirty="0" err="1"/>
              <a:t>gepland</a:t>
            </a:r>
            <a:r>
              <a:rPr lang="en-GB" dirty="0"/>
              <a:t> is, </a:t>
            </a:r>
            <a:r>
              <a:rPr lang="en-GB" dirty="0" err="1"/>
              <a:t>zal</a:t>
            </a:r>
            <a:r>
              <a:rPr lang="en-GB" dirty="0"/>
              <a:t> </a:t>
            </a:r>
            <a:r>
              <a:rPr lang="en-GB" dirty="0" err="1"/>
              <a:t>niet</a:t>
            </a:r>
            <a:r>
              <a:rPr lang="en-GB" dirty="0"/>
              <a:t> </a:t>
            </a:r>
            <a:r>
              <a:rPr lang="en-GB" dirty="0" err="1"/>
              <a:t>uitgevoerd</a:t>
            </a:r>
            <a:r>
              <a:rPr lang="en-GB" dirty="0"/>
              <a:t> </a:t>
            </a:r>
            <a:r>
              <a:rPr lang="en-GB" dirty="0" err="1"/>
              <a:t>worden</a:t>
            </a:r>
            <a:r>
              <a:rPr lang="en-GB" dirty="0"/>
              <a:t>.</a:t>
            </a:r>
          </a:p>
          <a:p>
            <a:pPr lvl="2"/>
            <a:r>
              <a:rPr lang="en-GB" dirty="0"/>
              <a:t>Wat </a:t>
            </a:r>
            <a:r>
              <a:rPr lang="en-GB" dirty="0" err="1"/>
              <a:t>niet</a:t>
            </a:r>
            <a:r>
              <a:rPr lang="en-GB" dirty="0"/>
              <a:t> </a:t>
            </a:r>
            <a:r>
              <a:rPr lang="en-GB" dirty="0" err="1"/>
              <a:t>geprogrammeerd</a:t>
            </a:r>
            <a:r>
              <a:rPr lang="en-GB" dirty="0"/>
              <a:t> is, </a:t>
            </a:r>
            <a:r>
              <a:rPr lang="en-GB" dirty="0" err="1"/>
              <a:t>zal</a:t>
            </a:r>
            <a:r>
              <a:rPr lang="en-GB" dirty="0"/>
              <a:t> </a:t>
            </a:r>
            <a:r>
              <a:rPr lang="en-GB" dirty="0" err="1"/>
              <a:t>niet</a:t>
            </a:r>
            <a:r>
              <a:rPr lang="en-GB" dirty="0"/>
              <a:t> </a:t>
            </a:r>
            <a:r>
              <a:rPr lang="en-GB" dirty="0" err="1"/>
              <a:t>uitgevoerd</a:t>
            </a:r>
            <a:r>
              <a:rPr lang="en-GB" dirty="0"/>
              <a:t> </a:t>
            </a:r>
            <a:r>
              <a:rPr lang="en-GB" dirty="0" err="1"/>
              <a:t>worden</a:t>
            </a:r>
            <a:r>
              <a:rPr lang="en-GB" dirty="0"/>
              <a:t>.</a:t>
            </a:r>
          </a:p>
          <a:p>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Text&#10;&#10;Description automatically generated">
            <a:extLst>
              <a:ext uri="{FF2B5EF4-FFF2-40B4-BE49-F238E27FC236}">
                <a16:creationId xmlns:a16="http://schemas.microsoft.com/office/drawing/2014/main" id="{6E3635CE-C800-4E5B-956F-EE3C87670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783" y="3788485"/>
            <a:ext cx="8116433" cy="2553056"/>
          </a:xfrm>
          <a:prstGeom prst="rect">
            <a:avLst/>
          </a:prstGeom>
        </p:spPr>
      </p:pic>
    </p:spTree>
    <p:extLst>
      <p:ext uri="{BB962C8B-B14F-4D97-AF65-F5344CB8AC3E}">
        <p14:creationId xmlns:p14="http://schemas.microsoft.com/office/powerpoint/2010/main" val="4014906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a:t>
            </a:r>
            <a:r>
              <a:rPr lang="en-GB" dirty="0" err="1"/>
              <a:t>Wanneer</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32</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Wat is </a:t>
            </a:r>
            <a:r>
              <a:rPr lang="en-GB" dirty="0" err="1"/>
              <a:t>er</a:t>
            </a:r>
            <a:r>
              <a:rPr lang="en-GB" dirty="0"/>
              <a:t> </a:t>
            </a:r>
            <a:r>
              <a:rPr lang="en-GB" dirty="0" err="1"/>
              <a:t>gepland</a:t>
            </a:r>
            <a:r>
              <a:rPr lang="en-GB" dirty="0"/>
              <a:t>?</a:t>
            </a:r>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rrow: Right 7">
            <a:extLst>
              <a:ext uri="{FF2B5EF4-FFF2-40B4-BE49-F238E27FC236}">
                <a16:creationId xmlns:a16="http://schemas.microsoft.com/office/drawing/2014/main" id="{05EFC09A-0FCE-45CB-A917-5275650053DC}"/>
              </a:ext>
            </a:extLst>
          </p:cNvPr>
          <p:cNvSpPr/>
          <p:nvPr/>
        </p:nvSpPr>
        <p:spPr>
          <a:xfrm>
            <a:off x="831528" y="2585864"/>
            <a:ext cx="3672408"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b="1" dirty="0"/>
              <a:t>Programmatie</a:t>
            </a:r>
            <a:endParaRPr lang="en-BE" b="1" dirty="0"/>
          </a:p>
        </p:txBody>
      </p:sp>
      <p:sp>
        <p:nvSpPr>
          <p:cNvPr id="9" name="Arrow: Right 8">
            <a:extLst>
              <a:ext uri="{FF2B5EF4-FFF2-40B4-BE49-F238E27FC236}">
                <a16:creationId xmlns:a16="http://schemas.microsoft.com/office/drawing/2014/main" id="{5BE485C8-48B7-4C58-BDE8-EE6A8FA53798}"/>
              </a:ext>
            </a:extLst>
          </p:cNvPr>
          <p:cNvSpPr/>
          <p:nvPr/>
        </p:nvSpPr>
        <p:spPr>
          <a:xfrm>
            <a:off x="4575944" y="2585864"/>
            <a:ext cx="2952328" cy="72008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nl-BE" b="1" dirty="0"/>
              <a:t>Testen</a:t>
            </a:r>
            <a:endParaRPr lang="en-BE" b="1" dirty="0"/>
          </a:p>
        </p:txBody>
      </p:sp>
      <p:sp>
        <p:nvSpPr>
          <p:cNvPr id="10" name="Rectangle 9">
            <a:extLst>
              <a:ext uri="{FF2B5EF4-FFF2-40B4-BE49-F238E27FC236}">
                <a16:creationId xmlns:a16="http://schemas.microsoft.com/office/drawing/2014/main" id="{AFE789BD-1967-4DD7-BBCC-E34D276C772E}"/>
              </a:ext>
            </a:extLst>
          </p:cNvPr>
          <p:cNvSpPr/>
          <p:nvPr/>
        </p:nvSpPr>
        <p:spPr>
          <a:xfrm rot="16200000">
            <a:off x="6718850" y="3485102"/>
            <a:ext cx="2223864" cy="42538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nl-BE" b="1" dirty="0"/>
              <a:t>Productie</a:t>
            </a:r>
            <a:endParaRPr lang="en-BE" b="1" dirty="0"/>
          </a:p>
        </p:txBody>
      </p:sp>
      <p:sp>
        <p:nvSpPr>
          <p:cNvPr id="11" name="Arrow: Right 10">
            <a:extLst>
              <a:ext uri="{FF2B5EF4-FFF2-40B4-BE49-F238E27FC236}">
                <a16:creationId xmlns:a16="http://schemas.microsoft.com/office/drawing/2014/main" id="{A011EABF-96C8-455C-949B-DADDE0FDBB37}"/>
              </a:ext>
            </a:extLst>
          </p:cNvPr>
          <p:cNvSpPr/>
          <p:nvPr/>
        </p:nvSpPr>
        <p:spPr>
          <a:xfrm>
            <a:off x="831528" y="3446492"/>
            <a:ext cx="3672408" cy="72008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nl-BE" b="1" dirty="0"/>
              <a:t>Testen Planning</a:t>
            </a:r>
            <a:endParaRPr lang="en-BE" b="1" dirty="0"/>
          </a:p>
        </p:txBody>
      </p:sp>
    </p:spTree>
    <p:extLst>
      <p:ext uri="{BB962C8B-B14F-4D97-AF65-F5344CB8AC3E}">
        <p14:creationId xmlns:p14="http://schemas.microsoft.com/office/powerpoint/2010/main" val="178451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P spid="8" grpId="0" animBg="1"/>
      <p:bldP spid="9"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a:t>
            </a:r>
            <a:r>
              <a:rPr lang="en-GB" dirty="0" err="1"/>
              <a:t>Wanneer</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33</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Wat is </a:t>
            </a:r>
            <a:r>
              <a:rPr lang="en-GB" dirty="0" err="1"/>
              <a:t>realiteit</a:t>
            </a:r>
            <a:r>
              <a:rPr lang="en-GB" dirty="0"/>
              <a:t>?</a:t>
            </a:r>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rrow: Right 7">
            <a:extLst>
              <a:ext uri="{FF2B5EF4-FFF2-40B4-BE49-F238E27FC236}">
                <a16:creationId xmlns:a16="http://schemas.microsoft.com/office/drawing/2014/main" id="{05EFC09A-0FCE-45CB-A917-5275650053DC}"/>
              </a:ext>
            </a:extLst>
          </p:cNvPr>
          <p:cNvSpPr/>
          <p:nvPr/>
        </p:nvSpPr>
        <p:spPr>
          <a:xfrm>
            <a:off x="831528" y="2585864"/>
            <a:ext cx="5400600"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b="1" dirty="0"/>
              <a:t>Programmatie</a:t>
            </a:r>
            <a:endParaRPr lang="en-BE" b="1" dirty="0"/>
          </a:p>
        </p:txBody>
      </p:sp>
      <p:sp>
        <p:nvSpPr>
          <p:cNvPr id="9" name="Arrow: Right 8">
            <a:extLst>
              <a:ext uri="{FF2B5EF4-FFF2-40B4-BE49-F238E27FC236}">
                <a16:creationId xmlns:a16="http://schemas.microsoft.com/office/drawing/2014/main" id="{5BE485C8-48B7-4C58-BDE8-EE6A8FA53798}"/>
              </a:ext>
            </a:extLst>
          </p:cNvPr>
          <p:cNvSpPr/>
          <p:nvPr/>
        </p:nvSpPr>
        <p:spPr>
          <a:xfrm>
            <a:off x="6232128" y="2585864"/>
            <a:ext cx="1296144" cy="72008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nl-BE" b="1" dirty="0"/>
              <a:t>Testen</a:t>
            </a:r>
            <a:endParaRPr lang="en-BE" b="1" dirty="0"/>
          </a:p>
        </p:txBody>
      </p:sp>
      <p:sp>
        <p:nvSpPr>
          <p:cNvPr id="10" name="Rectangle 9">
            <a:extLst>
              <a:ext uri="{FF2B5EF4-FFF2-40B4-BE49-F238E27FC236}">
                <a16:creationId xmlns:a16="http://schemas.microsoft.com/office/drawing/2014/main" id="{AFE789BD-1967-4DD7-BBCC-E34D276C772E}"/>
              </a:ext>
            </a:extLst>
          </p:cNvPr>
          <p:cNvSpPr/>
          <p:nvPr/>
        </p:nvSpPr>
        <p:spPr>
          <a:xfrm rot="16200000">
            <a:off x="6718850" y="3485102"/>
            <a:ext cx="2223864" cy="42538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nl-BE" b="1" dirty="0"/>
              <a:t>Productie</a:t>
            </a:r>
            <a:endParaRPr lang="en-BE" b="1" dirty="0"/>
          </a:p>
        </p:txBody>
      </p:sp>
      <p:sp>
        <p:nvSpPr>
          <p:cNvPr id="11" name="Arrow: Right 10">
            <a:extLst>
              <a:ext uri="{FF2B5EF4-FFF2-40B4-BE49-F238E27FC236}">
                <a16:creationId xmlns:a16="http://schemas.microsoft.com/office/drawing/2014/main" id="{D67A34C6-017F-452D-9346-B22C837050F5}"/>
              </a:ext>
            </a:extLst>
          </p:cNvPr>
          <p:cNvSpPr/>
          <p:nvPr/>
        </p:nvSpPr>
        <p:spPr>
          <a:xfrm>
            <a:off x="831528" y="3446492"/>
            <a:ext cx="4400872" cy="72008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nl-BE" b="1" dirty="0"/>
              <a:t>Testen Planning</a:t>
            </a:r>
            <a:endParaRPr lang="en-BE" b="1" dirty="0"/>
          </a:p>
        </p:txBody>
      </p:sp>
    </p:spTree>
    <p:extLst>
      <p:ext uri="{BB962C8B-B14F-4D97-AF65-F5344CB8AC3E}">
        <p14:creationId xmlns:p14="http://schemas.microsoft.com/office/powerpoint/2010/main" val="225847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P spid="8" grpId="0" animBg="1"/>
      <p:bldP spid="9"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dirty="0" err="1"/>
              <a:t>Risico</a:t>
            </a:r>
            <a:r>
              <a:rPr lang="en-GB" dirty="0"/>
              <a:t> </a:t>
            </a:r>
            <a:r>
              <a:rPr lang="en-GB" dirty="0" err="1"/>
              <a:t>gebaseerd</a:t>
            </a:r>
            <a:r>
              <a:rPr lang="en-GB" dirty="0"/>
              <a:t> </a:t>
            </a:r>
            <a:r>
              <a:rPr lang="en-GB" dirty="0" err="1"/>
              <a:t>testen</a:t>
            </a:r>
            <a:r>
              <a:rPr lang="en-GB" dirty="0"/>
              <a:t>: </a:t>
            </a:r>
            <a:r>
              <a:rPr lang="en-GB" dirty="0" err="1"/>
              <a:t>Wanneer</a:t>
            </a:r>
            <a:r>
              <a:rPr lang="en-GB" dirty="0"/>
              <a:t>?</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34</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Hoe los je het op?</a:t>
            </a:r>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rrow: Right 7">
            <a:extLst>
              <a:ext uri="{FF2B5EF4-FFF2-40B4-BE49-F238E27FC236}">
                <a16:creationId xmlns:a16="http://schemas.microsoft.com/office/drawing/2014/main" id="{05EFC09A-0FCE-45CB-A917-5275650053DC}"/>
              </a:ext>
            </a:extLst>
          </p:cNvPr>
          <p:cNvSpPr/>
          <p:nvPr/>
        </p:nvSpPr>
        <p:spPr>
          <a:xfrm>
            <a:off x="831528" y="2585864"/>
            <a:ext cx="5400600"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b="1" dirty="0"/>
              <a:t>Programmatie</a:t>
            </a:r>
            <a:endParaRPr lang="en-BE" b="1" dirty="0"/>
          </a:p>
        </p:txBody>
      </p:sp>
      <p:sp>
        <p:nvSpPr>
          <p:cNvPr id="9" name="Arrow: Right 8">
            <a:extLst>
              <a:ext uri="{FF2B5EF4-FFF2-40B4-BE49-F238E27FC236}">
                <a16:creationId xmlns:a16="http://schemas.microsoft.com/office/drawing/2014/main" id="{5BE485C8-48B7-4C58-BDE8-EE6A8FA53798}"/>
              </a:ext>
            </a:extLst>
          </p:cNvPr>
          <p:cNvSpPr/>
          <p:nvPr/>
        </p:nvSpPr>
        <p:spPr>
          <a:xfrm>
            <a:off x="2142782" y="4089648"/>
            <a:ext cx="5400600" cy="72008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nl-BE" b="1" dirty="0"/>
              <a:t>Testen</a:t>
            </a:r>
            <a:endParaRPr lang="en-BE" b="1" dirty="0"/>
          </a:p>
        </p:txBody>
      </p:sp>
      <p:sp>
        <p:nvSpPr>
          <p:cNvPr id="10" name="Rectangle 9">
            <a:extLst>
              <a:ext uri="{FF2B5EF4-FFF2-40B4-BE49-F238E27FC236}">
                <a16:creationId xmlns:a16="http://schemas.microsoft.com/office/drawing/2014/main" id="{AFE789BD-1967-4DD7-BBCC-E34D276C772E}"/>
              </a:ext>
            </a:extLst>
          </p:cNvPr>
          <p:cNvSpPr/>
          <p:nvPr/>
        </p:nvSpPr>
        <p:spPr>
          <a:xfrm rot="16200000">
            <a:off x="6718850" y="3485102"/>
            <a:ext cx="2223864" cy="42538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nl-BE" b="1" dirty="0"/>
              <a:t>Productie</a:t>
            </a:r>
            <a:endParaRPr lang="en-BE" b="1" dirty="0"/>
          </a:p>
        </p:txBody>
      </p:sp>
      <p:sp>
        <p:nvSpPr>
          <p:cNvPr id="11" name="Arrow: Right 10">
            <a:extLst>
              <a:ext uri="{FF2B5EF4-FFF2-40B4-BE49-F238E27FC236}">
                <a16:creationId xmlns:a16="http://schemas.microsoft.com/office/drawing/2014/main" id="{5C9E3BE2-B1A1-406F-B6F5-32533F68C917}"/>
              </a:ext>
            </a:extLst>
          </p:cNvPr>
          <p:cNvSpPr/>
          <p:nvPr/>
        </p:nvSpPr>
        <p:spPr>
          <a:xfrm>
            <a:off x="831528" y="3446492"/>
            <a:ext cx="5832648" cy="72008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nl-BE" b="1" dirty="0"/>
              <a:t>Testen Planning</a:t>
            </a:r>
            <a:endParaRPr lang="en-BE" b="1" dirty="0"/>
          </a:p>
        </p:txBody>
      </p:sp>
    </p:spTree>
    <p:extLst>
      <p:ext uri="{BB962C8B-B14F-4D97-AF65-F5344CB8AC3E}">
        <p14:creationId xmlns:p14="http://schemas.microsoft.com/office/powerpoint/2010/main" val="117411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P spid="8" grpId="0" animBg="1"/>
      <p:bldP spid="9" grpId="0" animBg="1"/>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US" dirty="0"/>
              <a:t>Extra </a:t>
            </a:r>
            <a:r>
              <a:rPr lang="en-US" dirty="0" err="1"/>
              <a:t>onderverdeling</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US" dirty="0" err="1"/>
              <a:t>Er</a:t>
            </a:r>
            <a:r>
              <a:rPr lang="en-US" dirty="0"/>
              <a:t> is </a:t>
            </a:r>
            <a:r>
              <a:rPr lang="en-US" dirty="0" err="1"/>
              <a:t>een</a:t>
            </a:r>
            <a:r>
              <a:rPr lang="en-US" dirty="0"/>
              <a:t> </a:t>
            </a:r>
            <a:r>
              <a:rPr lang="en-US" dirty="0" err="1"/>
              <a:t>risico</a:t>
            </a:r>
            <a:r>
              <a:rPr lang="en-US" dirty="0"/>
              <a:t> in het Project.</a:t>
            </a:r>
          </a:p>
          <a:p>
            <a:pPr lvl="1"/>
            <a:r>
              <a:rPr lang="en-US" dirty="0" err="1"/>
              <a:t>Een</a:t>
            </a:r>
            <a:r>
              <a:rPr lang="en-US" dirty="0"/>
              <a:t> </a:t>
            </a:r>
            <a:r>
              <a:rPr lang="en-US" dirty="0" err="1"/>
              <a:t>niet</a:t>
            </a:r>
            <a:r>
              <a:rPr lang="en-US" dirty="0"/>
              <a:t> </a:t>
            </a:r>
            <a:r>
              <a:rPr lang="en-US" dirty="0" err="1"/>
              <a:t>voorspelde</a:t>
            </a:r>
            <a:r>
              <a:rPr lang="en-US" dirty="0"/>
              <a:t> </a:t>
            </a:r>
            <a:r>
              <a:rPr lang="en-US" dirty="0" err="1"/>
              <a:t>gebeurtenis</a:t>
            </a:r>
            <a:r>
              <a:rPr lang="en-US" dirty="0"/>
              <a:t> of </a:t>
            </a:r>
            <a:r>
              <a:rPr lang="en-US" dirty="0" err="1"/>
              <a:t>activiteit</a:t>
            </a:r>
            <a:r>
              <a:rPr lang="en-US" dirty="0"/>
              <a:t> </a:t>
            </a:r>
            <a:r>
              <a:rPr lang="en-US" dirty="0" err="1"/>
              <a:t>dat</a:t>
            </a:r>
            <a:r>
              <a:rPr lang="en-US" dirty="0"/>
              <a:t> de </a:t>
            </a:r>
            <a:r>
              <a:rPr lang="en-US" dirty="0" err="1"/>
              <a:t>voortgang</a:t>
            </a:r>
            <a:r>
              <a:rPr lang="en-US" dirty="0"/>
              <a:t> in het project in de </a:t>
            </a:r>
            <a:r>
              <a:rPr lang="en-US" dirty="0" err="1"/>
              <a:t>weg</a:t>
            </a:r>
            <a:r>
              <a:rPr lang="en-US" dirty="0"/>
              <a:t> </a:t>
            </a:r>
            <a:r>
              <a:rPr lang="en-US" dirty="0" err="1"/>
              <a:t>staat</a:t>
            </a:r>
            <a:r>
              <a:rPr lang="en-US" dirty="0"/>
              <a:t>.</a:t>
            </a:r>
          </a:p>
          <a:p>
            <a:pPr lvl="1"/>
            <a:r>
              <a:rPr lang="en-US" dirty="0" err="1"/>
              <a:t>Risico</a:t>
            </a:r>
            <a:r>
              <a:rPr lang="en-US" dirty="0"/>
              <a:t> in de </a:t>
            </a:r>
            <a:r>
              <a:rPr lang="en-US" dirty="0" err="1"/>
              <a:t>Organisatie</a:t>
            </a:r>
            <a:r>
              <a:rPr lang="en-US" dirty="0"/>
              <a:t>.</a:t>
            </a:r>
          </a:p>
          <a:p>
            <a:pPr lvl="1"/>
            <a:r>
              <a:rPr lang="en-US" dirty="0" err="1"/>
              <a:t>Risico</a:t>
            </a:r>
            <a:r>
              <a:rPr lang="en-US" dirty="0"/>
              <a:t> op </a:t>
            </a:r>
            <a:r>
              <a:rPr lang="en-US" dirty="0" err="1"/>
              <a:t>Technisch</a:t>
            </a:r>
            <a:r>
              <a:rPr lang="en-US" dirty="0"/>
              <a:t> </a:t>
            </a:r>
            <a:r>
              <a:rPr lang="en-US" dirty="0" err="1"/>
              <a:t>vlak</a:t>
            </a:r>
            <a:r>
              <a:rPr lang="en-US" dirty="0"/>
              <a:t>.</a:t>
            </a:r>
          </a:p>
          <a:p>
            <a:pPr lvl="1"/>
            <a:r>
              <a:rPr lang="en-US" dirty="0" err="1"/>
              <a:t>Risico</a:t>
            </a:r>
            <a:r>
              <a:rPr lang="en-US" dirty="0"/>
              <a:t> op Business </a:t>
            </a:r>
            <a:r>
              <a:rPr lang="en-US" dirty="0" err="1"/>
              <a:t>vlak</a:t>
            </a:r>
            <a:r>
              <a:rPr lang="en-US" dirty="0"/>
              <a:t>.</a:t>
            </a:r>
          </a:p>
          <a:p>
            <a:pPr lvl="1"/>
            <a:endParaRPr lang="en-US" dirty="0"/>
          </a:p>
          <a:p>
            <a:r>
              <a:rPr lang="en-GB" dirty="0" err="1"/>
              <a:t>Er</a:t>
            </a:r>
            <a:r>
              <a:rPr lang="en-GB" dirty="0"/>
              <a:t> is </a:t>
            </a:r>
            <a:r>
              <a:rPr lang="en-GB" dirty="0" err="1"/>
              <a:t>een</a:t>
            </a:r>
            <a:r>
              <a:rPr lang="en-GB" dirty="0"/>
              <a:t> </a:t>
            </a:r>
            <a:r>
              <a:rPr lang="en-GB" dirty="0" err="1"/>
              <a:t>risico</a:t>
            </a:r>
            <a:r>
              <a:rPr lang="en-GB" dirty="0"/>
              <a:t> in het Product.</a:t>
            </a:r>
          </a:p>
          <a:p>
            <a:pPr lvl="1"/>
            <a:r>
              <a:rPr lang="en-GB" dirty="0"/>
              <a:t>De </a:t>
            </a:r>
            <a:r>
              <a:rPr lang="en-GB" dirty="0" err="1"/>
              <a:t>mogelijkheid</a:t>
            </a:r>
            <a:r>
              <a:rPr lang="en-GB" dirty="0"/>
              <a:t> </a:t>
            </a:r>
            <a:r>
              <a:rPr lang="en-GB" dirty="0" err="1"/>
              <a:t>dat</a:t>
            </a:r>
            <a:r>
              <a:rPr lang="en-GB" dirty="0"/>
              <a:t> </a:t>
            </a:r>
            <a:r>
              <a:rPr lang="en-GB" dirty="0" err="1"/>
              <a:t>een</a:t>
            </a:r>
            <a:r>
              <a:rPr lang="en-GB" dirty="0"/>
              <a:t> </a:t>
            </a:r>
            <a:r>
              <a:rPr lang="en-GB" dirty="0" err="1"/>
              <a:t>systeem</a:t>
            </a:r>
            <a:r>
              <a:rPr lang="en-GB" dirty="0"/>
              <a:t> of </a:t>
            </a:r>
            <a:r>
              <a:rPr lang="en-GB" dirty="0" err="1"/>
              <a:t>een</a:t>
            </a:r>
            <a:r>
              <a:rPr lang="en-GB" dirty="0"/>
              <a:t> software </a:t>
            </a:r>
            <a:r>
              <a:rPr lang="en-GB" dirty="0" err="1"/>
              <a:t>faalt</a:t>
            </a:r>
            <a:r>
              <a:rPr lang="en-GB" dirty="0"/>
              <a:t> of </a:t>
            </a:r>
            <a:r>
              <a:rPr lang="en-GB" dirty="0" err="1"/>
              <a:t>niet</a:t>
            </a:r>
            <a:r>
              <a:rPr lang="en-GB" dirty="0"/>
              <a:t> </a:t>
            </a:r>
            <a:r>
              <a:rPr lang="en-GB" dirty="0" err="1"/>
              <a:t>voldoet</a:t>
            </a:r>
            <a:r>
              <a:rPr lang="en-GB" dirty="0"/>
              <a:t> </a:t>
            </a:r>
            <a:r>
              <a:rPr lang="en-GB" dirty="0" err="1"/>
              <a:t>aan</a:t>
            </a:r>
            <a:r>
              <a:rPr lang="en-GB" dirty="0"/>
              <a:t> de </a:t>
            </a:r>
            <a:r>
              <a:rPr lang="en-GB" dirty="0" err="1"/>
              <a:t>vereisten</a:t>
            </a:r>
            <a:r>
              <a:rPr lang="en-GB" dirty="0"/>
              <a:t> van de </a:t>
            </a:r>
            <a:r>
              <a:rPr lang="en-GB" dirty="0" err="1"/>
              <a:t>klant</a:t>
            </a:r>
            <a:r>
              <a:rPr lang="en-GB" dirty="0"/>
              <a:t>, </a:t>
            </a:r>
            <a:r>
              <a:rPr lang="en-GB" dirty="0" err="1"/>
              <a:t>gebruiker</a:t>
            </a:r>
            <a:r>
              <a:rPr lang="en-GB" dirty="0"/>
              <a:t>, ….</a:t>
            </a:r>
          </a:p>
          <a:p>
            <a:pPr lvl="1"/>
            <a:r>
              <a:rPr lang="en-GB" dirty="0" err="1"/>
              <a:t>Risico</a:t>
            </a:r>
            <a:r>
              <a:rPr lang="en-GB" dirty="0"/>
              <a:t> in de </a:t>
            </a:r>
            <a:r>
              <a:rPr lang="en-GB" dirty="0" err="1"/>
              <a:t>functionaliteit</a:t>
            </a:r>
            <a:r>
              <a:rPr lang="en-GB" dirty="0"/>
              <a:t>.</a:t>
            </a:r>
          </a:p>
          <a:p>
            <a:pPr lvl="1"/>
            <a:r>
              <a:rPr lang="en-GB" dirty="0"/>
              <a:t>Het product </a:t>
            </a:r>
            <a:r>
              <a:rPr lang="en-GB" dirty="0" err="1"/>
              <a:t>doet</a:t>
            </a:r>
            <a:r>
              <a:rPr lang="en-GB" dirty="0"/>
              <a:t> </a:t>
            </a:r>
            <a:r>
              <a:rPr lang="en-GB" dirty="0" err="1"/>
              <a:t>niet</a:t>
            </a:r>
            <a:r>
              <a:rPr lang="en-GB" dirty="0"/>
              <a:t> wat </a:t>
            </a:r>
            <a:r>
              <a:rPr lang="en-GB" dirty="0" err="1"/>
              <a:t>er</a:t>
            </a:r>
            <a:r>
              <a:rPr lang="en-GB" dirty="0"/>
              <a:t> </a:t>
            </a:r>
            <a:r>
              <a:rPr lang="en-GB" dirty="0" err="1"/>
              <a:t>verwacht</a:t>
            </a:r>
            <a:r>
              <a:rPr lang="en-GB" dirty="0"/>
              <a:t> </a:t>
            </a:r>
            <a:r>
              <a:rPr lang="en-GB" dirty="0" err="1"/>
              <a:t>wordt</a:t>
            </a:r>
            <a:r>
              <a:rPr lang="en-GB" dirty="0"/>
              <a:t>.</a:t>
            </a:r>
          </a:p>
          <a:p>
            <a:pPr lvl="1"/>
            <a:endParaRPr lang="en-GB" dirty="0"/>
          </a:p>
          <a:p>
            <a:pPr lvl="1"/>
            <a:endParaRPr lang="en-GB" dirty="0"/>
          </a:p>
          <a:p>
            <a:endParaRPr lang="en-US" dirty="0"/>
          </a:p>
          <a:p>
            <a:endParaRPr lang="en-US"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7213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US" dirty="0" err="1"/>
              <a:t>Voorzie</a:t>
            </a:r>
            <a:r>
              <a:rPr lang="en-US" dirty="0"/>
              <a:t> </a:t>
            </a:r>
            <a:r>
              <a:rPr lang="en-US" dirty="0" err="1"/>
              <a:t>problemen</a:t>
            </a:r>
            <a:endParaRPr lang="en-US" dirty="0"/>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36</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pPr marL="0" indent="0">
              <a:buNone/>
            </a:pPr>
            <a:endParaRPr lang="en-GB" dirty="0"/>
          </a:p>
          <a:p>
            <a:endParaRPr lang="en-GB" dirty="0"/>
          </a:p>
          <a:p>
            <a:endParaRPr lang="en-GB" dirty="0"/>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Diagram 5">
            <a:extLst>
              <a:ext uri="{FF2B5EF4-FFF2-40B4-BE49-F238E27FC236}">
                <a16:creationId xmlns:a16="http://schemas.microsoft.com/office/drawing/2014/main" id="{950D28E9-EACC-4D33-8EBC-35321020E1D3}"/>
              </a:ext>
            </a:extLst>
          </p:cNvPr>
          <p:cNvGraphicFramePr/>
          <p:nvPr>
            <p:extLst>
              <p:ext uri="{D42A27DB-BD31-4B8C-83A1-F6EECF244321}">
                <p14:modId xmlns:p14="http://schemas.microsoft.com/office/powerpoint/2010/main" val="2118907493"/>
              </p:ext>
            </p:extLst>
          </p:nvPr>
        </p:nvGraphicFramePr>
        <p:xfrm>
          <a:off x="1693333" y="1552222"/>
          <a:ext cx="6773333" cy="45155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455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99817509-D54C-4306-9E08-92F937BFAC2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85B9943C-8388-42F8-88F4-3FC1C0CD95B6}"/>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graphicEl>
                                              <a:dgm id="{80334F2C-4DD2-4847-9AC5-6B5A8D57EF56}"/>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1999B54C-DADD-4A60-903A-77FDDB6A88AA}"/>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1FCC5528-72BA-416C-92BA-016B4AF43EF5}"/>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03E1853F-8A07-44ED-A3C6-B28AF1FD7906}"/>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graphicEl>
                                              <a:dgm id="{083FF446-67E6-4E48-B143-9C6D516BD6C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2.xml><?xml version="1.0" encoding="utf-8"?>
<ds:datastoreItem xmlns:ds="http://schemas.openxmlformats.org/officeDocument/2006/customXml" ds:itemID="{3F776112-665F-4321-8DF2-154B8CFE473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13</TotalTime>
  <Words>1381</Words>
  <Application>Microsoft Office PowerPoint</Application>
  <PresentationFormat>Aangepast</PresentationFormat>
  <Paragraphs>322</Paragraphs>
  <Slides>36</Slides>
  <Notes>0</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36</vt:i4>
      </vt:variant>
    </vt:vector>
  </HeadingPairs>
  <TitlesOfParts>
    <vt:vector size="39" baseType="lpstr">
      <vt:lpstr>Arial</vt:lpstr>
      <vt:lpstr>Calibri</vt:lpstr>
      <vt:lpstr>SyntraWestBase</vt:lpstr>
      <vt:lpstr>PowerPoint-presentatie</vt:lpstr>
      <vt:lpstr>PowerPoint-presentatie</vt:lpstr>
      <vt:lpstr>PowerPoint-presentatie</vt:lpstr>
      <vt:lpstr>Als je weet dat je niet alles kunt testen …</vt:lpstr>
      <vt:lpstr>Wat heeft een fout in productie tot gevolg?</vt:lpstr>
      <vt:lpstr>Risico gebaseerd testen</vt:lpstr>
      <vt:lpstr>Wat verwacht men van een tester?</vt:lpstr>
      <vt:lpstr>En we leven niet in een ideale wereld</vt:lpstr>
      <vt:lpstr>En hoe beslissen we dit?</vt:lpstr>
      <vt:lpstr>Risico gebaseerd testen</vt:lpstr>
      <vt:lpstr>Risico gebaseerd testen</vt:lpstr>
      <vt:lpstr>Wat deed een tester weer?</vt:lpstr>
      <vt:lpstr>En bugs / issues zelf hebben ook een prio</vt:lpstr>
      <vt:lpstr>Wanneer is Risico gebaseerd testen zinvol?</vt:lpstr>
      <vt:lpstr>Wat doe je dus in de praktijk?</vt:lpstr>
      <vt:lpstr>Op welke items doe je het?</vt:lpstr>
      <vt:lpstr>Wat zijn de meest voorkomende oorzaken?</vt:lpstr>
      <vt:lpstr>Methode </vt:lpstr>
      <vt:lpstr>Methode: Gaat het voorkomen? </vt:lpstr>
      <vt:lpstr>Methode: Gaat het voorkomen? </vt:lpstr>
      <vt:lpstr>Methode: Is er impact? </vt:lpstr>
      <vt:lpstr>Methode: Plaats de items in het raster?</vt:lpstr>
      <vt:lpstr>Methode: Geef de vakjes een waarde.</vt:lpstr>
      <vt:lpstr>Methode: Geef de vakjes een waarde.</vt:lpstr>
      <vt:lpstr>Risico gebaseerd testen</vt:lpstr>
      <vt:lpstr>Risico gebaseerd testen in Agile &amp; Dev-Ops</vt:lpstr>
      <vt:lpstr>Risico gebaseerd testen in Agile &amp; Dev-Ops</vt:lpstr>
      <vt:lpstr>Risico gebaseerd testen: Wanneer?</vt:lpstr>
      <vt:lpstr>Risico gebaseerd testen: Wanneer?</vt:lpstr>
      <vt:lpstr>Samenvatting</vt:lpstr>
      <vt:lpstr>Risico gebaseerd testen: Wanneer?</vt:lpstr>
      <vt:lpstr>Risico gebaseerd testen: Wanneer?</vt:lpstr>
      <vt:lpstr>Risico gebaseerd testen: Wanneer?</vt:lpstr>
      <vt:lpstr>Risico gebaseerd testen: Wanneer?</vt:lpstr>
      <vt:lpstr>Extra onderverdeling</vt:lpstr>
      <vt:lpstr>Voorzie problemen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212</cp:revision>
  <dcterms:created xsi:type="dcterms:W3CDTF">2020-09-23T07:49:56Z</dcterms:created>
  <dcterms:modified xsi:type="dcterms:W3CDTF">2022-02-15T06:32:06Z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