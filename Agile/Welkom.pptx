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7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7B45-2C26-4EF9-89CB-A27553A20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9A98B-AA18-4131-A783-CD9E105E3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F67C-ECAA-48CF-A644-BB4A5FBB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45092-6BBD-411A-9693-F58F18DB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60D1E-05C0-4FE4-B499-FEE14106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33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2E17-3701-415A-A8B8-A6175F96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66317-996A-44F8-9D65-BFFF1C3BD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9E8D-299A-4397-8655-D939C8F3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0A2BF-0CD9-4B96-949E-6EFE237D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D5E2-BC47-426B-BC04-740E41E2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5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EBCD-7334-4CBA-971A-BFD3C37B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EBA1C-A0F7-46B4-8E29-65DA195F4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7965-0D28-4636-9169-E4C16D79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1E94-E91F-406B-AAB0-43777F3F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59927-C1FF-4837-853C-EEBBB915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30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6CD9-7F30-4B0C-908C-60642904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7C8BB-AD21-4DC7-A35D-D2C37BFC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56C1D-C335-4EA5-9300-89B50A7A9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E2E18-496F-4FC4-A32D-9826F01B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12/12/2020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364EC-3169-48B6-A651-D7A48EE2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D49EC-4406-46B6-BB46-5225CA07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0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55DB-CEEA-47B8-8661-6AB0D9D83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81BFC-A31D-40CD-9663-27938A80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CA746-54D1-4FDD-88D0-DFC6C5C57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CF0BC-A540-4553-9F9F-6EF650A2A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24E0E-43FA-4EDC-8113-E6EDA756C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4339F-6EB3-47BA-AB30-8CFB618A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56AFB-BFBE-437F-B948-A47A9745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A472D3-D6A9-433E-BAE0-AE729CF8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53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94EA-D7C1-437F-83B3-9BB2AA40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E549-8230-46FF-A495-637D1435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3EC58-8FBE-4585-8F9C-16BA0A82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A0077-4398-45D9-997A-04CCFB24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4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A3BA6-9B71-45F2-8089-02E332C7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F306A-61CC-4C8F-A1F5-C580AA28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C85FA-0FEF-48D3-B3A8-38676C5C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1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71FF-C5B7-430B-9071-9104D2F0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C52E-EE39-4626-985B-ABA729AB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0FABB-B45D-44AD-8A92-37ABDDF63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F440-71E8-4539-BFD8-6EA9E08C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318D-25F3-45BB-8B23-E1798E5C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05A41-05A3-4A55-B8BD-0121DC84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1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2DA4-6710-4A8B-98BE-6FEA261E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2D2DF-1759-4E6E-8335-C674A823E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3F977-B57F-4E17-A98D-93DA35256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A706C-1CC1-4357-BE4D-6D08457E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48B69-78A1-4951-B4A9-C4D1B881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89393-6F27-40CE-9030-BBD2EFF8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88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7B2B-7061-4291-8E81-D8C585A8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A226C-5B32-46EB-A2A5-2667A720B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9DC7B-1568-427D-8A61-C6E0338F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CAD5-EA60-42E2-B07F-4F134555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1637D-AFE7-49EC-8982-3238D8F8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6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62A71-7BE8-434C-B836-ABDA75C64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618FC-D511-422A-98CE-3D6EF8396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298C2-632D-4594-AEDC-7814819C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AF9B1-A620-4DD9-B0C6-D0934B4D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1FDB2-1D66-4BE7-8502-3D618478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9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D784B-6651-4EEF-B3A0-140B4B0C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DC7B3-FDFF-4CC0-A32A-BE061FCE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07C45-C528-4E6C-A6F6-D0CBCE234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C8E3B-F7D6-4665-B09E-B1316BB5B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3556-4D48-4E3A-A2D5-A55C94879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218E7-6F52-4447-9C17-E252C4FD9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168" y="131752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n-US"/>
              <a:t>Welkom</a:t>
            </a:r>
            <a:br>
              <a:rPr lang="en-US"/>
            </a:br>
            <a:r>
              <a:rPr lang="en-US"/>
              <a:t>Agile (Scrum)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7BF2F-8C29-4EFD-91AB-1A9985B27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506" y="2633220"/>
            <a:ext cx="4054751" cy="4025095"/>
          </a:xfrm>
        </p:spPr>
        <p:txBody>
          <a:bodyPr>
            <a:normAutofit/>
          </a:bodyPr>
          <a:lstStyle/>
          <a:p>
            <a:pPr algn="l"/>
            <a:r>
              <a:rPr lang="en-US"/>
              <a:t>Coaching sessie (e-leren)</a:t>
            </a:r>
          </a:p>
          <a:p>
            <a:pPr algn="l"/>
            <a:r>
              <a:rPr lang="en-US"/>
              <a:t>Spel van vraag en antwoord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Projectmanagement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Agile</a:t>
            </a:r>
          </a:p>
          <a:p>
            <a:pPr marL="342900" indent="-342900" algn="l">
              <a:buFontTx/>
              <a:buChar char="-"/>
            </a:pPr>
            <a:endParaRPr lang="en-US"/>
          </a:p>
          <a:p>
            <a:pPr algn="l"/>
            <a:r>
              <a:rPr lang="en-US"/>
              <a:t>Dinsdag 5 Januari om 18:30 terug klassikaal.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Breng handschoenen mee (voor een spelelement)</a:t>
            </a:r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6" descr="Screen Clipping">
            <a:extLst>
              <a:ext uri="{FF2B5EF4-FFF2-40B4-BE49-F238E27FC236}">
                <a16:creationId xmlns:a16="http://schemas.microsoft.com/office/drawing/2014/main" id="{1104D287-A149-442E-BD95-0E7DE3A2D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77" y="3057362"/>
            <a:ext cx="6839905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4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4914-CDE1-4CDE-B959-0D2CE3983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4A270-5F64-4F96-8A0F-2949B3E175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4717268-CE3A-4492-90A8-E8979664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59572" cy="3133400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6C42287-F103-420E-95DF-9E9660ADD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20" y="2256167"/>
            <a:ext cx="7176380" cy="460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3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CFC93E-1DF8-4656-97DF-D86E3B028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154" y="326738"/>
            <a:ext cx="6183141" cy="6273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40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Welkom Agile (Scrum)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Welkom Agile</dc:title>
  <dc:creator>Vincent VAN DE WALLE</dc:creator>
  <cp:lastModifiedBy>Vincent VAN DE WALLE</cp:lastModifiedBy>
  <cp:revision>12</cp:revision>
  <dcterms:created xsi:type="dcterms:W3CDTF">2020-12-01T13:45:05Z</dcterms:created>
  <dcterms:modified xsi:type="dcterms:W3CDTF">2020-12-12T08:14:58Z</dcterms:modified>
</cp:coreProperties>
</file>