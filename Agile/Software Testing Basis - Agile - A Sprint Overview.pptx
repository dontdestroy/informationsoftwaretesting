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1"/>
  </p:notesMasterIdLst>
  <p:sldIdLst>
    <p:sldId id="265" r:id="rId5"/>
    <p:sldId id="266" r:id="rId6"/>
    <p:sldId id="267" r:id="rId7"/>
    <p:sldId id="798" r:id="rId8"/>
    <p:sldId id="799" r:id="rId9"/>
    <p:sldId id="800" r:id="rId10"/>
  </p:sldIdLst>
  <p:sldSz cx="10160000" cy="7620000"/>
  <p:notesSz cx="10160000" cy="7620000"/>
  <p:defaultTex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34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5" autoAdjust="0"/>
    <p:restoredTop sz="86158" autoAdjust="0"/>
  </p:normalViewPr>
  <p:slideViewPr>
    <p:cSldViewPr>
      <p:cViewPr varScale="1">
        <p:scale>
          <a:sx n="57" d="100"/>
          <a:sy n="57" d="100"/>
        </p:scale>
        <p:origin x="1338" y="72"/>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1329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4402138" cy="3825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5754688" y="0"/>
            <a:ext cx="4403725" cy="382588"/>
          </a:xfrm>
          <a:prstGeom prst="rect">
            <a:avLst/>
          </a:prstGeom>
        </p:spPr>
        <p:txBody>
          <a:bodyPr vert="horz" lIns="91440" tIns="45720" rIns="91440" bIns="45720" rtlCol="0"/>
          <a:lstStyle>
            <a:lvl1pPr algn="r">
              <a:defRPr sz="1200"/>
            </a:lvl1pPr>
          </a:lstStyle>
          <a:p>
            <a:fld id="{11E68570-3BDA-440B-AE9E-F5C3B14F90C4}" type="datetimeFigureOut">
              <a:rPr lang="nl-BE" smtClean="0"/>
              <a:t>1/12/2020</a:t>
            </a:fld>
            <a:endParaRPr lang="nl-BE"/>
          </a:p>
        </p:txBody>
      </p:sp>
      <p:sp>
        <p:nvSpPr>
          <p:cNvPr id="4" name="Tijdelijke aanduiding voor dia-afbeelding 3"/>
          <p:cNvSpPr>
            <a:spLocks noGrp="1" noRot="1" noChangeAspect="1"/>
          </p:cNvSpPr>
          <p:nvPr>
            <p:ph type="sldImg" idx="2"/>
          </p:nvPr>
        </p:nvSpPr>
        <p:spPr>
          <a:xfrm>
            <a:off x="3365500" y="952500"/>
            <a:ext cx="3429000" cy="257175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1016000" y="3667125"/>
            <a:ext cx="8128000" cy="3000375"/>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7237413"/>
            <a:ext cx="4402138" cy="3825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5754688" y="7237413"/>
            <a:ext cx="4403725" cy="382587"/>
          </a:xfrm>
          <a:prstGeom prst="rect">
            <a:avLst/>
          </a:prstGeom>
        </p:spPr>
        <p:txBody>
          <a:bodyPr vert="horz" lIns="91440" tIns="45720" rIns="91440" bIns="45720" rtlCol="0" anchor="b"/>
          <a:lstStyle>
            <a:lvl1pPr algn="r">
              <a:defRPr sz="1200"/>
            </a:lvl1pPr>
          </a:lstStyle>
          <a:p>
            <a:fld id="{9E4A7B32-3DB6-420E-BFD4-0455F7961588}" type="slidenum">
              <a:rPr lang="nl-BE" smtClean="0"/>
              <a:t>‹#›</a:t>
            </a:fld>
            <a:endParaRPr lang="nl-BE"/>
          </a:p>
        </p:txBody>
      </p:sp>
    </p:spTree>
    <p:extLst>
      <p:ext uri="{BB962C8B-B14F-4D97-AF65-F5344CB8AC3E}">
        <p14:creationId xmlns:p14="http://schemas.microsoft.com/office/powerpoint/2010/main" val="2193274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4A7B32-3DB6-420E-BFD4-0455F7961588}" type="slidenum">
              <a:rPr lang="nl-BE" smtClean="0"/>
              <a:t>2</a:t>
            </a:fld>
            <a:endParaRPr lang="nl-BE"/>
          </a:p>
        </p:txBody>
      </p:sp>
    </p:spTree>
    <p:extLst>
      <p:ext uri="{BB962C8B-B14F-4D97-AF65-F5344CB8AC3E}">
        <p14:creationId xmlns:p14="http://schemas.microsoft.com/office/powerpoint/2010/main" val="473566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jdelijke aanduiding voor tekst 7"/>
          <p:cNvSpPr>
            <a:spLocks noGrp="1"/>
          </p:cNvSpPr>
          <p:nvPr>
            <p:ph type="body" sz="quarter" idx="10"/>
          </p:nvPr>
        </p:nvSpPr>
        <p:spPr>
          <a:xfrm>
            <a:off x="965200" y="3810000"/>
            <a:ext cx="8686800" cy="381000"/>
          </a:xfrm>
          <a:prstGeom prst="rect">
            <a:avLst/>
          </a:prstGeom>
        </p:spPr>
        <p:txBody>
          <a:bodyPr vert="horz"/>
          <a:lstStyle>
            <a:lvl1pPr>
              <a:defRPr sz="1800" b="0" i="1" cap="none">
                <a:solidFill>
                  <a:schemeClr val="bg1"/>
                </a:solidFill>
                <a:latin typeface=""/>
              </a:defRPr>
            </a:lvl1pPr>
            <a:lvl2pPr>
              <a:defRPr sz="1400" b="0" i="1" cap="none">
                <a:solidFill>
                  <a:schemeClr val="bg1"/>
                </a:solidFill>
                <a:latin typeface=""/>
              </a:defRPr>
            </a:lvl2pPr>
            <a:lvl3pPr>
              <a:defRPr sz="1400" b="0" i="1" cap="none">
                <a:solidFill>
                  <a:schemeClr val="bg1"/>
                </a:solidFill>
                <a:latin typeface=""/>
              </a:defRPr>
            </a:lvl3pPr>
            <a:lvl4pPr>
              <a:defRPr sz="1400" b="0" i="1" cap="none">
                <a:solidFill>
                  <a:schemeClr val="bg1"/>
                </a:solidFill>
                <a:latin typeface=""/>
              </a:defRPr>
            </a:lvl4pPr>
            <a:lvl5pPr>
              <a:defRPr sz="1400" b="0" i="1" cap="none">
                <a:solidFill>
                  <a:schemeClr val="bg1"/>
                </a:solidFill>
                <a:latin typeface=""/>
              </a:defRPr>
            </a:lvl5pPr>
          </a:lstStyle>
          <a:p>
            <a:pPr lvl="0"/>
            <a:r>
              <a:rPr lang="en-US" dirty="0"/>
              <a:t>Click to edit Master text styles</a:t>
            </a:r>
          </a:p>
        </p:txBody>
      </p:sp>
      <p:sp>
        <p:nvSpPr>
          <p:cNvPr id="6" name="Text Placeholder 9"/>
          <p:cNvSpPr>
            <a:spLocks noGrp="1"/>
          </p:cNvSpPr>
          <p:nvPr>
            <p:ph type="body" sz="quarter" idx="11"/>
          </p:nvPr>
        </p:nvSpPr>
        <p:spPr>
          <a:xfrm>
            <a:off x="965200" y="2009800"/>
            <a:ext cx="8686800" cy="1190600"/>
          </a:xfrm>
          <a:prstGeom prst="rect">
            <a:avLst/>
          </a:prstGeom>
        </p:spPr>
        <p:txBody>
          <a:bodyPr/>
          <a:lstStyle>
            <a:lvl1pPr>
              <a:defRPr sz="3600" baseline="0"/>
            </a:lvl1pPr>
          </a:lstStyle>
          <a:p>
            <a:pPr lvl="0"/>
            <a:r>
              <a:rPr lang="en-US" dirty="0"/>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3200" cap="small" baseline="0">
                <a:solidFill>
                  <a:schemeClr val="tx1"/>
                </a:solidFill>
                <a:latin typeface="+mj-lt"/>
              </a:defRPr>
            </a:lvl1pPr>
            <a:lvl2pPr marL="742950" indent="-285750">
              <a:buFont typeface="Arial" panose="020B0604020202020204" pitchFamily="34" charset="0"/>
              <a:buChar char="•"/>
              <a:defRPr sz="2400">
                <a:solidFill>
                  <a:schemeClr val="tx1"/>
                </a:solidFill>
                <a:latin typeface="+mj-lt"/>
              </a:defRPr>
            </a:lvl2pPr>
            <a:lvl3pPr marL="1200150" indent="-285750">
              <a:buFont typeface="Arial" panose="020B0604020202020204" pitchFamily="34" charset="0"/>
              <a:buChar char="•"/>
              <a:defRPr sz="2400">
                <a:solidFill>
                  <a:schemeClr val="tx1"/>
                </a:solidFill>
                <a:latin typeface="+mj-lt"/>
              </a:defRPr>
            </a:lvl3pPr>
            <a:lvl4pPr marL="1657350" indent="-285750">
              <a:buFont typeface="Arial" panose="020B0604020202020204" pitchFamily="34" charset="0"/>
              <a:buChar char="•"/>
              <a:defRPr sz="2400">
                <a:solidFill>
                  <a:schemeClr val="tx1"/>
                </a:solidFill>
                <a:latin typeface="+mj-lt"/>
              </a:defRPr>
            </a:lvl4pPr>
            <a:lvl5pPr marL="2114550" indent="-285750">
              <a:buFont typeface="Arial" panose="020B0604020202020204" pitchFamily="34" charset="0"/>
              <a:buChar char="•"/>
              <a:defRPr sz="24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maller">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2400" cap="small" baseline="0">
                <a:solidFill>
                  <a:schemeClr val="tx1"/>
                </a:solidFill>
                <a:latin typeface="+mj-lt"/>
              </a:defRPr>
            </a:lvl1pPr>
            <a:lvl2pPr marL="742950" indent="-285750">
              <a:buFont typeface="Arial" panose="020B0604020202020204" pitchFamily="34" charset="0"/>
              <a:buChar char="•"/>
              <a:defRPr sz="1800">
                <a:solidFill>
                  <a:schemeClr val="tx1"/>
                </a:solidFill>
                <a:latin typeface="+mj-lt"/>
              </a:defRPr>
            </a:lvl2pPr>
            <a:lvl3pPr marL="1200150" indent="-285750">
              <a:buFont typeface="Arial" panose="020B0604020202020204" pitchFamily="34" charset="0"/>
              <a:buChar char="•"/>
              <a:defRPr sz="1800">
                <a:solidFill>
                  <a:schemeClr val="tx1"/>
                </a:solidFill>
                <a:latin typeface="+mj-lt"/>
              </a:defRPr>
            </a:lvl3pPr>
            <a:lvl4pPr marL="1657350" indent="-285750">
              <a:buFont typeface="Arial" panose="020B0604020202020204" pitchFamily="34" charset="0"/>
              <a:buChar char="•"/>
              <a:defRPr sz="1800">
                <a:solidFill>
                  <a:schemeClr val="tx1"/>
                </a:solidFill>
                <a:latin typeface="+mj-lt"/>
              </a:defRPr>
            </a:lvl4pPr>
            <a:lvl5pPr marL="2114550" indent="-285750">
              <a:buFont typeface="Arial" panose="020B0604020202020204" pitchFamily="34" charset="0"/>
              <a:buChar char="•"/>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5320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pyright">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15931FA1-F2CD-43B8-9F83-6D60CAEF2E93}"/>
              </a:ext>
            </a:extLst>
          </p:cNvPr>
          <p:cNvSpPr txBox="1"/>
          <p:nvPr userDrawn="1"/>
        </p:nvSpPr>
        <p:spPr>
          <a:xfrm>
            <a:off x="736600" y="2783541"/>
            <a:ext cx="8686800" cy="3754874"/>
          </a:xfrm>
          <a:prstGeom prst="rect">
            <a:avLst/>
          </a:prstGeom>
          <a:noFill/>
        </p:spPr>
        <p:txBody>
          <a:bodyPr wrap="square">
            <a:spAutoFit/>
          </a:bodyPr>
          <a:lstStyle/>
          <a:p>
            <a:pPr marL="0" indent="0">
              <a:buNone/>
            </a:pPr>
            <a:r>
              <a:rPr lang="nl-NL" sz="1400" b="0" i="1"/>
              <a:t>© </a:t>
            </a:r>
            <a:r>
              <a:rPr lang="nl-NL" sz="1400" b="0" i="1" err="1"/>
              <a:t>Syntra</a:t>
            </a:r>
            <a:r>
              <a:rPr lang="nl-NL" sz="1400" b="0" i="1"/>
              <a:t> West </a:t>
            </a:r>
            <a:endParaRPr lang="nl-BE" sz="1400" b="0" i="1"/>
          </a:p>
          <a:p>
            <a:pPr marL="0" indent="0">
              <a:buNone/>
            </a:pPr>
            <a:endParaRPr lang="nl-BE" sz="1400" i="1"/>
          </a:p>
          <a:p>
            <a:pPr marL="0" indent="0">
              <a:buNone/>
            </a:pPr>
            <a:r>
              <a:rPr lang="nl-NL" sz="1400" b="0" i="1"/>
              <a:t>De docent/auteur en </a:t>
            </a:r>
            <a:r>
              <a:rPr lang="nl-NL" sz="1400" b="0" i="1" err="1"/>
              <a:t>Syntra</a:t>
            </a:r>
            <a:r>
              <a:rPr lang="nl-NL" sz="1400" b="0" i="1"/>
              <a:t> West behouden zich het recht voor de inhoud, het beeldmateriaal en alle verdere informatie in deze PowerPoint zonder voorafgaand bericht aan te passen of te verbeteren.</a:t>
            </a:r>
            <a:endParaRPr lang="nl-BE" sz="1400" b="0" i="1"/>
          </a:p>
          <a:p>
            <a:pPr marL="0" indent="0">
              <a:buNone/>
            </a:pPr>
            <a:r>
              <a:rPr lang="nl-NL" sz="1400" b="0" i="1"/>
              <a:t>Deze PowerPoint is met zorg samengesteld, waarbij alles werd in het werk gesteld om de juistheid van de inhoud te verzekeren, niettemin wordt deze PowerPoint ter beschikking gesteld zonder enige garantie.</a:t>
            </a:r>
            <a:endParaRPr lang="nl-BE" sz="1400" b="0" i="1"/>
          </a:p>
          <a:p>
            <a:pPr marL="0" indent="0">
              <a:buNone/>
            </a:pPr>
            <a:r>
              <a:rPr lang="nl-NL" sz="1400" b="0" i="1"/>
              <a:t>De docent/auteur en </a:t>
            </a:r>
            <a:r>
              <a:rPr lang="nl-NL" sz="1400" b="0" i="1" err="1"/>
              <a:t>Syntra</a:t>
            </a:r>
            <a:r>
              <a:rPr lang="nl-NL" sz="1400" b="0" i="1"/>
              <a:t> West  kunnen niet verantwoordelijk noch aansprakelijk gesteld worden voor eventuele materiële schade of andere vergissingen die voortvloeien uit het gebruik van de informatie uit deze PowerPoint of voor eventuele fouten of vergissingen in de PowerPoint. Dit cursusmateriaal is auteursrechtelijk beschermd. </a:t>
            </a:r>
            <a:endParaRPr lang="nl-BE" sz="1400" b="0" i="1"/>
          </a:p>
          <a:p>
            <a:pPr marL="0" indent="0">
              <a:buNone/>
            </a:pPr>
            <a:endParaRPr lang="nl-NL" sz="1400" b="0" i="1"/>
          </a:p>
          <a:p>
            <a:pPr marL="0" indent="0">
              <a:buNone/>
            </a:pPr>
            <a:r>
              <a:rPr lang="nl-NL" sz="1400" b="1" i="1">
                <a:solidFill>
                  <a:srgbClr val="FF0000"/>
                </a:solidFill>
              </a:rPr>
              <a:t>Alles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docent/auteur. Een verwijzing naar de bron en auteur wordt gewaardeerd.</a:t>
            </a:r>
          </a:p>
          <a:p>
            <a:pPr marL="0" indent="0">
              <a:buNone/>
            </a:pPr>
            <a:endParaRPr lang="nl-NL" sz="1400" b="0" i="1"/>
          </a:p>
          <a:p>
            <a:pPr marL="0" indent="0">
              <a:buNone/>
            </a:pPr>
            <a:r>
              <a:rPr lang="nl-NL" sz="1400" b="1" i="1">
                <a:solidFill>
                  <a:srgbClr val="FF0000"/>
                </a:solidFill>
              </a:rPr>
              <a:t>Niets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a:t>
            </a:r>
            <a:r>
              <a:rPr lang="nl-NL" sz="1400" b="0" i="1" err="1"/>
              <a:t>Syntra</a:t>
            </a:r>
            <a:r>
              <a:rPr lang="nl-NL" sz="1400" b="0" i="1"/>
              <a:t> West.</a:t>
            </a:r>
            <a:endParaRPr lang="nl-BE" sz="1400" b="0" i="1"/>
          </a:p>
        </p:txBody>
      </p:sp>
      <p:sp>
        <p:nvSpPr>
          <p:cNvPr id="11" name="TextBox 10">
            <a:extLst>
              <a:ext uri="{FF2B5EF4-FFF2-40B4-BE49-F238E27FC236}">
                <a16:creationId xmlns:a16="http://schemas.microsoft.com/office/drawing/2014/main" id="{7A162432-948D-43AF-AC7F-A4A04E50561B}"/>
              </a:ext>
            </a:extLst>
          </p:cNvPr>
          <p:cNvSpPr txBox="1"/>
          <p:nvPr userDrawn="1"/>
        </p:nvSpPr>
        <p:spPr>
          <a:xfrm>
            <a:off x="736600" y="641648"/>
            <a:ext cx="8686800" cy="1107996"/>
          </a:xfrm>
          <a:prstGeom prst="rect">
            <a:avLst/>
          </a:prstGeom>
        </p:spPr>
        <p:txBody>
          <a:bodyPr wrap="square" lIns="0" tIns="0" rIns="0" bIns="0" rtlCol="0">
            <a:spAutoFit/>
          </a:bodyPr>
          <a:lstStyle/>
          <a:p>
            <a:pPr algn="l" defTabSz="914400"/>
            <a:r>
              <a:rPr lang="nl-NL" sz="1800">
                <a:solidFill>
                  <a:srgbClr val="034EA2"/>
                </a:solidFill>
              </a:rPr>
              <a:t>Hoofdtitel: Software Testen</a:t>
            </a:r>
            <a:br>
              <a:rPr lang="nl-NL" sz="1800">
                <a:solidFill>
                  <a:srgbClr val="034EA2"/>
                </a:solidFill>
              </a:rPr>
            </a:br>
            <a:r>
              <a:rPr lang="nl-NL" sz="1800">
                <a:solidFill>
                  <a:srgbClr val="034EA2"/>
                </a:solidFill>
              </a:rPr>
              <a:t>Subtitel: Grondbeginselen / Basis principes</a:t>
            </a:r>
            <a:br>
              <a:rPr lang="nl-NL" sz="1800">
                <a:solidFill>
                  <a:srgbClr val="034EA2"/>
                </a:solidFill>
              </a:rPr>
            </a:br>
            <a:r>
              <a:rPr lang="nl-NL" sz="1800">
                <a:solidFill>
                  <a:srgbClr val="034EA2"/>
                </a:solidFill>
              </a:rPr>
              <a:t>Auteur / docent: Vincent Van De Walle</a:t>
            </a:r>
            <a:br>
              <a:rPr lang="nl-NL" sz="1800">
                <a:solidFill>
                  <a:srgbClr val="034EA2"/>
                </a:solidFill>
              </a:rPr>
            </a:br>
            <a:r>
              <a:rPr lang="nl-NL" sz="1800">
                <a:solidFill>
                  <a:srgbClr val="034EA2"/>
                </a:solidFill>
              </a:rPr>
              <a:t>Versie: Gebruikt tijdens opleiding</a:t>
            </a:r>
            <a:endParaRPr lang="en-US" sz="2400">
              <a:solidFill>
                <a:srgbClr val="034EA2"/>
              </a:solidFill>
            </a:endParaRPr>
          </a:p>
        </p:txBody>
      </p:sp>
    </p:spTree>
    <p:extLst>
      <p:ext uri="{BB962C8B-B14F-4D97-AF65-F5344CB8AC3E}">
        <p14:creationId xmlns:p14="http://schemas.microsoft.com/office/powerpoint/2010/main" val="743637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8" name="Tekstvak 7"/>
          <p:cNvSpPr txBox="1"/>
          <p:nvPr userDrawn="1"/>
        </p:nvSpPr>
        <p:spPr>
          <a:xfrm>
            <a:off x="812800" y="2819400"/>
            <a:ext cx="4800600" cy="1077218"/>
          </a:xfrm>
          <a:prstGeom prst="rect">
            <a:avLst/>
          </a:prstGeom>
          <a:noFill/>
        </p:spPr>
        <p:txBody>
          <a:bodyPr wrap="square" rtlCol="0">
            <a:spAutoFit/>
          </a:bodyPr>
          <a:lstStyle/>
          <a:p>
            <a:pPr rtl="0"/>
            <a:r>
              <a:rPr lang="en-US" sz="3200" b="1" i="0" u="none" strike="noStrike" kern="1200" cap="all" spc="200" baseline="30000" err="1">
                <a:solidFill>
                  <a:schemeClr val="bg1"/>
                </a:solidFill>
                <a:latin typeface=""/>
                <a:ea typeface="+mn-ea"/>
                <a:cs typeface="+mn-cs"/>
              </a:rPr>
              <a:t>contacteer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ons</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err="1">
                <a:solidFill>
                  <a:schemeClr val="bg1"/>
                </a:solidFill>
                <a:latin typeface=""/>
                <a:ea typeface="+mn-ea"/>
                <a:cs typeface="+mn-cs"/>
              </a:rPr>
              <a:t>voor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maatprojecten</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a:solidFill>
                  <a:schemeClr val="bg1"/>
                </a:solidFill>
                <a:latin typeface=""/>
                <a:ea typeface="+mn-ea"/>
                <a:cs typeface="+mn-cs"/>
              </a:rPr>
              <a:t>en </a:t>
            </a:r>
            <a:r>
              <a:rPr lang="en-US" sz="3200" b="1" i="0" u="none" strike="noStrike" kern="1200" cap="all" spc="200" baseline="30000" err="1">
                <a:solidFill>
                  <a:schemeClr val="bg1"/>
                </a:solidFill>
                <a:latin typeface=""/>
                <a:ea typeface="+mn-ea"/>
                <a:cs typeface="+mn-cs"/>
              </a:rPr>
              <a:t>adviesverlening</a:t>
            </a:r>
            <a:endParaRPr lang="nl-NL" sz="3200" cap="all" spc="200" baseline="30000">
              <a:solidFill>
                <a:schemeClr val="bg1"/>
              </a:solidFill>
              <a:latin typeface=""/>
            </a:endParaRPr>
          </a:p>
        </p:txBody>
      </p:sp>
      <p:pic>
        <p:nvPicPr>
          <p:cNvPr id="10" name="Afbeelding 9"/>
          <p:cNvPicPr>
            <a:picLocks noChangeAspect="1"/>
          </p:cNvPicPr>
          <p:nvPr userDrawn="1"/>
        </p:nvPicPr>
        <p:blipFill>
          <a:blip r:embed="rId2"/>
          <a:stretch>
            <a:fillRect/>
          </a:stretch>
        </p:blipFill>
        <p:spPr>
          <a:xfrm>
            <a:off x="8280400" y="6806623"/>
            <a:ext cx="1339273" cy="496455"/>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3359" y="4038600"/>
            <a:ext cx="2337841" cy="116568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ddresses">
    <p:spTree>
      <p:nvGrpSpPr>
        <p:cNvPr id="1" name=""/>
        <p:cNvGrpSpPr/>
        <p:nvPr/>
      </p:nvGrpSpPr>
      <p:grpSpPr>
        <a:xfrm>
          <a:off x="0" y="0"/>
          <a:ext cx="0" cy="0"/>
          <a:chOff x="0" y="0"/>
          <a:chExt cx="0" cy="0"/>
        </a:xfrm>
      </p:grpSpPr>
      <p:sp>
        <p:nvSpPr>
          <p:cNvPr id="8" name="Tekstvak 7"/>
          <p:cNvSpPr txBox="1"/>
          <p:nvPr userDrawn="1"/>
        </p:nvSpPr>
        <p:spPr>
          <a:xfrm>
            <a:off x="812800" y="2819400"/>
            <a:ext cx="2286000" cy="2851208"/>
          </a:xfrm>
          <a:prstGeom prst="rect">
            <a:avLst/>
          </a:prstGeom>
          <a:noFill/>
        </p:spPr>
        <p:txBody>
          <a:bodyPr wrap="square" rtlCol="0">
            <a:spAutoFit/>
          </a:bodyPr>
          <a:lstStyle/>
          <a:p>
            <a:pPr rtl="0">
              <a:lnSpc>
                <a:spcPts val="1800"/>
              </a:lnSpc>
            </a:pPr>
            <a:r>
              <a:rPr lang="en-US" sz="1600" b="1" i="0" u="none" strike="noStrike" kern="1200" baseline="30000">
                <a:solidFill>
                  <a:srgbClr val="FFFFFF"/>
                </a:solidFill>
                <a:latin typeface=""/>
                <a:ea typeface="+mn-ea"/>
                <a:cs typeface="+mn-cs"/>
              </a:rPr>
              <a:t>BRUGGE</a:t>
            </a:r>
          </a:p>
          <a:p>
            <a:pPr rtl="0">
              <a:lnSpc>
                <a:spcPts val="1800"/>
              </a:lnSpc>
            </a:pPr>
            <a:r>
              <a:rPr lang="en-US" sz="1600" b="0" i="0" u="none" strike="noStrike" kern="1200" baseline="30000" err="1">
                <a:solidFill>
                  <a:srgbClr val="FFFFFF"/>
                </a:solidFill>
                <a:latin typeface=""/>
                <a:ea typeface="+mn-ea"/>
                <a:cs typeface="+mn-cs"/>
              </a:rPr>
              <a:t>Spoorwegstraat</a:t>
            </a:r>
            <a:r>
              <a:rPr lang="en-US" sz="1600" b="0" i="0" u="none" strike="noStrike" kern="1200" baseline="30000">
                <a:solidFill>
                  <a:srgbClr val="FFFFFF"/>
                </a:solidFill>
                <a:latin typeface=""/>
                <a:ea typeface="+mn-ea"/>
                <a:cs typeface="+mn-cs"/>
              </a:rPr>
              <a:t> 14</a:t>
            </a:r>
          </a:p>
          <a:p>
            <a:pPr rtl="0">
              <a:lnSpc>
                <a:spcPts val="1800"/>
              </a:lnSpc>
            </a:pPr>
            <a:r>
              <a:rPr lang="nl-NL" sz="1600" b="0" i="0" u="none" strike="noStrike" kern="1200" baseline="30000">
                <a:solidFill>
                  <a:srgbClr val="FFFFFF"/>
                </a:solidFill>
                <a:latin typeface=""/>
                <a:ea typeface="+mn-ea"/>
                <a:cs typeface="+mn-cs"/>
              </a:rPr>
              <a:t>8200 Brugge</a:t>
            </a: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r>
              <a:rPr lang="nl-NL" sz="1600" b="1" i="0" u="none" strike="noStrike" kern="1200" baseline="30000">
                <a:solidFill>
                  <a:srgbClr val="FFFFFF"/>
                </a:solidFill>
                <a:latin typeface=""/>
                <a:ea typeface="+mn-ea"/>
                <a:cs typeface="+mn-cs"/>
              </a:rPr>
              <a:t>IEPER</a:t>
            </a:r>
          </a:p>
          <a:p>
            <a:pPr rtl="0">
              <a:lnSpc>
                <a:spcPts val="1800"/>
              </a:lnSpc>
            </a:pPr>
            <a:r>
              <a:rPr lang="nl-NL" sz="1600" b="0" i="0" u="none" strike="noStrike" kern="1200" baseline="30000">
                <a:solidFill>
                  <a:srgbClr val="FFFFFF"/>
                </a:solidFill>
                <a:latin typeface=""/>
                <a:ea typeface="+mn-ea"/>
                <a:cs typeface="+mn-cs"/>
              </a:rPr>
              <a:t>Grachtstraat 13-1A</a:t>
            </a:r>
          </a:p>
          <a:p>
            <a:pPr rtl="0">
              <a:lnSpc>
                <a:spcPts val="1800"/>
              </a:lnSpc>
            </a:pPr>
            <a:r>
              <a:rPr lang="it-IT" sz="1600" b="0" i="0" u="none" strike="noStrike" kern="1200" baseline="30000">
                <a:solidFill>
                  <a:srgbClr val="FFFFFF"/>
                </a:solidFill>
                <a:latin typeface=""/>
                <a:ea typeface="+mn-ea"/>
                <a:cs typeface="+mn-cs"/>
              </a:rPr>
              <a:t>8900 </a:t>
            </a:r>
            <a:r>
              <a:rPr lang="it-IT" sz="1600" b="0" i="0" u="none" strike="noStrike" kern="1200" baseline="30000" err="1">
                <a:solidFill>
                  <a:srgbClr val="FFFFFF"/>
                </a:solidFill>
                <a:latin typeface=""/>
                <a:ea typeface="+mn-ea"/>
                <a:cs typeface="+mn-cs"/>
              </a:rPr>
              <a:t>Ieper</a:t>
            </a:r>
            <a:endParaRPr lang="it-IT" sz="1600" b="0" i="0" u="none" strike="noStrike" kern="1200" baseline="30000">
              <a:solidFill>
                <a:srgbClr val="FFFFFF"/>
              </a:solidFill>
              <a:latin typeface=""/>
              <a:ea typeface="+mn-ea"/>
              <a:cs typeface="+mn-cs"/>
            </a:endParaRPr>
          </a:p>
          <a:p>
            <a:pPr rtl="0">
              <a:lnSpc>
                <a:spcPts val="1800"/>
              </a:lnSpc>
            </a:pPr>
            <a:endParaRPr lang="it-IT" sz="1600" b="1"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KORTRIJK</a:t>
            </a:r>
          </a:p>
          <a:p>
            <a:pPr rtl="0">
              <a:lnSpc>
                <a:spcPts val="1800"/>
              </a:lnSpc>
            </a:pPr>
            <a:r>
              <a:rPr lang="it-IT" sz="1600" b="0" i="0" u="none" strike="noStrike" kern="1200" baseline="30000" err="1">
                <a:solidFill>
                  <a:srgbClr val="FFFFFF"/>
                </a:solidFill>
                <a:latin typeface=""/>
                <a:ea typeface="+mn-ea"/>
                <a:cs typeface="+mn-cs"/>
              </a:rPr>
              <a:t>Doorniksesteenweg</a:t>
            </a:r>
            <a:r>
              <a:rPr lang="it-IT" sz="1600" b="0" i="0" u="none" strike="noStrike" kern="1200" baseline="30000">
                <a:solidFill>
                  <a:srgbClr val="FFFFFF"/>
                </a:solidFill>
                <a:latin typeface=""/>
                <a:ea typeface="+mn-ea"/>
                <a:cs typeface="+mn-cs"/>
              </a:rPr>
              <a:t> 220</a:t>
            </a:r>
          </a:p>
          <a:p>
            <a:pPr rtl="0">
              <a:lnSpc>
                <a:spcPts val="1800"/>
              </a:lnSpc>
            </a:pPr>
            <a:r>
              <a:rPr lang="it-IT" sz="1600" b="0" i="0" u="none" strike="noStrike" kern="1200" baseline="30000">
                <a:solidFill>
                  <a:srgbClr val="FFFFFF"/>
                </a:solidFill>
                <a:latin typeface=""/>
                <a:ea typeface="+mn-ea"/>
                <a:cs typeface="+mn-cs"/>
              </a:rPr>
              <a:t>8500 </a:t>
            </a:r>
            <a:r>
              <a:rPr lang="it-IT" sz="1600" b="0" i="0" u="none" strike="noStrike" kern="1200" baseline="30000" err="1">
                <a:solidFill>
                  <a:srgbClr val="FFFFFF"/>
                </a:solidFill>
                <a:latin typeface=""/>
                <a:ea typeface="+mn-ea"/>
                <a:cs typeface="+mn-cs"/>
              </a:rPr>
              <a:t>Kortrijk</a:t>
            </a:r>
            <a:endParaRPr lang="nl-NL" sz="1600" cap="all" spc="200">
              <a:solidFill>
                <a:srgbClr val="FFFFFF"/>
              </a:solidFill>
              <a:latin typeface=""/>
            </a:endParaRPr>
          </a:p>
        </p:txBody>
      </p:sp>
      <p:sp>
        <p:nvSpPr>
          <p:cNvPr id="11" name="Tekstvak 10"/>
          <p:cNvSpPr txBox="1"/>
          <p:nvPr userDrawn="1"/>
        </p:nvSpPr>
        <p:spPr>
          <a:xfrm>
            <a:off x="3175000" y="2819400"/>
            <a:ext cx="2286000" cy="2851208"/>
          </a:xfrm>
          <a:prstGeom prst="rect">
            <a:avLst/>
          </a:prstGeom>
          <a:noFill/>
        </p:spPr>
        <p:txBody>
          <a:bodyPr wrap="square" rtlCol="0">
            <a:spAutoFit/>
          </a:bodyPr>
          <a:lstStyle/>
          <a:p>
            <a:pPr rtl="0">
              <a:lnSpc>
                <a:spcPts val="1800"/>
              </a:lnSpc>
            </a:pPr>
            <a:r>
              <a:rPr lang="it-IT" sz="1600" b="1" i="0" u="none" strike="noStrike" kern="1200" baseline="30000">
                <a:solidFill>
                  <a:srgbClr val="FFFFFF"/>
                </a:solidFill>
                <a:latin typeface=""/>
                <a:ea typeface="+mn-ea"/>
                <a:cs typeface="+mn-cs"/>
              </a:rPr>
              <a:t>OOSTENDE</a:t>
            </a:r>
          </a:p>
          <a:p>
            <a:pPr rtl="0">
              <a:lnSpc>
                <a:spcPts val="1800"/>
              </a:lnSpc>
            </a:pPr>
            <a:r>
              <a:rPr lang="it-IT" sz="1600" b="0" i="0" u="none" strike="noStrike" kern="1200" baseline="30000" err="1">
                <a:solidFill>
                  <a:srgbClr val="FFFFFF"/>
                </a:solidFill>
                <a:latin typeface=""/>
                <a:ea typeface="+mn-ea"/>
                <a:cs typeface="+mn-cs"/>
              </a:rPr>
              <a:t>Industriezone</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err="1">
                <a:solidFill>
                  <a:srgbClr val="FFFFFF"/>
                </a:solidFill>
                <a:latin typeface=""/>
                <a:ea typeface="+mn-ea"/>
                <a:cs typeface="+mn-cs"/>
              </a:rPr>
              <a:t>Zandvoordeschorredijkstraat</a:t>
            </a:r>
            <a:r>
              <a:rPr lang="it-IT" sz="1600" b="0" i="0" u="none" strike="noStrike" kern="1200" baseline="30000">
                <a:solidFill>
                  <a:srgbClr val="FFFFFF"/>
                </a:solidFill>
                <a:latin typeface=""/>
                <a:ea typeface="+mn-ea"/>
                <a:cs typeface="+mn-cs"/>
              </a:rPr>
              <a:t> 73</a:t>
            </a:r>
          </a:p>
          <a:p>
            <a:pPr rtl="0">
              <a:lnSpc>
                <a:spcPts val="1800"/>
              </a:lnSpc>
            </a:pPr>
            <a:r>
              <a:rPr lang="it-IT" sz="1600" b="0" i="0" u="none" strike="noStrike" kern="1200" baseline="30000">
                <a:solidFill>
                  <a:srgbClr val="FFFFFF"/>
                </a:solidFill>
                <a:latin typeface=""/>
                <a:ea typeface="+mn-ea"/>
                <a:cs typeface="+mn-cs"/>
              </a:rPr>
              <a:t>8400 </a:t>
            </a:r>
            <a:r>
              <a:rPr lang="it-IT" sz="1600" b="0" i="0" u="none" strike="noStrike" kern="1200" baseline="30000" err="1">
                <a:solidFill>
                  <a:srgbClr val="FFFFFF"/>
                </a:solidFill>
                <a:latin typeface=""/>
                <a:ea typeface="+mn-ea"/>
                <a:cs typeface="+mn-cs"/>
              </a:rPr>
              <a:t>Oostende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ROESELARE</a:t>
            </a:r>
          </a:p>
          <a:p>
            <a:pPr rtl="0">
              <a:lnSpc>
                <a:spcPts val="1800"/>
              </a:lnSpc>
            </a:pPr>
            <a:r>
              <a:rPr lang="it-IT" sz="1600" b="0" i="0" u="none" strike="noStrike" kern="1200" baseline="30000" err="1">
                <a:solidFill>
                  <a:srgbClr val="FFFFFF"/>
                </a:solidFill>
                <a:latin typeface=""/>
                <a:ea typeface="+mn-ea"/>
                <a:cs typeface="+mn-cs"/>
              </a:rPr>
              <a:t>Oostnieuwkerksesteenweg</a:t>
            </a:r>
            <a:r>
              <a:rPr lang="it-IT" sz="1600" b="0" i="0" u="none" strike="noStrike" kern="1200" baseline="30000">
                <a:solidFill>
                  <a:srgbClr val="FFFFFF"/>
                </a:solidFill>
                <a:latin typeface=""/>
                <a:ea typeface="+mn-ea"/>
                <a:cs typeface="+mn-cs"/>
              </a:rPr>
              <a:t> 111</a:t>
            </a:r>
          </a:p>
          <a:p>
            <a:pPr rtl="0">
              <a:lnSpc>
                <a:spcPts val="1800"/>
              </a:lnSpc>
            </a:pPr>
            <a:r>
              <a:rPr lang="it-IT" sz="1600" b="0" i="0" u="none" strike="noStrike" kern="1200" baseline="30000">
                <a:solidFill>
                  <a:srgbClr val="FFFFFF"/>
                </a:solidFill>
                <a:latin typeface=""/>
                <a:ea typeface="+mn-ea"/>
                <a:cs typeface="+mn-cs"/>
              </a:rPr>
              <a:t>8800 </a:t>
            </a:r>
            <a:r>
              <a:rPr lang="it-IT" sz="1600" b="0" i="0" u="none" strike="noStrike" kern="1200" baseline="30000" err="1">
                <a:solidFill>
                  <a:srgbClr val="FFFFFF"/>
                </a:solidFill>
                <a:latin typeface=""/>
                <a:ea typeface="+mn-ea"/>
                <a:cs typeface="+mn-cs"/>
              </a:rPr>
              <a:t>Roeselare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VEURNE</a:t>
            </a:r>
          </a:p>
          <a:p>
            <a:pPr rtl="0">
              <a:lnSpc>
                <a:spcPts val="1800"/>
              </a:lnSpc>
            </a:pPr>
            <a:r>
              <a:rPr lang="it-IT" sz="1600" b="0" i="0" u="none" strike="noStrike" kern="1200" baseline="30000" err="1">
                <a:solidFill>
                  <a:srgbClr val="FFFFFF"/>
                </a:solidFill>
                <a:latin typeface=""/>
                <a:ea typeface="+mn-ea"/>
                <a:cs typeface="+mn-cs"/>
              </a:rPr>
              <a:t>Sint-Idesbaldusstraat</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a:solidFill>
                  <a:srgbClr val="FFFFFF"/>
                </a:solidFill>
                <a:latin typeface=""/>
                <a:ea typeface="+mn-ea"/>
                <a:cs typeface="+mn-cs"/>
              </a:rPr>
              <a:t>8630 </a:t>
            </a:r>
            <a:r>
              <a:rPr lang="it-IT" sz="1600" b="0" i="0" u="none" strike="noStrike" kern="1200" baseline="30000" err="1">
                <a:solidFill>
                  <a:srgbClr val="FFFFFF"/>
                </a:solidFill>
                <a:latin typeface=""/>
                <a:ea typeface="+mn-ea"/>
                <a:cs typeface="+mn-cs"/>
              </a:rPr>
              <a:t>Veurne</a:t>
            </a:r>
            <a:endParaRPr lang="nl-NL" sz="1600" cap="all" spc="200">
              <a:solidFill>
                <a:srgbClr val="FFFFFF"/>
              </a:solidFill>
              <a:latin typeface=""/>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56600" y="5951322"/>
            <a:ext cx="1447800" cy="1341286"/>
          </a:xfrm>
          <a:prstGeom prst="rect">
            <a:avLst/>
          </a:prstGeom>
        </p:spPr>
      </p:pic>
    </p:spTree>
    <p:extLst>
      <p:ext uri="{BB962C8B-B14F-4D97-AF65-F5344CB8AC3E}">
        <p14:creationId xmlns:p14="http://schemas.microsoft.com/office/powerpoint/2010/main" val="4128896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344638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9"/>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5" r:id="rId1"/>
    <p:sldLayoutId id="2147483662" r:id="rId2"/>
    <p:sldLayoutId id="2147483670" r:id="rId3"/>
    <p:sldLayoutId id="2147483667" r:id="rId4"/>
    <p:sldLayoutId id="2147483663" r:id="rId5"/>
    <p:sldLayoutId id="2147483666" r:id="rId6"/>
    <p:sldLayoutId id="2147483668" r:id="rId7"/>
  </p:sldLayoutIdLst>
  <p:hf hdr="0" ftr="0" dt="0"/>
  <p:txStyles>
    <p:titleStyle>
      <a:lvl1pPr algn="l" eaLnBrk="1" hangingPunct="1">
        <a:defRPr sz="1400" b="0" i="1" u="none">
          <a:solidFill>
            <a:schemeClr val="bg1"/>
          </a:solidFill>
          <a:latin typeface="+mj-lt"/>
          <a:ea typeface="+mj-ea"/>
          <a:cs typeface="+mj-cs"/>
        </a:defRPr>
      </a:lvl1pPr>
    </p:titleStyle>
    <p:bodyStyle>
      <a:lvl1pPr marL="0" algn="l" eaLnBrk="1" hangingPunct="1">
        <a:defRPr sz="3200" b="1" i="0" cap="all">
          <a:solidFill>
            <a:schemeClr val="bg1"/>
          </a:solidFill>
          <a:latin typeface=""/>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Agile Sprint Overzicht Tekeningen</a:t>
            </a:r>
          </a:p>
        </p:txBody>
      </p:sp>
      <p:sp>
        <p:nvSpPr>
          <p:cNvPr id="3" name="Text Placeholder 2"/>
          <p:cNvSpPr>
            <a:spLocks noGrp="1"/>
          </p:cNvSpPr>
          <p:nvPr>
            <p:ph type="body" sz="quarter" idx="11"/>
          </p:nvPr>
        </p:nvSpPr>
        <p:spPr/>
        <p:txBody>
          <a:bodyPr/>
          <a:lstStyle/>
          <a:p>
            <a:r>
              <a:rPr lang="en-GB"/>
              <a:t>Software </a:t>
            </a:r>
            <a:r>
              <a:rPr lang="en-GB" err="1"/>
              <a:t>Testen</a:t>
            </a:r>
            <a:endParaRPr lang="en-US"/>
          </a:p>
        </p:txBody>
      </p:sp>
      <p:sp>
        <p:nvSpPr>
          <p:cNvPr id="4" name="Slide Number Placeholder 3">
            <a:extLst>
              <a:ext uri="{FF2B5EF4-FFF2-40B4-BE49-F238E27FC236}">
                <a16:creationId xmlns:a16="http://schemas.microsoft.com/office/drawing/2014/main" id="{C56A7A58-1FEB-46EA-9E43-4BE1C001006B}"/>
              </a:ext>
            </a:extLst>
          </p:cNvPr>
          <p:cNvSpPr>
            <a:spLocks noGrp="1"/>
          </p:cNvSpPr>
          <p:nvPr>
            <p:ph type="sldNum" sz="quarter" idx="4294967295"/>
          </p:nvPr>
        </p:nvSpPr>
        <p:spPr>
          <a:xfrm>
            <a:off x="-101600" y="7162800"/>
            <a:ext cx="533400" cy="184666"/>
          </a:xfrm>
          <a:prstGeom prst="rect">
            <a:avLst/>
          </a:prstGeom>
        </p:spPr>
        <p:txBody>
          <a:bodyPr/>
          <a:lstStyle/>
          <a:p>
            <a:fld id="{B6F15528-21DE-4FAA-801E-634DDDAF4B2B}" type="slidenum">
              <a:rPr lang="en-US" smtClean="0"/>
              <a:t>1</a:t>
            </a:fld>
            <a:endParaRPr lang="en-US"/>
          </a:p>
        </p:txBody>
      </p:sp>
    </p:spTree>
    <p:extLst>
      <p:ext uri="{BB962C8B-B14F-4D97-AF65-F5344CB8AC3E}">
        <p14:creationId xmlns:p14="http://schemas.microsoft.com/office/powerpoint/2010/main" val="1545946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9E7DB9-751C-48EC-983D-52B958C4760E}"/>
              </a:ext>
            </a:extLst>
          </p:cNvPr>
          <p:cNvSpPr>
            <a:spLocks noGrp="1"/>
          </p:cNvSpPr>
          <p:nvPr>
            <p:ph type="sldNum" sz="quarter" idx="7"/>
          </p:nvPr>
        </p:nvSpPr>
        <p:spPr/>
        <p:txBody>
          <a:bodyPr/>
          <a:lstStyle/>
          <a:p>
            <a:fld id="{B6F15528-21DE-4FAA-801E-634DDDAF4B2B}" type="slidenum">
              <a:rPr lang="en-US" smtClean="0"/>
              <a:t>2</a:t>
            </a:fld>
            <a:endParaRPr lang="en-US"/>
          </a:p>
        </p:txBody>
      </p:sp>
    </p:spTree>
    <p:extLst>
      <p:ext uri="{BB962C8B-B14F-4D97-AF65-F5344CB8AC3E}">
        <p14:creationId xmlns:p14="http://schemas.microsoft.com/office/powerpoint/2010/main" val="1737191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B846A6-E764-42DF-B68E-3CCE3C4B997E}"/>
              </a:ext>
            </a:extLst>
          </p:cNvPr>
          <p:cNvSpPr>
            <a:spLocks noGrp="1"/>
          </p:cNvSpPr>
          <p:nvPr>
            <p:ph type="body" sz="quarter" idx="10"/>
          </p:nvPr>
        </p:nvSpPr>
        <p:spPr/>
        <p:txBody>
          <a:bodyPr/>
          <a:lstStyle/>
          <a:p>
            <a:r>
              <a:rPr lang="en-GB"/>
              <a:t>Vincent@CopyPaste.be</a:t>
            </a:r>
          </a:p>
          <a:p>
            <a:r>
              <a:rPr lang="en-GB"/>
              <a:t>VincentVanDeWalle@digi4u.be</a:t>
            </a:r>
          </a:p>
          <a:p>
            <a:endParaRPr lang="en-GB"/>
          </a:p>
          <a:p>
            <a:endParaRPr lang="en-GB"/>
          </a:p>
          <a:p>
            <a:r>
              <a:rPr lang="en-GB"/>
              <a:t>+32 (0) 475 / 97.63.80</a:t>
            </a:r>
          </a:p>
        </p:txBody>
      </p:sp>
      <p:sp>
        <p:nvSpPr>
          <p:cNvPr id="3" name="Text Placeholder 2">
            <a:extLst>
              <a:ext uri="{FF2B5EF4-FFF2-40B4-BE49-F238E27FC236}">
                <a16:creationId xmlns:a16="http://schemas.microsoft.com/office/drawing/2014/main" id="{0E0BDE6D-4BEE-43F8-87A1-8105663D5D2A}"/>
              </a:ext>
            </a:extLst>
          </p:cNvPr>
          <p:cNvSpPr>
            <a:spLocks noGrp="1"/>
          </p:cNvSpPr>
          <p:nvPr>
            <p:ph type="body" sz="quarter" idx="11"/>
          </p:nvPr>
        </p:nvSpPr>
        <p:spPr/>
        <p:txBody>
          <a:bodyPr/>
          <a:lstStyle/>
          <a:p>
            <a:r>
              <a:rPr lang="en-GB"/>
              <a:t>Vincent Van De Walle</a:t>
            </a:r>
            <a:endParaRPr lang="en-US"/>
          </a:p>
        </p:txBody>
      </p:sp>
    </p:spTree>
    <p:extLst>
      <p:ext uri="{BB962C8B-B14F-4D97-AF65-F5344CB8AC3E}">
        <p14:creationId xmlns:p14="http://schemas.microsoft.com/office/powerpoint/2010/main" val="1921575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2FCFC-3981-4A7B-A4DA-A4B9AD244D96}"/>
              </a:ext>
            </a:extLst>
          </p:cNvPr>
          <p:cNvSpPr>
            <a:spLocks noGrp="1"/>
          </p:cNvSpPr>
          <p:nvPr>
            <p:ph type="title"/>
          </p:nvPr>
        </p:nvSpPr>
        <p:spPr/>
        <p:txBody>
          <a:bodyPr/>
          <a:lstStyle/>
          <a:p>
            <a:r>
              <a:rPr lang="en-GB"/>
              <a:t>Visualisatie van een sprint</a:t>
            </a:r>
            <a:endParaRPr lang="en-US"/>
          </a:p>
        </p:txBody>
      </p:sp>
      <p:sp>
        <p:nvSpPr>
          <p:cNvPr id="3" name="Slide Number Placeholder 2">
            <a:extLst>
              <a:ext uri="{FF2B5EF4-FFF2-40B4-BE49-F238E27FC236}">
                <a16:creationId xmlns:a16="http://schemas.microsoft.com/office/drawing/2014/main" id="{DFFBBC1C-A092-4705-BE36-D4BC765C12FE}"/>
              </a:ext>
            </a:extLst>
          </p:cNvPr>
          <p:cNvSpPr>
            <a:spLocks noGrp="1"/>
          </p:cNvSpPr>
          <p:nvPr>
            <p:ph type="sldNum" sz="quarter" idx="7"/>
          </p:nvPr>
        </p:nvSpPr>
        <p:spPr/>
        <p:txBody>
          <a:bodyPr/>
          <a:lstStyle/>
          <a:p>
            <a:fld id="{B6F15528-21DE-4FAA-801E-634DDDAF4B2B}" type="slidenum">
              <a:rPr lang="en-US" smtClean="0"/>
              <a:pPr/>
              <a:t>4</a:t>
            </a:fld>
            <a:endParaRPr lang="en-US"/>
          </a:p>
        </p:txBody>
      </p:sp>
      <p:sp>
        <p:nvSpPr>
          <p:cNvPr id="4" name="Text Placeholder 3">
            <a:extLst>
              <a:ext uri="{FF2B5EF4-FFF2-40B4-BE49-F238E27FC236}">
                <a16:creationId xmlns:a16="http://schemas.microsoft.com/office/drawing/2014/main" id="{22CF5C49-7C5C-4702-9614-8D810D3D2030}"/>
              </a:ext>
            </a:extLst>
          </p:cNvPr>
          <p:cNvSpPr>
            <a:spLocks noGrp="1"/>
          </p:cNvSpPr>
          <p:nvPr>
            <p:ph type="body" sz="quarter" idx="10"/>
          </p:nvPr>
        </p:nvSpPr>
        <p:spPr/>
        <p:txBody>
          <a:bodyPr/>
          <a:lstStyle/>
          <a:p>
            <a:endParaRPr lang="en-US"/>
          </a:p>
        </p:txBody>
      </p:sp>
      <p:pic>
        <p:nvPicPr>
          <p:cNvPr id="5" name="Picture 4">
            <a:extLst>
              <a:ext uri="{FF2B5EF4-FFF2-40B4-BE49-F238E27FC236}">
                <a16:creationId xmlns:a16="http://schemas.microsoft.com/office/drawing/2014/main" id="{1D1A0EA0-7C3E-4FE6-BF75-06B5803A09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7512" y="1178839"/>
            <a:ext cx="8046784" cy="5691884"/>
          </a:xfrm>
          <a:prstGeom prst="rect">
            <a:avLst/>
          </a:prstGeom>
        </p:spPr>
      </p:pic>
    </p:spTree>
    <p:extLst>
      <p:ext uri="{BB962C8B-B14F-4D97-AF65-F5344CB8AC3E}">
        <p14:creationId xmlns:p14="http://schemas.microsoft.com/office/powerpoint/2010/main" val="28683259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0D035-44FD-44F7-A15B-F60F306DC04B}"/>
              </a:ext>
            </a:extLst>
          </p:cNvPr>
          <p:cNvSpPr>
            <a:spLocks noGrp="1"/>
          </p:cNvSpPr>
          <p:nvPr>
            <p:ph type="title"/>
          </p:nvPr>
        </p:nvSpPr>
        <p:spPr/>
        <p:txBody>
          <a:bodyPr/>
          <a:lstStyle/>
          <a:p>
            <a:r>
              <a:rPr lang="en-GB"/>
              <a:t>Visualisatie van een sprint</a:t>
            </a:r>
            <a:endParaRPr lang="en-US"/>
          </a:p>
        </p:txBody>
      </p:sp>
      <p:sp>
        <p:nvSpPr>
          <p:cNvPr id="3" name="Slide Number Placeholder 2">
            <a:extLst>
              <a:ext uri="{FF2B5EF4-FFF2-40B4-BE49-F238E27FC236}">
                <a16:creationId xmlns:a16="http://schemas.microsoft.com/office/drawing/2014/main" id="{D9BD5870-AC43-4B75-BEBB-C05F46C1383A}"/>
              </a:ext>
            </a:extLst>
          </p:cNvPr>
          <p:cNvSpPr>
            <a:spLocks noGrp="1"/>
          </p:cNvSpPr>
          <p:nvPr>
            <p:ph type="sldNum" sz="quarter" idx="7"/>
          </p:nvPr>
        </p:nvSpPr>
        <p:spPr/>
        <p:txBody>
          <a:bodyPr/>
          <a:lstStyle/>
          <a:p>
            <a:fld id="{B6F15528-21DE-4FAA-801E-634DDDAF4B2B}" type="slidenum">
              <a:rPr lang="en-US" smtClean="0"/>
              <a:pPr/>
              <a:t>5</a:t>
            </a:fld>
            <a:endParaRPr lang="en-US"/>
          </a:p>
        </p:txBody>
      </p:sp>
      <p:sp>
        <p:nvSpPr>
          <p:cNvPr id="4" name="Text Placeholder 3">
            <a:extLst>
              <a:ext uri="{FF2B5EF4-FFF2-40B4-BE49-F238E27FC236}">
                <a16:creationId xmlns:a16="http://schemas.microsoft.com/office/drawing/2014/main" id="{716985A2-F57B-48B3-BB06-E3F57D431B60}"/>
              </a:ext>
            </a:extLst>
          </p:cNvPr>
          <p:cNvSpPr>
            <a:spLocks noGrp="1"/>
          </p:cNvSpPr>
          <p:nvPr>
            <p:ph type="body" sz="quarter" idx="10"/>
          </p:nvPr>
        </p:nvSpPr>
        <p:spPr/>
        <p:txBody>
          <a:bodyPr/>
          <a:lstStyle/>
          <a:p>
            <a:endParaRPr lang="en-US"/>
          </a:p>
        </p:txBody>
      </p:sp>
      <p:pic>
        <p:nvPicPr>
          <p:cNvPr id="5" name="Picture 4" descr="Screen Clipping">
            <a:extLst>
              <a:ext uri="{FF2B5EF4-FFF2-40B4-BE49-F238E27FC236}">
                <a16:creationId xmlns:a16="http://schemas.microsoft.com/office/drawing/2014/main" id="{9A17EB34-558F-42B5-A50F-8A7BAEB4DC95}"/>
              </a:ext>
            </a:extLst>
          </p:cNvPr>
          <p:cNvPicPr>
            <a:picLocks noChangeAspect="1"/>
          </p:cNvPicPr>
          <p:nvPr/>
        </p:nvPicPr>
        <p:blipFill rotWithShape="1">
          <a:blip r:embed="rId2">
            <a:extLst>
              <a:ext uri="{28A0092B-C50C-407E-A947-70E740481C1C}">
                <a14:useLocalDpi xmlns:a14="http://schemas.microsoft.com/office/drawing/2010/main" val="0"/>
              </a:ext>
            </a:extLst>
          </a:blip>
          <a:srcRect t="6474" b="4985"/>
          <a:stretch/>
        </p:blipFill>
        <p:spPr>
          <a:xfrm>
            <a:off x="703672" y="1298435"/>
            <a:ext cx="8752656" cy="5511490"/>
          </a:xfrm>
          <a:prstGeom prst="rect">
            <a:avLst/>
          </a:prstGeom>
        </p:spPr>
      </p:pic>
    </p:spTree>
    <p:extLst>
      <p:ext uri="{BB962C8B-B14F-4D97-AF65-F5344CB8AC3E}">
        <p14:creationId xmlns:p14="http://schemas.microsoft.com/office/powerpoint/2010/main" val="7485920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0D035-44FD-44F7-A15B-F60F306DC04B}"/>
              </a:ext>
            </a:extLst>
          </p:cNvPr>
          <p:cNvSpPr>
            <a:spLocks noGrp="1"/>
          </p:cNvSpPr>
          <p:nvPr>
            <p:ph type="title"/>
          </p:nvPr>
        </p:nvSpPr>
        <p:spPr/>
        <p:txBody>
          <a:bodyPr/>
          <a:lstStyle/>
          <a:p>
            <a:r>
              <a:rPr lang="en-GB"/>
              <a:t>Visualisatie van een sprint</a:t>
            </a:r>
            <a:endParaRPr lang="en-US"/>
          </a:p>
        </p:txBody>
      </p:sp>
      <p:sp>
        <p:nvSpPr>
          <p:cNvPr id="3" name="Slide Number Placeholder 2">
            <a:extLst>
              <a:ext uri="{FF2B5EF4-FFF2-40B4-BE49-F238E27FC236}">
                <a16:creationId xmlns:a16="http://schemas.microsoft.com/office/drawing/2014/main" id="{D9BD5870-AC43-4B75-BEBB-C05F46C1383A}"/>
              </a:ext>
            </a:extLst>
          </p:cNvPr>
          <p:cNvSpPr>
            <a:spLocks noGrp="1"/>
          </p:cNvSpPr>
          <p:nvPr>
            <p:ph type="sldNum" sz="quarter" idx="7"/>
          </p:nvPr>
        </p:nvSpPr>
        <p:spPr/>
        <p:txBody>
          <a:bodyPr/>
          <a:lstStyle/>
          <a:p>
            <a:fld id="{B6F15528-21DE-4FAA-801E-634DDDAF4B2B}" type="slidenum">
              <a:rPr lang="en-US" smtClean="0"/>
              <a:pPr/>
              <a:t>6</a:t>
            </a:fld>
            <a:endParaRPr lang="en-US"/>
          </a:p>
        </p:txBody>
      </p:sp>
      <p:sp>
        <p:nvSpPr>
          <p:cNvPr id="4" name="Text Placeholder 3">
            <a:extLst>
              <a:ext uri="{FF2B5EF4-FFF2-40B4-BE49-F238E27FC236}">
                <a16:creationId xmlns:a16="http://schemas.microsoft.com/office/drawing/2014/main" id="{716985A2-F57B-48B3-BB06-E3F57D431B60}"/>
              </a:ext>
            </a:extLst>
          </p:cNvPr>
          <p:cNvSpPr>
            <a:spLocks noGrp="1"/>
          </p:cNvSpPr>
          <p:nvPr>
            <p:ph type="body" sz="quarter" idx="10"/>
          </p:nvPr>
        </p:nvSpPr>
        <p:spPr/>
        <p:txBody>
          <a:bodyPr/>
          <a:lstStyle/>
          <a:p>
            <a:endParaRPr lang="en-US"/>
          </a:p>
        </p:txBody>
      </p:sp>
      <p:pic>
        <p:nvPicPr>
          <p:cNvPr id="7" name="Picture 6">
            <a:extLst>
              <a:ext uri="{FF2B5EF4-FFF2-40B4-BE49-F238E27FC236}">
                <a16:creationId xmlns:a16="http://schemas.microsoft.com/office/drawing/2014/main" id="{2FE904AE-E94A-4116-8035-3472E7004F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1608" y="1191428"/>
            <a:ext cx="6300504" cy="5714916"/>
          </a:xfrm>
          <a:prstGeom prst="rect">
            <a:avLst/>
          </a:prstGeom>
        </p:spPr>
      </p:pic>
    </p:spTree>
    <p:extLst>
      <p:ext uri="{BB962C8B-B14F-4D97-AF65-F5344CB8AC3E}">
        <p14:creationId xmlns:p14="http://schemas.microsoft.com/office/powerpoint/2010/main" val="1357628509"/>
      </p:ext>
    </p:extLst>
  </p:cSld>
  <p:clrMapOvr>
    <a:masterClrMapping/>
  </p:clrMapOvr>
</p:sld>
</file>

<file path=ppt/theme/theme1.xml><?xml version="1.0" encoding="utf-8"?>
<a:theme xmlns:a="http://schemas.openxmlformats.org/drawingml/2006/main" name="SyntraWestBa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lIns="0" tIns="0" rIns="0" bIns="0"/>
      <a:lstStyle>
        <a:defPPr algn="l" defTabSz="914400">
          <a:defRPr sz="2400" dirty="0"/>
        </a:defPPr>
      </a:lstStyle>
    </a:txDef>
  </a:objectDefaults>
  <a:extraClrSchemeLst/>
  <a:extLst>
    <a:ext uri="{05A4C25C-085E-4340-85A3-A5531E510DB2}">
      <thm15:themeFamily xmlns:thm15="http://schemas.microsoft.com/office/thememl/2012/main" name="Syntra West.potx" id="{24F00770-8E00-4FFE-B5E4-B586873A5211}" vid="{E1965DB8-31FE-4C27-ABEF-CEFFB6B9294D}"/>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874F3F7621500740B54595FADAACF0D3" ma:contentTypeVersion="0" ma:contentTypeDescription="Een nieuw document maken." ma:contentTypeScope="" ma:versionID="10ca7a2b515201b17e407c6f1e42a0cc">
  <xsd:schema xmlns:xsd="http://www.w3.org/2001/XMLSchema" xmlns:xs="http://www.w3.org/2001/XMLSchema" xmlns:p="http://schemas.microsoft.com/office/2006/metadata/properties" targetNamespace="http://schemas.microsoft.com/office/2006/metadata/properties" ma:root="true" ma:fieldsID="4026c954aec35dea8a68741baf22be7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F776112-665F-4321-8DF2-154B8CFE473B}">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www.w3.org/XML/1998/namespace"/>
  </ds:schemaRefs>
</ds:datastoreItem>
</file>

<file path=customXml/itemProps2.xml><?xml version="1.0" encoding="utf-8"?>
<ds:datastoreItem xmlns:ds="http://schemas.openxmlformats.org/officeDocument/2006/customXml" ds:itemID="{F13963EC-CB83-4A74-AD17-7E027499DCFE}">
  <ds:schemaRefs>
    <ds:schemaRef ds:uri="http://schemas.microsoft.com/sharepoint/v3/contenttype/forms"/>
  </ds:schemaRefs>
</ds:datastoreItem>
</file>

<file path=customXml/itemProps3.xml><?xml version="1.0" encoding="utf-8"?>
<ds:datastoreItem xmlns:ds="http://schemas.openxmlformats.org/officeDocument/2006/customXml" ds:itemID="{98286553-F7F6-415B-8DC5-E41ED388B4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926</TotalTime>
  <Words>46</Words>
  <Application>Microsoft Office PowerPoint</Application>
  <PresentationFormat>Custom</PresentationFormat>
  <Paragraphs>17</Paragraphs>
  <Slides>6</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SyntraWestBase</vt:lpstr>
      <vt:lpstr>PowerPoint Presentation</vt:lpstr>
      <vt:lpstr>PowerPoint Presentation</vt:lpstr>
      <vt:lpstr>PowerPoint Presentation</vt:lpstr>
      <vt:lpstr>Visualisatie van een sprint</vt:lpstr>
      <vt:lpstr>Visualisatie van een sprint</vt:lpstr>
      <vt:lpstr>Visualisatie van een sprint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Van De Walle</dc:creator>
  <cp:lastModifiedBy>Vincent Van De Walle</cp:lastModifiedBy>
  <cp:revision>145</cp:revision>
  <dcterms:created xsi:type="dcterms:W3CDTF">2020-09-23T07:49:56Z</dcterms:created>
  <dcterms:modified xsi:type="dcterms:W3CDTF">2020-12-01T07:39:53Z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2017-03-10T00:00:00Z</vt:filetime>
  </property>
  <property fmtid="{D5CDD505-2E9C-101B-9397-08002B2CF9AE}" pid="3" name="Creator">
    <vt:lpwstr>Adobe InDesign CC 2017 (Macintosh)</vt:lpwstr>
  </property>
  <property fmtid="{D5CDD505-2E9C-101B-9397-08002B2CF9AE}" pid="4" name="LastSaved">
    <vt:filetime>2017-03-10T00:00:00Z</vt:filetime>
  </property>
  <property fmtid="{D5CDD505-2E9C-101B-9397-08002B2CF9AE}" pid="5" name="ContentTypeId">
    <vt:lpwstr>0x010100874F3F7621500740B54595FADAACF0D3</vt:lpwstr>
  </property>
</Properties>
</file>