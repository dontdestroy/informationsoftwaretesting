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4"/>
  </p:notesMasterIdLst>
  <p:sldIdLst>
    <p:sldId id="265" r:id="rId5"/>
    <p:sldId id="266" r:id="rId6"/>
    <p:sldId id="267" r:id="rId7"/>
    <p:sldId id="816" r:id="rId8"/>
    <p:sldId id="825" r:id="rId9"/>
    <p:sldId id="824" r:id="rId10"/>
    <p:sldId id="826" r:id="rId11"/>
    <p:sldId id="574" r:id="rId12"/>
    <p:sldId id="575" r:id="rId13"/>
    <p:sldId id="838" r:id="rId14"/>
    <p:sldId id="830" r:id="rId15"/>
    <p:sldId id="852" r:id="rId16"/>
    <p:sldId id="806" r:id="rId17"/>
    <p:sldId id="807" r:id="rId18"/>
    <p:sldId id="536" r:id="rId19"/>
    <p:sldId id="537" r:id="rId20"/>
    <p:sldId id="853" r:id="rId21"/>
    <p:sldId id="538" r:id="rId22"/>
    <p:sldId id="815" r:id="rId23"/>
    <p:sldId id="850" r:id="rId24"/>
    <p:sldId id="801" r:id="rId25"/>
    <p:sldId id="839" r:id="rId26"/>
    <p:sldId id="840" r:id="rId27"/>
    <p:sldId id="804" r:id="rId28"/>
    <p:sldId id="805" r:id="rId29"/>
    <p:sldId id="851" r:id="rId30"/>
    <p:sldId id="831" r:id="rId31"/>
    <p:sldId id="499" r:id="rId32"/>
    <p:sldId id="827" r:id="rId33"/>
    <p:sldId id="828" r:id="rId34"/>
    <p:sldId id="502" r:id="rId35"/>
    <p:sldId id="503" r:id="rId36"/>
    <p:sldId id="821" r:id="rId37"/>
    <p:sldId id="841" r:id="rId38"/>
    <p:sldId id="822" r:id="rId39"/>
    <p:sldId id="842" r:id="rId40"/>
    <p:sldId id="833" r:id="rId41"/>
    <p:sldId id="834" r:id="rId42"/>
    <p:sldId id="837" r:id="rId43"/>
    <p:sldId id="817" r:id="rId44"/>
    <p:sldId id="847" r:id="rId45"/>
    <p:sldId id="844" r:id="rId46"/>
    <p:sldId id="818" r:id="rId47"/>
    <p:sldId id="845" r:id="rId48"/>
    <p:sldId id="849" r:id="rId49"/>
    <p:sldId id="819" r:id="rId50"/>
    <p:sldId id="823" r:id="rId51"/>
    <p:sldId id="846" r:id="rId52"/>
    <p:sldId id="848" r:id="rId53"/>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87472" autoAdjust="0"/>
  </p:normalViewPr>
  <p:slideViewPr>
    <p:cSldViewPr>
      <p:cViewPr varScale="1">
        <p:scale>
          <a:sx n="96" d="100"/>
          <a:sy n="96" d="100"/>
        </p:scale>
        <p:origin x="1530" y="57"/>
      </p:cViewPr>
      <p:guideLst>
        <p:guide orient="horz" pos="2880"/>
        <p:guide pos="2160"/>
      </p:guideLst>
    </p:cSldViewPr>
  </p:slideViewPr>
  <p:outlineViewPr>
    <p:cViewPr>
      <p:scale>
        <a:sx n="33" d="100"/>
        <a:sy n="33" d="100"/>
      </p:scale>
      <p:origin x="0" y="-13698"/>
    </p:cViewPr>
  </p:outlin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26BA45-BF47-428F-B9B1-8586280D9D1D}" type="doc">
      <dgm:prSet loTypeId="urn:microsoft.com/office/officeart/2005/8/layout/hierarchy5" loCatId="hierarchy" qsTypeId="urn:microsoft.com/office/officeart/2005/8/quickstyle/simple1" qsCatId="simple" csTypeId="urn:microsoft.com/office/officeart/2005/8/colors/accent1_2" csCatId="accent1" phldr="1"/>
      <dgm:spPr/>
      <dgm:t>
        <a:bodyPr/>
        <a:lstStyle/>
        <a:p>
          <a:endParaRPr lang="en-US"/>
        </a:p>
      </dgm:t>
    </dgm:pt>
    <dgm:pt modelId="{001E5FB6-6073-4351-A95F-123DDE961255}">
      <dgm:prSet phldrT="[Text]"/>
      <dgm:spPr/>
      <dgm:t>
        <a:bodyPr/>
        <a:lstStyle/>
        <a:p>
          <a:r>
            <a:rPr lang="en-GB"/>
            <a:t>Black Box</a:t>
          </a:r>
          <a:endParaRPr lang="en-US"/>
        </a:p>
      </dgm:t>
    </dgm:pt>
    <dgm:pt modelId="{7CF6C2CD-25CB-44B2-BA4A-A91E4E8885DC}" type="parTrans" cxnId="{EE89E88E-8460-4DEE-B24D-9665FC37619B}">
      <dgm:prSet/>
      <dgm:spPr/>
      <dgm:t>
        <a:bodyPr/>
        <a:lstStyle/>
        <a:p>
          <a:endParaRPr lang="en-US"/>
        </a:p>
      </dgm:t>
    </dgm:pt>
    <dgm:pt modelId="{FD06D9AB-B6AF-45AC-B22B-28512677B675}" type="sibTrans" cxnId="{EE89E88E-8460-4DEE-B24D-9665FC37619B}">
      <dgm:prSet/>
      <dgm:spPr/>
      <dgm:t>
        <a:bodyPr/>
        <a:lstStyle/>
        <a:p>
          <a:endParaRPr lang="en-US"/>
        </a:p>
      </dgm:t>
    </dgm:pt>
    <dgm:pt modelId="{63C4DD11-E2B5-47A5-8793-1367937EB928}">
      <dgm:prSet phldrT="[Text]"/>
      <dgm:spPr/>
      <dgm:t>
        <a:bodyPr/>
        <a:lstStyle/>
        <a:p>
          <a:r>
            <a:rPr lang="en-GB"/>
            <a:t>Functional</a:t>
          </a:r>
          <a:endParaRPr lang="en-US"/>
        </a:p>
      </dgm:t>
    </dgm:pt>
    <dgm:pt modelId="{D10872A0-9DE0-4C78-A315-E021C0726145}" type="parTrans" cxnId="{5F7AD8B9-D610-4480-BF70-D021E8A72EEA}">
      <dgm:prSet/>
      <dgm:spPr/>
      <dgm:t>
        <a:bodyPr/>
        <a:lstStyle/>
        <a:p>
          <a:endParaRPr lang="en-US"/>
        </a:p>
      </dgm:t>
    </dgm:pt>
    <dgm:pt modelId="{22FF5917-7399-45DB-A160-1DD7D802EFF7}" type="sibTrans" cxnId="{5F7AD8B9-D610-4480-BF70-D021E8A72EEA}">
      <dgm:prSet/>
      <dgm:spPr/>
      <dgm:t>
        <a:bodyPr/>
        <a:lstStyle/>
        <a:p>
          <a:endParaRPr lang="en-US"/>
        </a:p>
      </dgm:t>
    </dgm:pt>
    <dgm:pt modelId="{4AAC8FF8-6C3A-4E31-BA1F-276786050C52}">
      <dgm:prSet phldrT="[Text]"/>
      <dgm:spPr/>
      <dgm:t>
        <a:bodyPr/>
        <a:lstStyle/>
        <a:p>
          <a:r>
            <a:rPr lang="en-GB"/>
            <a:t>Non-Functional</a:t>
          </a:r>
          <a:endParaRPr lang="en-US"/>
        </a:p>
      </dgm:t>
    </dgm:pt>
    <dgm:pt modelId="{061F9239-87D2-4D96-BBAA-6152171EC6DA}" type="parTrans" cxnId="{A0D68093-40F2-4E70-8917-7BC09DC221AA}">
      <dgm:prSet/>
      <dgm:spPr/>
      <dgm:t>
        <a:bodyPr/>
        <a:lstStyle/>
        <a:p>
          <a:endParaRPr lang="en-US"/>
        </a:p>
      </dgm:t>
    </dgm:pt>
    <dgm:pt modelId="{2E91EA71-CE5B-4305-AD08-4CC68A5724DA}" type="sibTrans" cxnId="{A0D68093-40F2-4E70-8917-7BC09DC221AA}">
      <dgm:prSet/>
      <dgm:spPr/>
      <dgm:t>
        <a:bodyPr/>
        <a:lstStyle/>
        <a:p>
          <a:endParaRPr lang="en-US"/>
        </a:p>
      </dgm:t>
    </dgm:pt>
    <dgm:pt modelId="{8CC9018F-5AD4-40FE-A747-DE4173C83865}">
      <dgm:prSet phldrT="[Text]"/>
      <dgm:spPr/>
      <dgm:t>
        <a:bodyPr/>
        <a:lstStyle/>
        <a:p>
          <a:r>
            <a:rPr lang="en-GB"/>
            <a:t>White Box</a:t>
          </a:r>
          <a:endParaRPr lang="en-US"/>
        </a:p>
      </dgm:t>
    </dgm:pt>
    <dgm:pt modelId="{752E1373-D476-4ED9-B1D2-1D3A4B1B2FBC}" type="parTrans" cxnId="{2A6F3E89-FCB2-4304-9928-0AE24CFF126E}">
      <dgm:prSet/>
      <dgm:spPr/>
      <dgm:t>
        <a:bodyPr/>
        <a:lstStyle/>
        <a:p>
          <a:endParaRPr lang="en-US"/>
        </a:p>
      </dgm:t>
    </dgm:pt>
    <dgm:pt modelId="{E01D050F-9FF1-4E9E-A119-211F615F5670}" type="sibTrans" cxnId="{2A6F3E89-FCB2-4304-9928-0AE24CFF126E}">
      <dgm:prSet/>
      <dgm:spPr/>
      <dgm:t>
        <a:bodyPr/>
        <a:lstStyle/>
        <a:p>
          <a:endParaRPr lang="en-US"/>
        </a:p>
      </dgm:t>
    </dgm:pt>
    <dgm:pt modelId="{9FD294A9-2B44-42E6-AB2C-F98E10D927FC}">
      <dgm:prSet phldrT="[Text]"/>
      <dgm:spPr/>
      <dgm:t>
        <a:bodyPr/>
        <a:lstStyle/>
        <a:p>
          <a:r>
            <a:rPr lang="en-GB"/>
            <a:t>Data Flow</a:t>
          </a:r>
          <a:endParaRPr lang="en-US"/>
        </a:p>
      </dgm:t>
    </dgm:pt>
    <dgm:pt modelId="{C46C6158-3FEB-4BCD-B7C8-84BE04A5D130}" type="parTrans" cxnId="{5BE2F41F-21C7-4F40-ADB4-0A2A141958DE}">
      <dgm:prSet/>
      <dgm:spPr/>
      <dgm:t>
        <a:bodyPr/>
        <a:lstStyle/>
        <a:p>
          <a:endParaRPr lang="en-US"/>
        </a:p>
      </dgm:t>
    </dgm:pt>
    <dgm:pt modelId="{F2DC5221-2C04-4438-87E4-BF9AFC87376B}" type="sibTrans" cxnId="{5BE2F41F-21C7-4F40-ADB4-0A2A141958DE}">
      <dgm:prSet/>
      <dgm:spPr/>
      <dgm:t>
        <a:bodyPr/>
        <a:lstStyle/>
        <a:p>
          <a:endParaRPr lang="en-US"/>
        </a:p>
      </dgm:t>
    </dgm:pt>
    <dgm:pt modelId="{5F459359-4F6F-4004-ADE1-1987D685FB73}">
      <dgm:prSet phldrT="[Text]"/>
      <dgm:spPr/>
      <dgm:t>
        <a:bodyPr/>
        <a:lstStyle/>
        <a:p>
          <a:r>
            <a:rPr lang="en-GB"/>
            <a:t> </a:t>
          </a:r>
          <a:endParaRPr lang="en-US"/>
        </a:p>
      </dgm:t>
    </dgm:pt>
    <dgm:pt modelId="{8ED5A0C1-9480-47D3-AC8C-EBE8A30C093B}" type="parTrans" cxnId="{FD0130A0-23DE-4BF3-A534-4E70546FA224}">
      <dgm:prSet/>
      <dgm:spPr/>
      <dgm:t>
        <a:bodyPr/>
        <a:lstStyle/>
        <a:p>
          <a:endParaRPr lang="en-US"/>
        </a:p>
      </dgm:t>
    </dgm:pt>
    <dgm:pt modelId="{45B7AE84-F0F6-4260-B157-421297E3AF75}" type="sibTrans" cxnId="{FD0130A0-23DE-4BF3-A534-4E70546FA224}">
      <dgm:prSet/>
      <dgm:spPr/>
      <dgm:t>
        <a:bodyPr/>
        <a:lstStyle/>
        <a:p>
          <a:endParaRPr lang="en-US"/>
        </a:p>
      </dgm:t>
    </dgm:pt>
    <dgm:pt modelId="{DE4DAFDE-BABB-446D-BB29-686424FFB0EC}">
      <dgm:prSet phldrT="[Text]"/>
      <dgm:spPr/>
      <dgm:t>
        <a:bodyPr/>
        <a:lstStyle/>
        <a:p>
          <a:r>
            <a:rPr lang="en-GB"/>
            <a:t>Niveaus</a:t>
          </a:r>
          <a:endParaRPr lang="en-US"/>
        </a:p>
      </dgm:t>
    </dgm:pt>
    <dgm:pt modelId="{879FB630-D2E1-4BCD-9906-2F211A44A23F}" type="sibTrans" cxnId="{20B311A6-7565-4EF3-AD48-B79D34066B8D}">
      <dgm:prSet/>
      <dgm:spPr/>
      <dgm:t>
        <a:bodyPr/>
        <a:lstStyle/>
        <a:p>
          <a:endParaRPr lang="en-US"/>
        </a:p>
      </dgm:t>
    </dgm:pt>
    <dgm:pt modelId="{9DD60D52-4919-47A6-9303-BE216657A188}" type="parTrans" cxnId="{20B311A6-7565-4EF3-AD48-B79D34066B8D}">
      <dgm:prSet/>
      <dgm:spPr/>
      <dgm:t>
        <a:bodyPr/>
        <a:lstStyle/>
        <a:p>
          <a:endParaRPr lang="en-US"/>
        </a:p>
      </dgm:t>
    </dgm:pt>
    <dgm:pt modelId="{39BC2D8B-8C79-4737-8454-74B0F668D316}">
      <dgm:prSet phldrT="[Text]"/>
      <dgm:spPr/>
      <dgm:t>
        <a:bodyPr/>
        <a:lstStyle/>
        <a:p>
          <a:r>
            <a:rPr lang="en-GB"/>
            <a:t> Method</a:t>
          </a:r>
          <a:endParaRPr lang="en-US"/>
        </a:p>
      </dgm:t>
    </dgm:pt>
    <dgm:pt modelId="{8595EB69-25DF-4AC4-8B33-327FF923DF49}" type="sibTrans" cxnId="{99E058C1-0BD8-4A9A-8090-83725225ED27}">
      <dgm:prSet/>
      <dgm:spPr/>
      <dgm:t>
        <a:bodyPr/>
        <a:lstStyle/>
        <a:p>
          <a:endParaRPr lang="en-US"/>
        </a:p>
      </dgm:t>
    </dgm:pt>
    <dgm:pt modelId="{F6689CD9-4D44-4A6E-8B4B-462A9F8944D9}" type="parTrans" cxnId="{99E058C1-0BD8-4A9A-8090-83725225ED27}">
      <dgm:prSet/>
      <dgm:spPr/>
      <dgm:t>
        <a:bodyPr/>
        <a:lstStyle/>
        <a:p>
          <a:endParaRPr lang="en-US"/>
        </a:p>
      </dgm:t>
    </dgm:pt>
    <dgm:pt modelId="{357CAD99-0B82-48FD-AD4C-1AD00AAADA51}">
      <dgm:prSet phldrT="[Text]"/>
      <dgm:spPr/>
      <dgm:t>
        <a:bodyPr/>
        <a:lstStyle/>
        <a:p>
          <a:r>
            <a:rPr lang="en-GB"/>
            <a:t>Dynamisch</a:t>
          </a:r>
          <a:endParaRPr lang="en-US"/>
        </a:p>
      </dgm:t>
    </dgm:pt>
    <dgm:pt modelId="{F12003A8-5B89-459E-A6A4-C44E8516DABA}" type="parTrans" cxnId="{12E166A6-8CE1-49E6-BB21-3F32F024D67D}">
      <dgm:prSet/>
      <dgm:spPr/>
      <dgm:t>
        <a:bodyPr/>
        <a:lstStyle/>
        <a:p>
          <a:endParaRPr lang="en-US"/>
        </a:p>
      </dgm:t>
    </dgm:pt>
    <dgm:pt modelId="{2598EDAE-18FF-4D9C-A6EC-2E9E180D3A20}" type="sibTrans" cxnId="{12E166A6-8CE1-49E6-BB21-3F32F024D67D}">
      <dgm:prSet/>
      <dgm:spPr/>
      <dgm:t>
        <a:bodyPr/>
        <a:lstStyle/>
        <a:p>
          <a:endParaRPr lang="en-US"/>
        </a:p>
      </dgm:t>
    </dgm:pt>
    <dgm:pt modelId="{95C11BFD-0D50-4C4F-A2AB-B7DE579D5477}">
      <dgm:prSet phldrT="[Text]"/>
      <dgm:spPr/>
      <dgm:t>
        <a:bodyPr/>
        <a:lstStyle/>
        <a:p>
          <a:r>
            <a:rPr lang="en-GB"/>
            <a:t>Unit</a:t>
          </a:r>
          <a:endParaRPr lang="en-US"/>
        </a:p>
      </dgm:t>
    </dgm:pt>
    <dgm:pt modelId="{93B2EA19-4313-4106-99DC-D8E9B0455487}" type="parTrans" cxnId="{319861AD-5D61-4342-AF01-23A3EB07065E}">
      <dgm:prSet/>
      <dgm:spPr/>
      <dgm:t>
        <a:bodyPr/>
        <a:lstStyle/>
        <a:p>
          <a:endParaRPr lang="en-US"/>
        </a:p>
      </dgm:t>
    </dgm:pt>
    <dgm:pt modelId="{F5039DB5-8EA4-4059-96A8-2668F195EBF3}" type="sibTrans" cxnId="{319861AD-5D61-4342-AF01-23A3EB07065E}">
      <dgm:prSet/>
      <dgm:spPr/>
      <dgm:t>
        <a:bodyPr/>
        <a:lstStyle/>
        <a:p>
          <a:endParaRPr lang="en-US"/>
        </a:p>
      </dgm:t>
    </dgm:pt>
    <dgm:pt modelId="{57586DF8-2640-4010-8877-21A09C0CBD8B}">
      <dgm:prSet phldrT="[Text]"/>
      <dgm:spPr/>
      <dgm:t>
        <a:bodyPr/>
        <a:lstStyle/>
        <a:p>
          <a:endParaRPr lang="en-US"/>
        </a:p>
      </dgm:t>
    </dgm:pt>
    <dgm:pt modelId="{959CC67E-CDD4-463C-9206-A324EA49CC41}" type="parTrans" cxnId="{29152C7D-FD83-4338-A57E-6908233ECA44}">
      <dgm:prSet/>
      <dgm:spPr/>
      <dgm:t>
        <a:bodyPr/>
        <a:lstStyle/>
        <a:p>
          <a:endParaRPr lang="en-US"/>
        </a:p>
      </dgm:t>
    </dgm:pt>
    <dgm:pt modelId="{D3EF237C-8A40-4E91-B093-CDC5B09D79AF}" type="sibTrans" cxnId="{29152C7D-FD83-4338-A57E-6908233ECA44}">
      <dgm:prSet/>
      <dgm:spPr/>
      <dgm:t>
        <a:bodyPr/>
        <a:lstStyle/>
        <a:p>
          <a:endParaRPr lang="en-US"/>
        </a:p>
      </dgm:t>
    </dgm:pt>
    <dgm:pt modelId="{C5C3BAE9-6546-4AF0-86A5-FEA0631536DF}">
      <dgm:prSet phldrT="[Text]"/>
      <dgm:spPr/>
      <dgm:t>
        <a:bodyPr/>
        <a:lstStyle/>
        <a:p>
          <a:r>
            <a:rPr lang="en-GB"/>
            <a:t>Integratie</a:t>
          </a:r>
          <a:endParaRPr lang="en-US"/>
        </a:p>
      </dgm:t>
    </dgm:pt>
    <dgm:pt modelId="{DCAC3B84-17CA-4174-85C9-172110154EAF}" type="parTrans" cxnId="{B8290D57-948A-46E3-AFE3-5E290400C107}">
      <dgm:prSet/>
      <dgm:spPr/>
      <dgm:t>
        <a:bodyPr/>
        <a:lstStyle/>
        <a:p>
          <a:endParaRPr lang="en-US"/>
        </a:p>
      </dgm:t>
    </dgm:pt>
    <dgm:pt modelId="{F8454318-2B0F-4533-A9DC-96907CC490B6}" type="sibTrans" cxnId="{B8290D57-948A-46E3-AFE3-5E290400C107}">
      <dgm:prSet/>
      <dgm:spPr/>
      <dgm:t>
        <a:bodyPr/>
        <a:lstStyle/>
        <a:p>
          <a:endParaRPr lang="en-US"/>
        </a:p>
      </dgm:t>
    </dgm:pt>
    <dgm:pt modelId="{FB8DD870-8C1E-44B3-8162-1FDD6813FB63}">
      <dgm:prSet phldrT="[Text]"/>
      <dgm:spPr/>
      <dgm:t>
        <a:bodyPr/>
        <a:lstStyle/>
        <a:p>
          <a:r>
            <a:rPr lang="en-GB"/>
            <a:t>Systeem</a:t>
          </a:r>
          <a:endParaRPr lang="en-US"/>
        </a:p>
      </dgm:t>
    </dgm:pt>
    <dgm:pt modelId="{035ED0BC-0690-458E-A61D-2B077EC40488}" type="parTrans" cxnId="{4DBC6EF4-9400-49C0-A0C8-15AFA8DDB35F}">
      <dgm:prSet/>
      <dgm:spPr/>
      <dgm:t>
        <a:bodyPr/>
        <a:lstStyle/>
        <a:p>
          <a:endParaRPr lang="en-US"/>
        </a:p>
      </dgm:t>
    </dgm:pt>
    <dgm:pt modelId="{CF7162D2-9447-407C-986B-EF737CA2D0AB}" type="sibTrans" cxnId="{4DBC6EF4-9400-49C0-A0C8-15AFA8DDB35F}">
      <dgm:prSet/>
      <dgm:spPr/>
      <dgm:t>
        <a:bodyPr/>
        <a:lstStyle/>
        <a:p>
          <a:endParaRPr lang="en-US"/>
        </a:p>
      </dgm:t>
    </dgm:pt>
    <dgm:pt modelId="{40E75044-B2B1-46B3-A8EB-7F617EF36E7B}">
      <dgm:prSet phldrT="[Text]"/>
      <dgm:spPr/>
      <dgm:t>
        <a:bodyPr/>
        <a:lstStyle/>
        <a:p>
          <a:r>
            <a:rPr lang="en-GB"/>
            <a:t>Control</a:t>
          </a:r>
          <a:endParaRPr lang="en-US"/>
        </a:p>
      </dgm:t>
    </dgm:pt>
    <dgm:pt modelId="{AA60EB01-FB04-4028-8C68-3C445BEA065E}" type="parTrans" cxnId="{A3F810FF-34E4-4355-BE74-D8323EAE2C3E}">
      <dgm:prSet/>
      <dgm:spPr/>
      <dgm:t>
        <a:bodyPr/>
        <a:lstStyle/>
        <a:p>
          <a:endParaRPr lang="en-US"/>
        </a:p>
      </dgm:t>
    </dgm:pt>
    <dgm:pt modelId="{7DBAD568-53D0-4625-9012-075501D6DDC6}" type="sibTrans" cxnId="{A3F810FF-34E4-4355-BE74-D8323EAE2C3E}">
      <dgm:prSet/>
      <dgm:spPr/>
      <dgm:t>
        <a:bodyPr/>
        <a:lstStyle/>
        <a:p>
          <a:endParaRPr lang="en-US"/>
        </a:p>
      </dgm:t>
    </dgm:pt>
    <dgm:pt modelId="{8CCD6DB7-B371-47C8-AB91-DCAD691BA506}">
      <dgm:prSet phldrT="[Text]"/>
      <dgm:spPr/>
      <dgm:t>
        <a:bodyPr/>
        <a:lstStyle/>
        <a:p>
          <a:r>
            <a:rPr lang="en-GB"/>
            <a:t>Acceptatie </a:t>
          </a:r>
          <a:endParaRPr lang="en-US"/>
        </a:p>
      </dgm:t>
    </dgm:pt>
    <dgm:pt modelId="{4A45BE58-7C59-4D81-B8A1-18254568A232}" type="parTrans" cxnId="{6D029F77-61AA-4CD2-B557-A111A0E3E815}">
      <dgm:prSet/>
      <dgm:spPr/>
      <dgm:t>
        <a:bodyPr/>
        <a:lstStyle/>
        <a:p>
          <a:endParaRPr lang="en-US"/>
        </a:p>
      </dgm:t>
    </dgm:pt>
    <dgm:pt modelId="{B5BB4668-A98A-45E3-9728-01C0E26F55B7}" type="sibTrans" cxnId="{6D029F77-61AA-4CD2-B557-A111A0E3E815}">
      <dgm:prSet/>
      <dgm:spPr/>
      <dgm:t>
        <a:bodyPr/>
        <a:lstStyle/>
        <a:p>
          <a:endParaRPr lang="en-US"/>
        </a:p>
      </dgm:t>
    </dgm:pt>
    <dgm:pt modelId="{F8FC93F6-4E6B-4346-981E-6F033964B2D8}">
      <dgm:prSet phldrT="[Text]"/>
      <dgm:spPr/>
      <dgm:t>
        <a:bodyPr/>
        <a:lstStyle/>
        <a:p>
          <a:r>
            <a:rPr lang="en-GB"/>
            <a:t>Acceptatie</a:t>
          </a:r>
          <a:endParaRPr lang="en-US"/>
        </a:p>
      </dgm:t>
    </dgm:pt>
    <dgm:pt modelId="{56F4CC99-F478-4F0A-B0E4-772C87F6FD87}" type="parTrans" cxnId="{D08B34A1-5525-40C4-B4C1-196C74CDE385}">
      <dgm:prSet/>
      <dgm:spPr/>
      <dgm:t>
        <a:bodyPr/>
        <a:lstStyle/>
        <a:p>
          <a:endParaRPr lang="en-US"/>
        </a:p>
      </dgm:t>
    </dgm:pt>
    <dgm:pt modelId="{6EDF8C43-AE40-49E2-9A97-5969D9CCD1B3}" type="sibTrans" cxnId="{D08B34A1-5525-40C4-B4C1-196C74CDE385}">
      <dgm:prSet/>
      <dgm:spPr/>
      <dgm:t>
        <a:bodyPr/>
        <a:lstStyle/>
        <a:p>
          <a:endParaRPr lang="en-US"/>
        </a:p>
      </dgm:t>
    </dgm:pt>
    <dgm:pt modelId="{32D1F52B-E039-429A-A5AE-3BEDFC5AFA96}">
      <dgm:prSet phldrT="[Text]"/>
      <dgm:spPr/>
      <dgm:t>
        <a:bodyPr/>
        <a:lstStyle/>
        <a:p>
          <a:r>
            <a:rPr lang="en-GB"/>
            <a:t>Unit</a:t>
          </a:r>
          <a:endParaRPr lang="en-US"/>
        </a:p>
      </dgm:t>
    </dgm:pt>
    <dgm:pt modelId="{A31232CB-D654-4733-BEBF-5A6BB533C13E}" type="parTrans" cxnId="{0E2A7BC8-B040-425E-B4EB-FCB01F5BB77D}">
      <dgm:prSet/>
      <dgm:spPr/>
      <dgm:t>
        <a:bodyPr/>
        <a:lstStyle/>
        <a:p>
          <a:endParaRPr lang="en-US"/>
        </a:p>
      </dgm:t>
    </dgm:pt>
    <dgm:pt modelId="{C6CBFF76-5560-411F-B92B-56E786FDAD10}" type="sibTrans" cxnId="{0E2A7BC8-B040-425E-B4EB-FCB01F5BB77D}">
      <dgm:prSet/>
      <dgm:spPr/>
      <dgm:t>
        <a:bodyPr/>
        <a:lstStyle/>
        <a:p>
          <a:endParaRPr lang="en-US"/>
        </a:p>
      </dgm:t>
    </dgm:pt>
    <dgm:pt modelId="{470201DD-05EC-46BA-B2F8-A9BD9DA36C4A}">
      <dgm:prSet phldrT="[Text]"/>
      <dgm:spPr/>
      <dgm:t>
        <a:bodyPr/>
        <a:lstStyle/>
        <a:p>
          <a:r>
            <a:rPr lang="en-GB"/>
            <a:t>Integratie</a:t>
          </a:r>
          <a:endParaRPr lang="en-US"/>
        </a:p>
      </dgm:t>
    </dgm:pt>
    <dgm:pt modelId="{B1342BF0-0C16-45E9-857E-DB933EF95AFF}" type="parTrans" cxnId="{76B736BC-F8CA-418C-91E9-5CD76753D970}">
      <dgm:prSet/>
      <dgm:spPr/>
      <dgm:t>
        <a:bodyPr/>
        <a:lstStyle/>
        <a:p>
          <a:endParaRPr lang="en-US"/>
        </a:p>
      </dgm:t>
    </dgm:pt>
    <dgm:pt modelId="{21DC42C4-7741-4196-A442-C781FBF0F237}" type="sibTrans" cxnId="{76B736BC-F8CA-418C-91E9-5CD76753D970}">
      <dgm:prSet/>
      <dgm:spPr/>
      <dgm:t>
        <a:bodyPr/>
        <a:lstStyle/>
        <a:p>
          <a:endParaRPr lang="en-US"/>
        </a:p>
      </dgm:t>
    </dgm:pt>
    <dgm:pt modelId="{75771F79-8911-4B07-A9AD-BA4F7750F31C}" type="pres">
      <dgm:prSet presAssocID="{5E26BA45-BF47-428F-B9B1-8586280D9D1D}" presName="mainComposite" presStyleCnt="0">
        <dgm:presLayoutVars>
          <dgm:chPref val="1"/>
          <dgm:dir/>
          <dgm:animOne val="branch"/>
          <dgm:animLvl val="lvl"/>
          <dgm:resizeHandles val="exact"/>
        </dgm:presLayoutVars>
      </dgm:prSet>
      <dgm:spPr/>
    </dgm:pt>
    <dgm:pt modelId="{7295BE18-38D9-4A08-AD0B-DE1516A375DC}" type="pres">
      <dgm:prSet presAssocID="{5E26BA45-BF47-428F-B9B1-8586280D9D1D}" presName="hierFlow" presStyleCnt="0"/>
      <dgm:spPr/>
    </dgm:pt>
    <dgm:pt modelId="{B1B8CD22-FFC0-45F9-94FA-F209D7F06F7C}" type="pres">
      <dgm:prSet presAssocID="{5E26BA45-BF47-428F-B9B1-8586280D9D1D}" presName="firstBuf" presStyleCnt="0"/>
      <dgm:spPr/>
    </dgm:pt>
    <dgm:pt modelId="{9FD66279-BE6F-4398-8619-C171C629648D}" type="pres">
      <dgm:prSet presAssocID="{5E26BA45-BF47-428F-B9B1-8586280D9D1D}" presName="hierChild1" presStyleCnt="0">
        <dgm:presLayoutVars>
          <dgm:chPref val="1"/>
          <dgm:animOne val="branch"/>
          <dgm:animLvl val="lvl"/>
        </dgm:presLayoutVars>
      </dgm:prSet>
      <dgm:spPr/>
    </dgm:pt>
    <dgm:pt modelId="{EEDFDBF1-6FC7-4F67-AF1B-A4175AD01FCB}" type="pres">
      <dgm:prSet presAssocID="{357CAD99-0B82-48FD-AD4C-1AD00AAADA51}" presName="Name17" presStyleCnt="0"/>
      <dgm:spPr/>
    </dgm:pt>
    <dgm:pt modelId="{9CA1419D-1CA3-4606-BF78-7DBDB36352AE}" type="pres">
      <dgm:prSet presAssocID="{357CAD99-0B82-48FD-AD4C-1AD00AAADA51}" presName="level1Shape" presStyleLbl="node0" presStyleIdx="0" presStyleCnt="1">
        <dgm:presLayoutVars>
          <dgm:chPref val="3"/>
        </dgm:presLayoutVars>
      </dgm:prSet>
      <dgm:spPr/>
    </dgm:pt>
    <dgm:pt modelId="{2EB09E59-F0FA-4B15-B86E-D25F24605686}" type="pres">
      <dgm:prSet presAssocID="{357CAD99-0B82-48FD-AD4C-1AD00AAADA51}" presName="hierChild2" presStyleCnt="0"/>
      <dgm:spPr/>
    </dgm:pt>
    <dgm:pt modelId="{F1B1EF96-D2C1-4082-AB6F-23BD7B458510}" type="pres">
      <dgm:prSet presAssocID="{7CF6C2CD-25CB-44B2-BA4A-A91E4E8885DC}" presName="Name25" presStyleLbl="parChTrans1D2" presStyleIdx="0" presStyleCnt="2"/>
      <dgm:spPr/>
    </dgm:pt>
    <dgm:pt modelId="{8EEA67F2-E9F0-4DFC-B6ED-8D141016B811}" type="pres">
      <dgm:prSet presAssocID="{7CF6C2CD-25CB-44B2-BA4A-A91E4E8885DC}" presName="connTx" presStyleLbl="parChTrans1D2" presStyleIdx="0" presStyleCnt="2"/>
      <dgm:spPr/>
    </dgm:pt>
    <dgm:pt modelId="{498846D1-B502-4386-B0E2-AEFF4CDCCFFF}" type="pres">
      <dgm:prSet presAssocID="{001E5FB6-6073-4351-A95F-123DDE961255}" presName="Name30" presStyleCnt="0"/>
      <dgm:spPr/>
    </dgm:pt>
    <dgm:pt modelId="{D9904874-D576-4644-A470-0343566E347B}" type="pres">
      <dgm:prSet presAssocID="{001E5FB6-6073-4351-A95F-123DDE961255}" presName="level2Shape" presStyleLbl="node2" presStyleIdx="0" presStyleCnt="2"/>
      <dgm:spPr/>
    </dgm:pt>
    <dgm:pt modelId="{3587E9D1-0850-4DB8-8BBF-94DC3C075729}" type="pres">
      <dgm:prSet presAssocID="{001E5FB6-6073-4351-A95F-123DDE961255}" presName="hierChild3" presStyleCnt="0"/>
      <dgm:spPr/>
    </dgm:pt>
    <dgm:pt modelId="{D50725EF-961D-4E25-86B7-6A57D3ACA7A8}" type="pres">
      <dgm:prSet presAssocID="{D10872A0-9DE0-4C78-A315-E021C0726145}" presName="Name25" presStyleLbl="parChTrans1D3" presStyleIdx="0" presStyleCnt="4"/>
      <dgm:spPr/>
    </dgm:pt>
    <dgm:pt modelId="{DEE8E83F-4926-4E9B-A045-07D1F4FD0456}" type="pres">
      <dgm:prSet presAssocID="{D10872A0-9DE0-4C78-A315-E021C0726145}" presName="connTx" presStyleLbl="parChTrans1D3" presStyleIdx="0" presStyleCnt="4"/>
      <dgm:spPr/>
    </dgm:pt>
    <dgm:pt modelId="{A1CBF960-5B2D-4444-BE5B-220C37401622}" type="pres">
      <dgm:prSet presAssocID="{63C4DD11-E2B5-47A5-8793-1367937EB928}" presName="Name30" presStyleCnt="0"/>
      <dgm:spPr/>
    </dgm:pt>
    <dgm:pt modelId="{A879C890-68B0-4CC0-A273-A2667CBEC1C9}" type="pres">
      <dgm:prSet presAssocID="{63C4DD11-E2B5-47A5-8793-1367937EB928}" presName="level2Shape" presStyleLbl="node3" presStyleIdx="0" presStyleCnt="4"/>
      <dgm:spPr/>
    </dgm:pt>
    <dgm:pt modelId="{721F1945-DE2E-4187-B38B-8CB71CDC2E6B}" type="pres">
      <dgm:prSet presAssocID="{63C4DD11-E2B5-47A5-8793-1367937EB928}" presName="hierChild3" presStyleCnt="0"/>
      <dgm:spPr/>
    </dgm:pt>
    <dgm:pt modelId="{8F561625-CFB7-44C9-B86F-3B7A803F61E6}" type="pres">
      <dgm:prSet presAssocID="{93B2EA19-4313-4106-99DC-D8E9B0455487}" presName="Name25" presStyleLbl="parChTrans1D4" presStyleIdx="0" presStyleCnt="7"/>
      <dgm:spPr/>
    </dgm:pt>
    <dgm:pt modelId="{4F2888C7-FC22-4A6E-B80E-874274C4DD0F}" type="pres">
      <dgm:prSet presAssocID="{93B2EA19-4313-4106-99DC-D8E9B0455487}" presName="connTx" presStyleLbl="parChTrans1D4" presStyleIdx="0" presStyleCnt="7"/>
      <dgm:spPr/>
    </dgm:pt>
    <dgm:pt modelId="{FA765DAA-EF60-4E1B-B4BE-8BB9B8B5A058}" type="pres">
      <dgm:prSet presAssocID="{95C11BFD-0D50-4C4F-A2AB-B7DE579D5477}" presName="Name30" presStyleCnt="0"/>
      <dgm:spPr/>
    </dgm:pt>
    <dgm:pt modelId="{4BD18DB7-7A7A-4055-82DB-F12BFEFF5AB8}" type="pres">
      <dgm:prSet presAssocID="{95C11BFD-0D50-4C4F-A2AB-B7DE579D5477}" presName="level2Shape" presStyleLbl="node4" presStyleIdx="0" presStyleCnt="7"/>
      <dgm:spPr/>
    </dgm:pt>
    <dgm:pt modelId="{E30B2A60-52EF-489C-906C-B82A431DC76F}" type="pres">
      <dgm:prSet presAssocID="{95C11BFD-0D50-4C4F-A2AB-B7DE579D5477}" presName="hierChild3" presStyleCnt="0"/>
      <dgm:spPr/>
    </dgm:pt>
    <dgm:pt modelId="{CA43B923-1ED7-4965-B08E-1992FAC490E7}" type="pres">
      <dgm:prSet presAssocID="{DCAC3B84-17CA-4174-85C9-172110154EAF}" presName="Name25" presStyleLbl="parChTrans1D4" presStyleIdx="1" presStyleCnt="7"/>
      <dgm:spPr/>
    </dgm:pt>
    <dgm:pt modelId="{A64E1C99-D8B2-4756-8788-A80562B6C766}" type="pres">
      <dgm:prSet presAssocID="{DCAC3B84-17CA-4174-85C9-172110154EAF}" presName="connTx" presStyleLbl="parChTrans1D4" presStyleIdx="1" presStyleCnt="7"/>
      <dgm:spPr/>
    </dgm:pt>
    <dgm:pt modelId="{A53ABF68-B5DD-4D8D-8626-B4AF8E43C178}" type="pres">
      <dgm:prSet presAssocID="{C5C3BAE9-6546-4AF0-86A5-FEA0631536DF}" presName="Name30" presStyleCnt="0"/>
      <dgm:spPr/>
    </dgm:pt>
    <dgm:pt modelId="{042A5FBA-8E60-4FDE-A3A4-1D60078697C9}" type="pres">
      <dgm:prSet presAssocID="{C5C3BAE9-6546-4AF0-86A5-FEA0631536DF}" presName="level2Shape" presStyleLbl="node4" presStyleIdx="1" presStyleCnt="7"/>
      <dgm:spPr/>
    </dgm:pt>
    <dgm:pt modelId="{7E4418A3-E9C0-4576-B983-6CF485976970}" type="pres">
      <dgm:prSet presAssocID="{C5C3BAE9-6546-4AF0-86A5-FEA0631536DF}" presName="hierChild3" presStyleCnt="0"/>
      <dgm:spPr/>
    </dgm:pt>
    <dgm:pt modelId="{73779F2F-A543-4E71-A71B-FE6916200538}" type="pres">
      <dgm:prSet presAssocID="{035ED0BC-0690-458E-A61D-2B077EC40488}" presName="Name25" presStyleLbl="parChTrans1D4" presStyleIdx="2" presStyleCnt="7"/>
      <dgm:spPr/>
    </dgm:pt>
    <dgm:pt modelId="{F946820C-3BF5-498F-9D16-BE0B5CDB3604}" type="pres">
      <dgm:prSet presAssocID="{035ED0BC-0690-458E-A61D-2B077EC40488}" presName="connTx" presStyleLbl="parChTrans1D4" presStyleIdx="2" presStyleCnt="7"/>
      <dgm:spPr/>
    </dgm:pt>
    <dgm:pt modelId="{CF26F004-9B5A-49AA-8C53-F8C28179BC5C}" type="pres">
      <dgm:prSet presAssocID="{FB8DD870-8C1E-44B3-8162-1FDD6813FB63}" presName="Name30" presStyleCnt="0"/>
      <dgm:spPr/>
    </dgm:pt>
    <dgm:pt modelId="{803A8688-8D5C-4A77-8440-6E5142F86CE3}" type="pres">
      <dgm:prSet presAssocID="{FB8DD870-8C1E-44B3-8162-1FDD6813FB63}" presName="level2Shape" presStyleLbl="node4" presStyleIdx="2" presStyleCnt="7"/>
      <dgm:spPr/>
    </dgm:pt>
    <dgm:pt modelId="{677AE756-E816-4321-9F52-F486D9DF455B}" type="pres">
      <dgm:prSet presAssocID="{FB8DD870-8C1E-44B3-8162-1FDD6813FB63}" presName="hierChild3" presStyleCnt="0"/>
      <dgm:spPr/>
    </dgm:pt>
    <dgm:pt modelId="{C0964BFC-9AB8-4FD8-AC16-21CA49BB9E25}" type="pres">
      <dgm:prSet presAssocID="{4A45BE58-7C59-4D81-B8A1-18254568A232}" presName="Name25" presStyleLbl="parChTrans1D4" presStyleIdx="3" presStyleCnt="7"/>
      <dgm:spPr/>
    </dgm:pt>
    <dgm:pt modelId="{CC6EAC3B-509F-4405-AF39-D8737590B5B7}" type="pres">
      <dgm:prSet presAssocID="{4A45BE58-7C59-4D81-B8A1-18254568A232}" presName="connTx" presStyleLbl="parChTrans1D4" presStyleIdx="3" presStyleCnt="7"/>
      <dgm:spPr/>
    </dgm:pt>
    <dgm:pt modelId="{A9A7D524-1FE5-403E-8975-0D11C47387DA}" type="pres">
      <dgm:prSet presAssocID="{8CCD6DB7-B371-47C8-AB91-DCAD691BA506}" presName="Name30" presStyleCnt="0"/>
      <dgm:spPr/>
    </dgm:pt>
    <dgm:pt modelId="{4713B9C1-1D78-4413-B32C-6F5D288B285E}" type="pres">
      <dgm:prSet presAssocID="{8CCD6DB7-B371-47C8-AB91-DCAD691BA506}" presName="level2Shape" presStyleLbl="node4" presStyleIdx="3" presStyleCnt="7"/>
      <dgm:spPr/>
    </dgm:pt>
    <dgm:pt modelId="{D1A8CF90-DBB0-4C6D-A06C-F95ECAEB1C45}" type="pres">
      <dgm:prSet presAssocID="{8CCD6DB7-B371-47C8-AB91-DCAD691BA506}" presName="hierChild3" presStyleCnt="0"/>
      <dgm:spPr/>
    </dgm:pt>
    <dgm:pt modelId="{7DC368E3-2566-4262-9822-4464193F1EBB}" type="pres">
      <dgm:prSet presAssocID="{061F9239-87D2-4D96-BBAA-6152171EC6DA}" presName="Name25" presStyleLbl="parChTrans1D3" presStyleIdx="1" presStyleCnt="4"/>
      <dgm:spPr/>
    </dgm:pt>
    <dgm:pt modelId="{94F7A6AC-7BA0-44E9-A1D3-8590EEEAA43C}" type="pres">
      <dgm:prSet presAssocID="{061F9239-87D2-4D96-BBAA-6152171EC6DA}" presName="connTx" presStyleLbl="parChTrans1D3" presStyleIdx="1" presStyleCnt="4"/>
      <dgm:spPr/>
    </dgm:pt>
    <dgm:pt modelId="{2CFA8E44-9C0F-4AAD-933B-23FE12C16352}" type="pres">
      <dgm:prSet presAssocID="{4AAC8FF8-6C3A-4E31-BA1F-276786050C52}" presName="Name30" presStyleCnt="0"/>
      <dgm:spPr/>
    </dgm:pt>
    <dgm:pt modelId="{352BA4FB-F502-4B16-BEAE-CEEDC79719A0}" type="pres">
      <dgm:prSet presAssocID="{4AAC8FF8-6C3A-4E31-BA1F-276786050C52}" presName="level2Shape" presStyleLbl="node3" presStyleIdx="1" presStyleCnt="4"/>
      <dgm:spPr/>
    </dgm:pt>
    <dgm:pt modelId="{CE0A0078-525F-43F6-AF72-8681A762F1F6}" type="pres">
      <dgm:prSet presAssocID="{4AAC8FF8-6C3A-4E31-BA1F-276786050C52}" presName="hierChild3" presStyleCnt="0"/>
      <dgm:spPr/>
    </dgm:pt>
    <dgm:pt modelId="{FAB6C45E-09E9-429E-8581-CC63426550CC}" type="pres">
      <dgm:prSet presAssocID="{56F4CC99-F478-4F0A-B0E4-772C87F6FD87}" presName="Name25" presStyleLbl="parChTrans1D4" presStyleIdx="4" presStyleCnt="7"/>
      <dgm:spPr/>
    </dgm:pt>
    <dgm:pt modelId="{728E517A-A50D-4C8F-BE6A-A8DE978A1D57}" type="pres">
      <dgm:prSet presAssocID="{56F4CC99-F478-4F0A-B0E4-772C87F6FD87}" presName="connTx" presStyleLbl="parChTrans1D4" presStyleIdx="4" presStyleCnt="7"/>
      <dgm:spPr/>
    </dgm:pt>
    <dgm:pt modelId="{072663CF-E188-4F75-A9AA-C09745860652}" type="pres">
      <dgm:prSet presAssocID="{F8FC93F6-4E6B-4346-981E-6F033964B2D8}" presName="Name30" presStyleCnt="0"/>
      <dgm:spPr/>
    </dgm:pt>
    <dgm:pt modelId="{CFCAE9DA-363A-47DF-9105-18BEC639FD57}" type="pres">
      <dgm:prSet presAssocID="{F8FC93F6-4E6B-4346-981E-6F033964B2D8}" presName="level2Shape" presStyleLbl="node4" presStyleIdx="4" presStyleCnt="7"/>
      <dgm:spPr/>
    </dgm:pt>
    <dgm:pt modelId="{149CFB08-289B-4AED-ABC6-F68DA00247BA}" type="pres">
      <dgm:prSet presAssocID="{F8FC93F6-4E6B-4346-981E-6F033964B2D8}" presName="hierChild3" presStyleCnt="0"/>
      <dgm:spPr/>
    </dgm:pt>
    <dgm:pt modelId="{DEF5DD73-860C-4FEC-8015-56AAB59E7CB9}" type="pres">
      <dgm:prSet presAssocID="{752E1373-D476-4ED9-B1D2-1D3A4B1B2FBC}" presName="Name25" presStyleLbl="parChTrans1D2" presStyleIdx="1" presStyleCnt="2"/>
      <dgm:spPr/>
    </dgm:pt>
    <dgm:pt modelId="{0A2B0889-525D-4733-8FAB-4825CD0AF371}" type="pres">
      <dgm:prSet presAssocID="{752E1373-D476-4ED9-B1D2-1D3A4B1B2FBC}" presName="connTx" presStyleLbl="parChTrans1D2" presStyleIdx="1" presStyleCnt="2"/>
      <dgm:spPr/>
    </dgm:pt>
    <dgm:pt modelId="{874A3C40-3B60-44C6-A22F-ADC184676C3C}" type="pres">
      <dgm:prSet presAssocID="{8CC9018F-5AD4-40FE-A747-DE4173C83865}" presName="Name30" presStyleCnt="0"/>
      <dgm:spPr/>
    </dgm:pt>
    <dgm:pt modelId="{D9A7DF69-BEE2-48B6-ACEE-67F341BA65F1}" type="pres">
      <dgm:prSet presAssocID="{8CC9018F-5AD4-40FE-A747-DE4173C83865}" presName="level2Shape" presStyleLbl="node2" presStyleIdx="1" presStyleCnt="2"/>
      <dgm:spPr/>
    </dgm:pt>
    <dgm:pt modelId="{DE091F3D-80E2-4116-93ED-D760AC98C47C}" type="pres">
      <dgm:prSet presAssocID="{8CC9018F-5AD4-40FE-A747-DE4173C83865}" presName="hierChild3" presStyleCnt="0"/>
      <dgm:spPr/>
    </dgm:pt>
    <dgm:pt modelId="{81924386-E003-46C2-BE86-26DFD81B0645}" type="pres">
      <dgm:prSet presAssocID="{C46C6158-3FEB-4BCD-B7C8-84BE04A5D130}" presName="Name25" presStyleLbl="parChTrans1D3" presStyleIdx="2" presStyleCnt="4"/>
      <dgm:spPr/>
    </dgm:pt>
    <dgm:pt modelId="{B3EF2695-E28D-427E-B525-CE68C56AA97A}" type="pres">
      <dgm:prSet presAssocID="{C46C6158-3FEB-4BCD-B7C8-84BE04A5D130}" presName="connTx" presStyleLbl="parChTrans1D3" presStyleIdx="2" presStyleCnt="4"/>
      <dgm:spPr/>
    </dgm:pt>
    <dgm:pt modelId="{005C385D-DCF1-480A-83F8-75CD38104853}" type="pres">
      <dgm:prSet presAssocID="{9FD294A9-2B44-42E6-AB2C-F98E10D927FC}" presName="Name30" presStyleCnt="0"/>
      <dgm:spPr/>
    </dgm:pt>
    <dgm:pt modelId="{2A95E032-3342-4A7B-A1F8-D2CD06B989BE}" type="pres">
      <dgm:prSet presAssocID="{9FD294A9-2B44-42E6-AB2C-F98E10D927FC}" presName="level2Shape" presStyleLbl="node3" presStyleIdx="2" presStyleCnt="4"/>
      <dgm:spPr/>
    </dgm:pt>
    <dgm:pt modelId="{6545A757-0780-441D-886A-15778714C056}" type="pres">
      <dgm:prSet presAssocID="{9FD294A9-2B44-42E6-AB2C-F98E10D927FC}" presName="hierChild3" presStyleCnt="0"/>
      <dgm:spPr/>
    </dgm:pt>
    <dgm:pt modelId="{E07C3EC6-D24E-495D-994D-94316E884CEA}" type="pres">
      <dgm:prSet presAssocID="{A31232CB-D654-4733-BEBF-5A6BB533C13E}" presName="Name25" presStyleLbl="parChTrans1D4" presStyleIdx="5" presStyleCnt="7"/>
      <dgm:spPr/>
    </dgm:pt>
    <dgm:pt modelId="{B352825C-CBE4-4A41-983C-1FE66FD32C23}" type="pres">
      <dgm:prSet presAssocID="{A31232CB-D654-4733-BEBF-5A6BB533C13E}" presName="connTx" presStyleLbl="parChTrans1D4" presStyleIdx="5" presStyleCnt="7"/>
      <dgm:spPr/>
    </dgm:pt>
    <dgm:pt modelId="{60D32A3E-320B-416F-BA11-A1999B2EC76A}" type="pres">
      <dgm:prSet presAssocID="{32D1F52B-E039-429A-A5AE-3BEDFC5AFA96}" presName="Name30" presStyleCnt="0"/>
      <dgm:spPr/>
    </dgm:pt>
    <dgm:pt modelId="{872D5279-AD20-4191-867A-496D32473EDD}" type="pres">
      <dgm:prSet presAssocID="{32D1F52B-E039-429A-A5AE-3BEDFC5AFA96}" presName="level2Shape" presStyleLbl="node4" presStyleIdx="5" presStyleCnt="7"/>
      <dgm:spPr/>
    </dgm:pt>
    <dgm:pt modelId="{438BB639-2299-4D42-83E4-0D6336A91391}" type="pres">
      <dgm:prSet presAssocID="{32D1F52B-E039-429A-A5AE-3BEDFC5AFA96}" presName="hierChild3" presStyleCnt="0"/>
      <dgm:spPr/>
    </dgm:pt>
    <dgm:pt modelId="{F52EF7A8-74F7-4CEE-8A48-69016F08A531}" type="pres">
      <dgm:prSet presAssocID="{B1342BF0-0C16-45E9-857E-DB933EF95AFF}" presName="Name25" presStyleLbl="parChTrans1D4" presStyleIdx="6" presStyleCnt="7"/>
      <dgm:spPr/>
    </dgm:pt>
    <dgm:pt modelId="{3B9BF19D-0EC1-4E13-911B-6791968220AA}" type="pres">
      <dgm:prSet presAssocID="{B1342BF0-0C16-45E9-857E-DB933EF95AFF}" presName="connTx" presStyleLbl="parChTrans1D4" presStyleIdx="6" presStyleCnt="7"/>
      <dgm:spPr/>
    </dgm:pt>
    <dgm:pt modelId="{8D09DDDD-17D9-4974-8C87-B976349FF494}" type="pres">
      <dgm:prSet presAssocID="{470201DD-05EC-46BA-B2F8-A9BD9DA36C4A}" presName="Name30" presStyleCnt="0"/>
      <dgm:spPr/>
    </dgm:pt>
    <dgm:pt modelId="{EA32AD7B-910F-478E-93BF-B52C91A09D21}" type="pres">
      <dgm:prSet presAssocID="{470201DD-05EC-46BA-B2F8-A9BD9DA36C4A}" presName="level2Shape" presStyleLbl="node4" presStyleIdx="6" presStyleCnt="7"/>
      <dgm:spPr/>
    </dgm:pt>
    <dgm:pt modelId="{2BF710C7-E25A-4F11-894C-24A4CD319E59}" type="pres">
      <dgm:prSet presAssocID="{470201DD-05EC-46BA-B2F8-A9BD9DA36C4A}" presName="hierChild3" presStyleCnt="0"/>
      <dgm:spPr/>
    </dgm:pt>
    <dgm:pt modelId="{80FC4E1B-8C8E-48AC-9F30-CADD1E8C9AC1}" type="pres">
      <dgm:prSet presAssocID="{AA60EB01-FB04-4028-8C68-3C445BEA065E}" presName="Name25" presStyleLbl="parChTrans1D3" presStyleIdx="3" presStyleCnt="4"/>
      <dgm:spPr/>
    </dgm:pt>
    <dgm:pt modelId="{9DFCAE48-B655-4A93-9252-298BE383C879}" type="pres">
      <dgm:prSet presAssocID="{AA60EB01-FB04-4028-8C68-3C445BEA065E}" presName="connTx" presStyleLbl="parChTrans1D3" presStyleIdx="3" presStyleCnt="4"/>
      <dgm:spPr/>
    </dgm:pt>
    <dgm:pt modelId="{291C516E-D306-4710-9194-C4F6FAB113F0}" type="pres">
      <dgm:prSet presAssocID="{40E75044-B2B1-46B3-A8EB-7F617EF36E7B}" presName="Name30" presStyleCnt="0"/>
      <dgm:spPr/>
    </dgm:pt>
    <dgm:pt modelId="{AB45B4C1-E23F-46C8-92C4-34DDC7B49555}" type="pres">
      <dgm:prSet presAssocID="{40E75044-B2B1-46B3-A8EB-7F617EF36E7B}" presName="level2Shape" presStyleLbl="node3" presStyleIdx="3" presStyleCnt="4"/>
      <dgm:spPr/>
    </dgm:pt>
    <dgm:pt modelId="{717DB59F-D94E-4093-831B-43CEB2EAA1C7}" type="pres">
      <dgm:prSet presAssocID="{40E75044-B2B1-46B3-A8EB-7F617EF36E7B}" presName="hierChild3" presStyleCnt="0"/>
      <dgm:spPr/>
    </dgm:pt>
    <dgm:pt modelId="{DBF641A3-CE0E-4262-BA60-CED498FADE3B}" type="pres">
      <dgm:prSet presAssocID="{5E26BA45-BF47-428F-B9B1-8586280D9D1D}" presName="bgShapesFlow" presStyleCnt="0"/>
      <dgm:spPr/>
    </dgm:pt>
    <dgm:pt modelId="{EA66E2CD-466F-4C47-8E91-5951455A51A4}" type="pres">
      <dgm:prSet presAssocID="{5F459359-4F6F-4004-ADE1-1987D685FB73}" presName="rectComp" presStyleCnt="0"/>
      <dgm:spPr/>
    </dgm:pt>
    <dgm:pt modelId="{98140FE3-0F37-4A71-9ABE-DE20CEF54B42}" type="pres">
      <dgm:prSet presAssocID="{5F459359-4F6F-4004-ADE1-1987D685FB73}" presName="bgRect" presStyleLbl="bgShp" presStyleIdx="0" presStyleCnt="4"/>
      <dgm:spPr/>
    </dgm:pt>
    <dgm:pt modelId="{1F268984-9AC5-4AE9-9D84-635B60712F99}" type="pres">
      <dgm:prSet presAssocID="{5F459359-4F6F-4004-ADE1-1987D685FB73}" presName="bgRectTx" presStyleLbl="bgShp" presStyleIdx="0" presStyleCnt="4">
        <dgm:presLayoutVars>
          <dgm:bulletEnabled val="1"/>
        </dgm:presLayoutVars>
      </dgm:prSet>
      <dgm:spPr/>
    </dgm:pt>
    <dgm:pt modelId="{1E7B087B-A412-4C3B-9114-D1350EAD2DAE}" type="pres">
      <dgm:prSet presAssocID="{5F459359-4F6F-4004-ADE1-1987D685FB73}" presName="spComp" presStyleCnt="0"/>
      <dgm:spPr/>
    </dgm:pt>
    <dgm:pt modelId="{D663ECB0-1CEE-4E7C-B77D-B7B0510268E7}" type="pres">
      <dgm:prSet presAssocID="{5F459359-4F6F-4004-ADE1-1987D685FB73}" presName="hSp" presStyleCnt="0"/>
      <dgm:spPr/>
    </dgm:pt>
    <dgm:pt modelId="{C2097E37-2919-4C51-B2EE-2B8BD031804A}" type="pres">
      <dgm:prSet presAssocID="{39BC2D8B-8C79-4737-8454-74B0F668D316}" presName="rectComp" presStyleCnt="0"/>
      <dgm:spPr/>
    </dgm:pt>
    <dgm:pt modelId="{ED79BD5B-7B92-48F2-8E38-C13B8EB6F16C}" type="pres">
      <dgm:prSet presAssocID="{39BC2D8B-8C79-4737-8454-74B0F668D316}" presName="bgRect" presStyleLbl="bgShp" presStyleIdx="1" presStyleCnt="4"/>
      <dgm:spPr/>
    </dgm:pt>
    <dgm:pt modelId="{41285A16-10B5-48D4-8B4D-68A3AC5DAA33}" type="pres">
      <dgm:prSet presAssocID="{39BC2D8B-8C79-4737-8454-74B0F668D316}" presName="bgRectTx" presStyleLbl="bgShp" presStyleIdx="1" presStyleCnt="4">
        <dgm:presLayoutVars>
          <dgm:bulletEnabled val="1"/>
        </dgm:presLayoutVars>
      </dgm:prSet>
      <dgm:spPr/>
    </dgm:pt>
    <dgm:pt modelId="{1112F296-CDB4-4011-BDC2-DFACFE55095D}" type="pres">
      <dgm:prSet presAssocID="{39BC2D8B-8C79-4737-8454-74B0F668D316}" presName="spComp" presStyleCnt="0"/>
      <dgm:spPr/>
    </dgm:pt>
    <dgm:pt modelId="{F2C76190-8B1A-421C-A9CE-1B4AAFABDC32}" type="pres">
      <dgm:prSet presAssocID="{39BC2D8B-8C79-4737-8454-74B0F668D316}" presName="hSp" presStyleCnt="0"/>
      <dgm:spPr/>
    </dgm:pt>
    <dgm:pt modelId="{2BF24C8C-D2BE-48B1-92ED-E1F4DD964B0A}" type="pres">
      <dgm:prSet presAssocID="{57586DF8-2640-4010-8877-21A09C0CBD8B}" presName="rectComp" presStyleCnt="0"/>
      <dgm:spPr/>
    </dgm:pt>
    <dgm:pt modelId="{3E37A213-1BE5-47D8-9B14-72808544799B}" type="pres">
      <dgm:prSet presAssocID="{57586DF8-2640-4010-8877-21A09C0CBD8B}" presName="bgRect" presStyleLbl="bgShp" presStyleIdx="2" presStyleCnt="4"/>
      <dgm:spPr/>
    </dgm:pt>
    <dgm:pt modelId="{A00545FE-A483-4ECE-B202-5C98C8FD0B06}" type="pres">
      <dgm:prSet presAssocID="{57586DF8-2640-4010-8877-21A09C0CBD8B}" presName="bgRectTx" presStyleLbl="bgShp" presStyleIdx="2" presStyleCnt="4">
        <dgm:presLayoutVars>
          <dgm:bulletEnabled val="1"/>
        </dgm:presLayoutVars>
      </dgm:prSet>
      <dgm:spPr/>
    </dgm:pt>
    <dgm:pt modelId="{6C7C4C2F-CFF9-4070-B953-84D49A3D6C4C}" type="pres">
      <dgm:prSet presAssocID="{57586DF8-2640-4010-8877-21A09C0CBD8B}" presName="spComp" presStyleCnt="0"/>
      <dgm:spPr/>
    </dgm:pt>
    <dgm:pt modelId="{91A908BB-E198-4698-ADD2-23D36B38DD72}" type="pres">
      <dgm:prSet presAssocID="{57586DF8-2640-4010-8877-21A09C0CBD8B}" presName="hSp" presStyleCnt="0"/>
      <dgm:spPr/>
    </dgm:pt>
    <dgm:pt modelId="{4D3F5634-221D-4BA9-9331-75B61CAA7CD5}" type="pres">
      <dgm:prSet presAssocID="{DE4DAFDE-BABB-446D-BB29-686424FFB0EC}" presName="rectComp" presStyleCnt="0"/>
      <dgm:spPr/>
    </dgm:pt>
    <dgm:pt modelId="{05B0C522-79EA-4E9B-A0E9-9AD59BFEE1C4}" type="pres">
      <dgm:prSet presAssocID="{DE4DAFDE-BABB-446D-BB29-686424FFB0EC}" presName="bgRect" presStyleLbl="bgShp" presStyleIdx="3" presStyleCnt="4"/>
      <dgm:spPr/>
    </dgm:pt>
    <dgm:pt modelId="{F7F16E55-212A-47A0-ACE3-99A5442BA3DB}" type="pres">
      <dgm:prSet presAssocID="{DE4DAFDE-BABB-446D-BB29-686424FFB0EC}" presName="bgRectTx" presStyleLbl="bgShp" presStyleIdx="3" presStyleCnt="4">
        <dgm:presLayoutVars>
          <dgm:bulletEnabled val="1"/>
        </dgm:presLayoutVars>
      </dgm:prSet>
      <dgm:spPr/>
    </dgm:pt>
  </dgm:ptLst>
  <dgm:cxnLst>
    <dgm:cxn modelId="{D994E806-BD3B-4603-ADF9-11E8E48C5AED}" type="presOf" srcId="{D10872A0-9DE0-4C78-A315-E021C0726145}" destId="{DEE8E83F-4926-4E9B-A045-07D1F4FD0456}" srcOrd="1" destOrd="0" presId="urn:microsoft.com/office/officeart/2005/8/layout/hierarchy5"/>
    <dgm:cxn modelId="{6E0E2A07-A41E-4153-8DE2-F7A303C0FAEC}" type="presOf" srcId="{56F4CC99-F478-4F0A-B0E4-772C87F6FD87}" destId="{FAB6C45E-09E9-429E-8581-CC63426550CC}" srcOrd="0" destOrd="0" presId="urn:microsoft.com/office/officeart/2005/8/layout/hierarchy5"/>
    <dgm:cxn modelId="{2FDCAA0B-74BE-45BC-A5B9-0805A2183A1F}" type="presOf" srcId="{FB8DD870-8C1E-44B3-8162-1FDD6813FB63}" destId="{803A8688-8D5C-4A77-8440-6E5142F86CE3}" srcOrd="0" destOrd="0" presId="urn:microsoft.com/office/officeart/2005/8/layout/hierarchy5"/>
    <dgm:cxn modelId="{DE015C17-93C8-47EB-A5D1-AB451AA3E401}" type="presOf" srcId="{357CAD99-0B82-48FD-AD4C-1AD00AAADA51}" destId="{9CA1419D-1CA3-4606-BF78-7DBDB36352AE}" srcOrd="0" destOrd="0" presId="urn:microsoft.com/office/officeart/2005/8/layout/hierarchy5"/>
    <dgm:cxn modelId="{7CF07518-F300-4CD4-9DE7-0782C4E36C63}" type="presOf" srcId="{470201DD-05EC-46BA-B2F8-A9BD9DA36C4A}" destId="{EA32AD7B-910F-478E-93BF-B52C91A09D21}" srcOrd="0" destOrd="0" presId="urn:microsoft.com/office/officeart/2005/8/layout/hierarchy5"/>
    <dgm:cxn modelId="{5BE2F41F-21C7-4F40-ADB4-0A2A141958DE}" srcId="{8CC9018F-5AD4-40FE-A747-DE4173C83865}" destId="{9FD294A9-2B44-42E6-AB2C-F98E10D927FC}" srcOrd="0" destOrd="0" parTransId="{C46C6158-3FEB-4BCD-B7C8-84BE04A5D130}" sibTransId="{F2DC5221-2C04-4438-87E4-BF9AFC87376B}"/>
    <dgm:cxn modelId="{669A7321-877B-4CC7-9178-9EC91C8DAD52}" type="presOf" srcId="{57586DF8-2640-4010-8877-21A09C0CBD8B}" destId="{3E37A213-1BE5-47D8-9B14-72808544799B}" srcOrd="0" destOrd="0" presId="urn:microsoft.com/office/officeart/2005/8/layout/hierarchy5"/>
    <dgm:cxn modelId="{C831E121-4FCB-4B36-95CA-6F6576E636D0}" type="presOf" srcId="{AA60EB01-FB04-4028-8C68-3C445BEA065E}" destId="{80FC4E1B-8C8E-48AC-9F30-CADD1E8C9AC1}" srcOrd="0" destOrd="0" presId="urn:microsoft.com/office/officeart/2005/8/layout/hierarchy5"/>
    <dgm:cxn modelId="{FF46F824-C9DD-4490-BB55-AAD5BFF53560}" type="presOf" srcId="{39BC2D8B-8C79-4737-8454-74B0F668D316}" destId="{41285A16-10B5-48D4-8B4D-68A3AC5DAA33}" srcOrd="1" destOrd="0" presId="urn:microsoft.com/office/officeart/2005/8/layout/hierarchy5"/>
    <dgm:cxn modelId="{26760C27-6390-49E5-9827-0BC8F6A0F067}" type="presOf" srcId="{8CC9018F-5AD4-40FE-A747-DE4173C83865}" destId="{D9A7DF69-BEE2-48B6-ACEE-67F341BA65F1}" srcOrd="0" destOrd="0" presId="urn:microsoft.com/office/officeart/2005/8/layout/hierarchy5"/>
    <dgm:cxn modelId="{13BB8927-999D-454C-8430-44431C46AE7B}" type="presOf" srcId="{C46C6158-3FEB-4BCD-B7C8-84BE04A5D130}" destId="{B3EF2695-E28D-427E-B525-CE68C56AA97A}" srcOrd="1" destOrd="0" presId="urn:microsoft.com/office/officeart/2005/8/layout/hierarchy5"/>
    <dgm:cxn modelId="{368FE92B-E587-495B-8DBE-9F9535DB5DF0}" type="presOf" srcId="{56F4CC99-F478-4F0A-B0E4-772C87F6FD87}" destId="{728E517A-A50D-4C8F-BE6A-A8DE978A1D57}" srcOrd="1" destOrd="0" presId="urn:microsoft.com/office/officeart/2005/8/layout/hierarchy5"/>
    <dgm:cxn modelId="{D39CB62E-BA3B-4236-9B33-97876201D34E}" type="presOf" srcId="{DCAC3B84-17CA-4174-85C9-172110154EAF}" destId="{CA43B923-1ED7-4965-B08E-1992FAC490E7}" srcOrd="0" destOrd="0" presId="urn:microsoft.com/office/officeart/2005/8/layout/hierarchy5"/>
    <dgm:cxn modelId="{6AAE9F33-170D-4DFC-A637-F7870A6B3C4F}" type="presOf" srcId="{B1342BF0-0C16-45E9-857E-DB933EF95AFF}" destId="{F52EF7A8-74F7-4CEE-8A48-69016F08A531}" srcOrd="0" destOrd="0" presId="urn:microsoft.com/office/officeart/2005/8/layout/hierarchy5"/>
    <dgm:cxn modelId="{76E94A36-8FAA-4D9B-9307-77C5D7D3F913}" type="presOf" srcId="{4AAC8FF8-6C3A-4E31-BA1F-276786050C52}" destId="{352BA4FB-F502-4B16-BEAE-CEEDC79719A0}" srcOrd="0" destOrd="0" presId="urn:microsoft.com/office/officeart/2005/8/layout/hierarchy5"/>
    <dgm:cxn modelId="{FDA6B239-3640-40E0-921E-F411BEDAA8FC}" type="presOf" srcId="{752E1373-D476-4ED9-B1D2-1D3A4B1B2FBC}" destId="{DEF5DD73-860C-4FEC-8015-56AAB59E7CB9}" srcOrd="0" destOrd="0" presId="urn:microsoft.com/office/officeart/2005/8/layout/hierarchy5"/>
    <dgm:cxn modelId="{3F9FF539-2ED1-48C5-8284-E3AFDA088AE1}" type="presOf" srcId="{5F459359-4F6F-4004-ADE1-1987D685FB73}" destId="{1F268984-9AC5-4AE9-9D84-635B60712F99}" srcOrd="1" destOrd="0" presId="urn:microsoft.com/office/officeart/2005/8/layout/hierarchy5"/>
    <dgm:cxn modelId="{4C36CC3B-CA69-42C6-8C5B-696714E6A5ED}" type="presOf" srcId="{7CF6C2CD-25CB-44B2-BA4A-A91E4E8885DC}" destId="{F1B1EF96-D2C1-4082-AB6F-23BD7B458510}" srcOrd="0" destOrd="0" presId="urn:microsoft.com/office/officeart/2005/8/layout/hierarchy5"/>
    <dgm:cxn modelId="{4081A33E-64C4-4AE9-A135-A687BE18EB73}" type="presOf" srcId="{F8FC93F6-4E6B-4346-981E-6F033964B2D8}" destId="{CFCAE9DA-363A-47DF-9105-18BEC639FD57}" srcOrd="0" destOrd="0" presId="urn:microsoft.com/office/officeart/2005/8/layout/hierarchy5"/>
    <dgm:cxn modelId="{4DCFB23E-E01A-4E21-BE08-5B4465A65A5C}" type="presOf" srcId="{32D1F52B-E039-429A-A5AE-3BEDFC5AFA96}" destId="{872D5279-AD20-4191-867A-496D32473EDD}" srcOrd="0" destOrd="0" presId="urn:microsoft.com/office/officeart/2005/8/layout/hierarchy5"/>
    <dgm:cxn modelId="{EF66775F-4062-493E-B45A-1EBB3EF58FB6}" type="presOf" srcId="{5E26BA45-BF47-428F-B9B1-8586280D9D1D}" destId="{75771F79-8911-4B07-A9AD-BA4F7750F31C}" srcOrd="0" destOrd="0" presId="urn:microsoft.com/office/officeart/2005/8/layout/hierarchy5"/>
    <dgm:cxn modelId="{BF041464-D450-408D-B69D-EBB894A03E4A}" type="presOf" srcId="{C5C3BAE9-6546-4AF0-86A5-FEA0631536DF}" destId="{042A5FBA-8E60-4FDE-A3A4-1D60078697C9}" srcOrd="0" destOrd="0" presId="urn:microsoft.com/office/officeart/2005/8/layout/hierarchy5"/>
    <dgm:cxn modelId="{37625F44-EBC1-4F7D-9EF1-5797EFFE9843}" type="presOf" srcId="{40E75044-B2B1-46B3-A8EB-7F617EF36E7B}" destId="{AB45B4C1-E23F-46C8-92C4-34DDC7B49555}" srcOrd="0" destOrd="0" presId="urn:microsoft.com/office/officeart/2005/8/layout/hierarchy5"/>
    <dgm:cxn modelId="{4D70E347-B991-4CA9-8CF5-7C5D4BD403A8}" type="presOf" srcId="{752E1373-D476-4ED9-B1D2-1D3A4B1B2FBC}" destId="{0A2B0889-525D-4733-8FAB-4825CD0AF371}" srcOrd="1" destOrd="0" presId="urn:microsoft.com/office/officeart/2005/8/layout/hierarchy5"/>
    <dgm:cxn modelId="{4B681074-9C65-4905-B50E-1E5050C7EA88}" type="presOf" srcId="{5F459359-4F6F-4004-ADE1-1987D685FB73}" destId="{98140FE3-0F37-4A71-9ABE-DE20CEF54B42}" srcOrd="0" destOrd="0" presId="urn:microsoft.com/office/officeart/2005/8/layout/hierarchy5"/>
    <dgm:cxn modelId="{4D585954-05F6-44AE-A914-A0DC919DBAE9}" type="presOf" srcId="{93B2EA19-4313-4106-99DC-D8E9B0455487}" destId="{4F2888C7-FC22-4A6E-B80E-874274C4DD0F}" srcOrd="1" destOrd="0" presId="urn:microsoft.com/office/officeart/2005/8/layout/hierarchy5"/>
    <dgm:cxn modelId="{DEFCA974-D11A-4576-842B-607FCA935CD3}" type="presOf" srcId="{9FD294A9-2B44-42E6-AB2C-F98E10D927FC}" destId="{2A95E032-3342-4A7B-A1F8-D2CD06B989BE}" srcOrd="0" destOrd="0" presId="urn:microsoft.com/office/officeart/2005/8/layout/hierarchy5"/>
    <dgm:cxn modelId="{9806E656-9351-4233-833B-FA51D6A5EED6}" type="presOf" srcId="{001E5FB6-6073-4351-A95F-123DDE961255}" destId="{D9904874-D576-4644-A470-0343566E347B}" srcOrd="0" destOrd="0" presId="urn:microsoft.com/office/officeart/2005/8/layout/hierarchy5"/>
    <dgm:cxn modelId="{B8290D57-948A-46E3-AFE3-5E290400C107}" srcId="{63C4DD11-E2B5-47A5-8793-1367937EB928}" destId="{C5C3BAE9-6546-4AF0-86A5-FEA0631536DF}" srcOrd="1" destOrd="0" parTransId="{DCAC3B84-17CA-4174-85C9-172110154EAF}" sibTransId="{F8454318-2B0F-4533-A9DC-96907CC490B6}"/>
    <dgm:cxn modelId="{6D029F77-61AA-4CD2-B557-A111A0E3E815}" srcId="{63C4DD11-E2B5-47A5-8793-1367937EB928}" destId="{8CCD6DB7-B371-47C8-AB91-DCAD691BA506}" srcOrd="3" destOrd="0" parTransId="{4A45BE58-7C59-4D81-B8A1-18254568A232}" sibTransId="{B5BB4668-A98A-45E3-9728-01C0E26F55B7}"/>
    <dgm:cxn modelId="{062F827A-CD3E-4866-9AE8-CC5EF3456B18}" type="presOf" srcId="{A31232CB-D654-4733-BEBF-5A6BB533C13E}" destId="{E07C3EC6-D24E-495D-994D-94316E884CEA}" srcOrd="0" destOrd="0" presId="urn:microsoft.com/office/officeart/2005/8/layout/hierarchy5"/>
    <dgm:cxn modelId="{29152C7D-FD83-4338-A57E-6908233ECA44}" srcId="{5E26BA45-BF47-428F-B9B1-8586280D9D1D}" destId="{57586DF8-2640-4010-8877-21A09C0CBD8B}" srcOrd="3" destOrd="0" parTransId="{959CC67E-CDD4-463C-9206-A324EA49CC41}" sibTransId="{D3EF237C-8A40-4E91-B093-CDC5B09D79AF}"/>
    <dgm:cxn modelId="{F03BA37F-7C84-4CD4-BA8A-82DCDF745A24}" type="presOf" srcId="{4A45BE58-7C59-4D81-B8A1-18254568A232}" destId="{CC6EAC3B-509F-4405-AF39-D8737590B5B7}" srcOrd="1" destOrd="0" presId="urn:microsoft.com/office/officeart/2005/8/layout/hierarchy5"/>
    <dgm:cxn modelId="{2A6F3E89-FCB2-4304-9928-0AE24CFF126E}" srcId="{357CAD99-0B82-48FD-AD4C-1AD00AAADA51}" destId="{8CC9018F-5AD4-40FE-A747-DE4173C83865}" srcOrd="1" destOrd="0" parTransId="{752E1373-D476-4ED9-B1D2-1D3A4B1B2FBC}" sibTransId="{E01D050F-9FF1-4E9E-A119-211F615F5670}"/>
    <dgm:cxn modelId="{EE89E88E-8460-4DEE-B24D-9665FC37619B}" srcId="{357CAD99-0B82-48FD-AD4C-1AD00AAADA51}" destId="{001E5FB6-6073-4351-A95F-123DDE961255}" srcOrd="0" destOrd="0" parTransId="{7CF6C2CD-25CB-44B2-BA4A-A91E4E8885DC}" sibTransId="{FD06D9AB-B6AF-45AC-B22B-28512677B675}"/>
    <dgm:cxn modelId="{ABEF9C8F-948E-4416-8B31-E96314DB9BEF}" type="presOf" srcId="{035ED0BC-0690-458E-A61D-2B077EC40488}" destId="{73779F2F-A543-4E71-A71B-FE6916200538}" srcOrd="0" destOrd="0" presId="urn:microsoft.com/office/officeart/2005/8/layout/hierarchy5"/>
    <dgm:cxn modelId="{A0D68093-40F2-4E70-8917-7BC09DC221AA}" srcId="{001E5FB6-6073-4351-A95F-123DDE961255}" destId="{4AAC8FF8-6C3A-4E31-BA1F-276786050C52}" srcOrd="1" destOrd="0" parTransId="{061F9239-87D2-4D96-BBAA-6152171EC6DA}" sibTransId="{2E91EA71-CE5B-4305-AD08-4CC68A5724DA}"/>
    <dgm:cxn modelId="{3B53DA95-5022-41BB-9066-F0780C953A7E}" type="presOf" srcId="{95C11BFD-0D50-4C4F-A2AB-B7DE579D5477}" destId="{4BD18DB7-7A7A-4055-82DB-F12BFEFF5AB8}" srcOrd="0" destOrd="0" presId="urn:microsoft.com/office/officeart/2005/8/layout/hierarchy5"/>
    <dgm:cxn modelId="{38C6A598-2A47-43C9-A6AA-9E0E229C650E}" type="presOf" srcId="{DE4DAFDE-BABB-446D-BB29-686424FFB0EC}" destId="{F7F16E55-212A-47A0-ACE3-99A5442BA3DB}" srcOrd="1" destOrd="0" presId="urn:microsoft.com/office/officeart/2005/8/layout/hierarchy5"/>
    <dgm:cxn modelId="{F8856399-7E26-4C72-BB1F-E460F4035953}" type="presOf" srcId="{B1342BF0-0C16-45E9-857E-DB933EF95AFF}" destId="{3B9BF19D-0EC1-4E13-911B-6791968220AA}" srcOrd="1" destOrd="0" presId="urn:microsoft.com/office/officeart/2005/8/layout/hierarchy5"/>
    <dgm:cxn modelId="{FD0130A0-23DE-4BF3-A534-4E70546FA224}" srcId="{5E26BA45-BF47-428F-B9B1-8586280D9D1D}" destId="{5F459359-4F6F-4004-ADE1-1987D685FB73}" srcOrd="1" destOrd="0" parTransId="{8ED5A0C1-9480-47D3-AC8C-EBE8A30C093B}" sibTransId="{45B7AE84-F0F6-4260-B157-421297E3AF75}"/>
    <dgm:cxn modelId="{D08B34A1-5525-40C4-B4C1-196C74CDE385}" srcId="{4AAC8FF8-6C3A-4E31-BA1F-276786050C52}" destId="{F8FC93F6-4E6B-4346-981E-6F033964B2D8}" srcOrd="0" destOrd="0" parTransId="{56F4CC99-F478-4F0A-B0E4-772C87F6FD87}" sibTransId="{6EDF8C43-AE40-49E2-9A97-5969D9CCD1B3}"/>
    <dgm:cxn modelId="{20B311A6-7565-4EF3-AD48-B79D34066B8D}" srcId="{5E26BA45-BF47-428F-B9B1-8586280D9D1D}" destId="{DE4DAFDE-BABB-446D-BB29-686424FFB0EC}" srcOrd="4" destOrd="0" parTransId="{9DD60D52-4919-47A6-9303-BE216657A188}" sibTransId="{879FB630-D2E1-4BCD-9906-2F211A44A23F}"/>
    <dgm:cxn modelId="{12E166A6-8CE1-49E6-BB21-3F32F024D67D}" srcId="{5E26BA45-BF47-428F-B9B1-8586280D9D1D}" destId="{357CAD99-0B82-48FD-AD4C-1AD00AAADA51}" srcOrd="0" destOrd="0" parTransId="{F12003A8-5B89-459E-A6A4-C44E8516DABA}" sibTransId="{2598EDAE-18FF-4D9C-A6EC-2E9E180D3A20}"/>
    <dgm:cxn modelId="{54D8CBA7-2124-4E1A-A20F-5876C646E643}" type="presOf" srcId="{061F9239-87D2-4D96-BBAA-6152171EC6DA}" destId="{7DC368E3-2566-4262-9822-4464193F1EBB}" srcOrd="0" destOrd="0" presId="urn:microsoft.com/office/officeart/2005/8/layout/hierarchy5"/>
    <dgm:cxn modelId="{CC0A35AB-8A1E-4FDF-8A89-F44CDCCC397F}" type="presOf" srcId="{DE4DAFDE-BABB-446D-BB29-686424FFB0EC}" destId="{05B0C522-79EA-4E9B-A0E9-9AD59BFEE1C4}" srcOrd="0" destOrd="0" presId="urn:microsoft.com/office/officeart/2005/8/layout/hierarchy5"/>
    <dgm:cxn modelId="{319861AD-5D61-4342-AF01-23A3EB07065E}" srcId="{63C4DD11-E2B5-47A5-8793-1367937EB928}" destId="{95C11BFD-0D50-4C4F-A2AB-B7DE579D5477}" srcOrd="0" destOrd="0" parTransId="{93B2EA19-4313-4106-99DC-D8E9B0455487}" sibTransId="{F5039DB5-8EA4-4059-96A8-2668F195EBF3}"/>
    <dgm:cxn modelId="{22E61FB9-6E94-4B41-BFF4-83AB481290F3}" type="presOf" srcId="{DCAC3B84-17CA-4174-85C9-172110154EAF}" destId="{A64E1C99-D8B2-4756-8788-A80562B6C766}" srcOrd="1" destOrd="0" presId="urn:microsoft.com/office/officeart/2005/8/layout/hierarchy5"/>
    <dgm:cxn modelId="{5F7AD8B9-D610-4480-BF70-D021E8A72EEA}" srcId="{001E5FB6-6073-4351-A95F-123DDE961255}" destId="{63C4DD11-E2B5-47A5-8793-1367937EB928}" srcOrd="0" destOrd="0" parTransId="{D10872A0-9DE0-4C78-A315-E021C0726145}" sibTransId="{22FF5917-7399-45DB-A160-1DD7D802EFF7}"/>
    <dgm:cxn modelId="{4E2651BA-1E57-4E2C-AC4D-BB5FF296BAB3}" type="presOf" srcId="{8CCD6DB7-B371-47C8-AB91-DCAD691BA506}" destId="{4713B9C1-1D78-4413-B32C-6F5D288B285E}" srcOrd="0" destOrd="0" presId="urn:microsoft.com/office/officeart/2005/8/layout/hierarchy5"/>
    <dgm:cxn modelId="{76B736BC-F8CA-418C-91E9-5CD76753D970}" srcId="{9FD294A9-2B44-42E6-AB2C-F98E10D927FC}" destId="{470201DD-05EC-46BA-B2F8-A9BD9DA36C4A}" srcOrd="1" destOrd="0" parTransId="{B1342BF0-0C16-45E9-857E-DB933EF95AFF}" sibTransId="{21DC42C4-7741-4196-A442-C781FBF0F237}"/>
    <dgm:cxn modelId="{7CC2C0C0-D45C-4693-A6AA-FAA451BA50C1}" type="presOf" srcId="{035ED0BC-0690-458E-A61D-2B077EC40488}" destId="{F946820C-3BF5-498F-9D16-BE0B5CDB3604}" srcOrd="1" destOrd="0" presId="urn:microsoft.com/office/officeart/2005/8/layout/hierarchy5"/>
    <dgm:cxn modelId="{99E058C1-0BD8-4A9A-8090-83725225ED27}" srcId="{5E26BA45-BF47-428F-B9B1-8586280D9D1D}" destId="{39BC2D8B-8C79-4737-8454-74B0F668D316}" srcOrd="2" destOrd="0" parTransId="{F6689CD9-4D44-4A6E-8B4B-462A9F8944D9}" sibTransId="{8595EB69-25DF-4AC4-8B33-327FF923DF49}"/>
    <dgm:cxn modelId="{C0F8EAC7-5C9D-4FF8-819D-B679FC11807E}" type="presOf" srcId="{C46C6158-3FEB-4BCD-B7C8-84BE04A5D130}" destId="{81924386-E003-46C2-BE86-26DFD81B0645}" srcOrd="0" destOrd="0" presId="urn:microsoft.com/office/officeart/2005/8/layout/hierarchy5"/>
    <dgm:cxn modelId="{0E2A7BC8-B040-425E-B4EB-FCB01F5BB77D}" srcId="{9FD294A9-2B44-42E6-AB2C-F98E10D927FC}" destId="{32D1F52B-E039-429A-A5AE-3BEDFC5AFA96}" srcOrd="0" destOrd="0" parTransId="{A31232CB-D654-4733-BEBF-5A6BB533C13E}" sibTransId="{C6CBFF76-5560-411F-B92B-56E786FDAD10}"/>
    <dgm:cxn modelId="{DE8588D4-7914-474F-8146-48F437BC6BD9}" type="presOf" srcId="{D10872A0-9DE0-4C78-A315-E021C0726145}" destId="{D50725EF-961D-4E25-86B7-6A57D3ACA7A8}" srcOrd="0" destOrd="0" presId="urn:microsoft.com/office/officeart/2005/8/layout/hierarchy5"/>
    <dgm:cxn modelId="{261ED9E4-EC66-425E-A962-49D7ED70702D}" type="presOf" srcId="{061F9239-87D2-4D96-BBAA-6152171EC6DA}" destId="{94F7A6AC-7BA0-44E9-A1D3-8590EEEAA43C}" srcOrd="1" destOrd="0" presId="urn:microsoft.com/office/officeart/2005/8/layout/hierarchy5"/>
    <dgm:cxn modelId="{FBCFFAE4-E92B-4085-B19B-1A18B5464815}" type="presOf" srcId="{57586DF8-2640-4010-8877-21A09C0CBD8B}" destId="{A00545FE-A483-4ECE-B202-5C98C8FD0B06}" srcOrd="1" destOrd="0" presId="urn:microsoft.com/office/officeart/2005/8/layout/hierarchy5"/>
    <dgm:cxn modelId="{9FE5BEE8-F96F-4639-A834-8B9B21B5F5C7}" type="presOf" srcId="{39BC2D8B-8C79-4737-8454-74B0F668D316}" destId="{ED79BD5B-7B92-48F2-8E38-C13B8EB6F16C}" srcOrd="0" destOrd="0" presId="urn:microsoft.com/office/officeart/2005/8/layout/hierarchy5"/>
    <dgm:cxn modelId="{09A9DEED-B2C7-45E0-8B7E-F70FDE35C649}" type="presOf" srcId="{7CF6C2CD-25CB-44B2-BA4A-A91E4E8885DC}" destId="{8EEA67F2-E9F0-4DFC-B6ED-8D141016B811}" srcOrd="1" destOrd="0" presId="urn:microsoft.com/office/officeart/2005/8/layout/hierarchy5"/>
    <dgm:cxn modelId="{FD50DDF0-E7A4-4553-B2D2-93E01332B097}" type="presOf" srcId="{4A45BE58-7C59-4D81-B8A1-18254568A232}" destId="{C0964BFC-9AB8-4FD8-AC16-21CA49BB9E25}" srcOrd="0" destOrd="0" presId="urn:microsoft.com/office/officeart/2005/8/layout/hierarchy5"/>
    <dgm:cxn modelId="{2C2ACEF1-1850-4D2E-847C-CDB10279C68A}" type="presOf" srcId="{A31232CB-D654-4733-BEBF-5A6BB533C13E}" destId="{B352825C-CBE4-4A41-983C-1FE66FD32C23}" srcOrd="1" destOrd="0" presId="urn:microsoft.com/office/officeart/2005/8/layout/hierarchy5"/>
    <dgm:cxn modelId="{455103F3-80CD-4579-A798-A8C7944D6768}" type="presOf" srcId="{93B2EA19-4313-4106-99DC-D8E9B0455487}" destId="{8F561625-CFB7-44C9-B86F-3B7A803F61E6}" srcOrd="0" destOrd="0" presId="urn:microsoft.com/office/officeart/2005/8/layout/hierarchy5"/>
    <dgm:cxn modelId="{17DA17F3-A144-4EC3-AF7E-9B5977B6884A}" type="presOf" srcId="{63C4DD11-E2B5-47A5-8793-1367937EB928}" destId="{A879C890-68B0-4CC0-A273-A2667CBEC1C9}" srcOrd="0" destOrd="0" presId="urn:microsoft.com/office/officeart/2005/8/layout/hierarchy5"/>
    <dgm:cxn modelId="{4DBC6EF4-9400-49C0-A0C8-15AFA8DDB35F}" srcId="{63C4DD11-E2B5-47A5-8793-1367937EB928}" destId="{FB8DD870-8C1E-44B3-8162-1FDD6813FB63}" srcOrd="2" destOrd="0" parTransId="{035ED0BC-0690-458E-A61D-2B077EC40488}" sibTransId="{CF7162D2-9447-407C-986B-EF737CA2D0AB}"/>
    <dgm:cxn modelId="{8D81BFFB-6ADF-4AE1-BD08-22C8796D673D}" type="presOf" srcId="{AA60EB01-FB04-4028-8C68-3C445BEA065E}" destId="{9DFCAE48-B655-4A93-9252-298BE383C879}" srcOrd="1" destOrd="0" presId="urn:microsoft.com/office/officeart/2005/8/layout/hierarchy5"/>
    <dgm:cxn modelId="{A3F810FF-34E4-4355-BE74-D8323EAE2C3E}" srcId="{8CC9018F-5AD4-40FE-A747-DE4173C83865}" destId="{40E75044-B2B1-46B3-A8EB-7F617EF36E7B}" srcOrd="1" destOrd="0" parTransId="{AA60EB01-FB04-4028-8C68-3C445BEA065E}" sibTransId="{7DBAD568-53D0-4625-9012-075501D6DDC6}"/>
    <dgm:cxn modelId="{E9402C90-7460-4013-8CD6-95667DE08FE7}" type="presParOf" srcId="{75771F79-8911-4B07-A9AD-BA4F7750F31C}" destId="{7295BE18-38D9-4A08-AD0B-DE1516A375DC}" srcOrd="0" destOrd="0" presId="urn:microsoft.com/office/officeart/2005/8/layout/hierarchy5"/>
    <dgm:cxn modelId="{C8BB8BAC-53A6-4AF4-B949-1BD6188F15B7}" type="presParOf" srcId="{7295BE18-38D9-4A08-AD0B-DE1516A375DC}" destId="{B1B8CD22-FFC0-45F9-94FA-F209D7F06F7C}" srcOrd="0" destOrd="0" presId="urn:microsoft.com/office/officeart/2005/8/layout/hierarchy5"/>
    <dgm:cxn modelId="{4FE33788-B59A-45AA-AD4F-879782FE975F}" type="presParOf" srcId="{7295BE18-38D9-4A08-AD0B-DE1516A375DC}" destId="{9FD66279-BE6F-4398-8619-C171C629648D}" srcOrd="1" destOrd="0" presId="urn:microsoft.com/office/officeart/2005/8/layout/hierarchy5"/>
    <dgm:cxn modelId="{FA800118-2CFE-4C72-A9DC-B102DB73A343}" type="presParOf" srcId="{9FD66279-BE6F-4398-8619-C171C629648D}" destId="{EEDFDBF1-6FC7-4F67-AF1B-A4175AD01FCB}" srcOrd="0" destOrd="0" presId="urn:microsoft.com/office/officeart/2005/8/layout/hierarchy5"/>
    <dgm:cxn modelId="{4B8046F7-0A4A-4E3A-B591-56EBDE1485A6}" type="presParOf" srcId="{EEDFDBF1-6FC7-4F67-AF1B-A4175AD01FCB}" destId="{9CA1419D-1CA3-4606-BF78-7DBDB36352AE}" srcOrd="0" destOrd="0" presId="urn:microsoft.com/office/officeart/2005/8/layout/hierarchy5"/>
    <dgm:cxn modelId="{94E37A05-7B9D-4011-9F01-8A43724564D1}" type="presParOf" srcId="{EEDFDBF1-6FC7-4F67-AF1B-A4175AD01FCB}" destId="{2EB09E59-F0FA-4B15-B86E-D25F24605686}" srcOrd="1" destOrd="0" presId="urn:microsoft.com/office/officeart/2005/8/layout/hierarchy5"/>
    <dgm:cxn modelId="{ADCECB8C-30DA-4365-A993-1322637AA226}" type="presParOf" srcId="{2EB09E59-F0FA-4B15-B86E-D25F24605686}" destId="{F1B1EF96-D2C1-4082-AB6F-23BD7B458510}" srcOrd="0" destOrd="0" presId="urn:microsoft.com/office/officeart/2005/8/layout/hierarchy5"/>
    <dgm:cxn modelId="{0A4F8A45-4E2A-4BB6-8F5D-B5DCEC713BBD}" type="presParOf" srcId="{F1B1EF96-D2C1-4082-AB6F-23BD7B458510}" destId="{8EEA67F2-E9F0-4DFC-B6ED-8D141016B811}" srcOrd="0" destOrd="0" presId="urn:microsoft.com/office/officeart/2005/8/layout/hierarchy5"/>
    <dgm:cxn modelId="{A8C10C51-221D-4C47-9A81-673F35DA08C1}" type="presParOf" srcId="{2EB09E59-F0FA-4B15-B86E-D25F24605686}" destId="{498846D1-B502-4386-B0E2-AEFF4CDCCFFF}" srcOrd="1" destOrd="0" presId="urn:microsoft.com/office/officeart/2005/8/layout/hierarchy5"/>
    <dgm:cxn modelId="{32A555C5-3B80-447F-A0E2-4BCEA6EFA7D9}" type="presParOf" srcId="{498846D1-B502-4386-B0E2-AEFF4CDCCFFF}" destId="{D9904874-D576-4644-A470-0343566E347B}" srcOrd="0" destOrd="0" presId="urn:microsoft.com/office/officeart/2005/8/layout/hierarchy5"/>
    <dgm:cxn modelId="{A9F0AED5-922E-4041-AFE3-60575B390CCD}" type="presParOf" srcId="{498846D1-B502-4386-B0E2-AEFF4CDCCFFF}" destId="{3587E9D1-0850-4DB8-8BBF-94DC3C075729}" srcOrd="1" destOrd="0" presId="urn:microsoft.com/office/officeart/2005/8/layout/hierarchy5"/>
    <dgm:cxn modelId="{623BFBE2-4FD5-42CA-A94C-EE30EC0FBF12}" type="presParOf" srcId="{3587E9D1-0850-4DB8-8BBF-94DC3C075729}" destId="{D50725EF-961D-4E25-86B7-6A57D3ACA7A8}" srcOrd="0" destOrd="0" presId="urn:microsoft.com/office/officeart/2005/8/layout/hierarchy5"/>
    <dgm:cxn modelId="{4003380E-B9D9-429D-AB9C-413DC3DFF59F}" type="presParOf" srcId="{D50725EF-961D-4E25-86B7-6A57D3ACA7A8}" destId="{DEE8E83F-4926-4E9B-A045-07D1F4FD0456}" srcOrd="0" destOrd="0" presId="urn:microsoft.com/office/officeart/2005/8/layout/hierarchy5"/>
    <dgm:cxn modelId="{FABC9970-BBD5-4B59-B568-5A36D35F6F09}" type="presParOf" srcId="{3587E9D1-0850-4DB8-8BBF-94DC3C075729}" destId="{A1CBF960-5B2D-4444-BE5B-220C37401622}" srcOrd="1" destOrd="0" presId="urn:microsoft.com/office/officeart/2005/8/layout/hierarchy5"/>
    <dgm:cxn modelId="{104ED650-9C98-4BB2-916F-AFC088A99750}" type="presParOf" srcId="{A1CBF960-5B2D-4444-BE5B-220C37401622}" destId="{A879C890-68B0-4CC0-A273-A2667CBEC1C9}" srcOrd="0" destOrd="0" presId="urn:microsoft.com/office/officeart/2005/8/layout/hierarchy5"/>
    <dgm:cxn modelId="{1D1C9377-A27C-4C74-835F-D519DEAD57D1}" type="presParOf" srcId="{A1CBF960-5B2D-4444-BE5B-220C37401622}" destId="{721F1945-DE2E-4187-B38B-8CB71CDC2E6B}" srcOrd="1" destOrd="0" presId="urn:microsoft.com/office/officeart/2005/8/layout/hierarchy5"/>
    <dgm:cxn modelId="{6216DC13-DC7B-4C6E-BDC8-51DD3C180EC1}" type="presParOf" srcId="{721F1945-DE2E-4187-B38B-8CB71CDC2E6B}" destId="{8F561625-CFB7-44C9-B86F-3B7A803F61E6}" srcOrd="0" destOrd="0" presId="urn:microsoft.com/office/officeart/2005/8/layout/hierarchy5"/>
    <dgm:cxn modelId="{0207BD83-E343-44B2-A857-D539E36EBC9B}" type="presParOf" srcId="{8F561625-CFB7-44C9-B86F-3B7A803F61E6}" destId="{4F2888C7-FC22-4A6E-B80E-874274C4DD0F}" srcOrd="0" destOrd="0" presId="urn:microsoft.com/office/officeart/2005/8/layout/hierarchy5"/>
    <dgm:cxn modelId="{325B9840-A3EC-4ADE-B754-08EAB8FA48F3}" type="presParOf" srcId="{721F1945-DE2E-4187-B38B-8CB71CDC2E6B}" destId="{FA765DAA-EF60-4E1B-B4BE-8BB9B8B5A058}" srcOrd="1" destOrd="0" presId="urn:microsoft.com/office/officeart/2005/8/layout/hierarchy5"/>
    <dgm:cxn modelId="{9A525820-6B4D-491E-B930-E161B88BE662}" type="presParOf" srcId="{FA765DAA-EF60-4E1B-B4BE-8BB9B8B5A058}" destId="{4BD18DB7-7A7A-4055-82DB-F12BFEFF5AB8}" srcOrd="0" destOrd="0" presId="urn:microsoft.com/office/officeart/2005/8/layout/hierarchy5"/>
    <dgm:cxn modelId="{75EA265F-2E00-40B9-8069-86D4BAF0FE77}" type="presParOf" srcId="{FA765DAA-EF60-4E1B-B4BE-8BB9B8B5A058}" destId="{E30B2A60-52EF-489C-906C-B82A431DC76F}" srcOrd="1" destOrd="0" presId="urn:microsoft.com/office/officeart/2005/8/layout/hierarchy5"/>
    <dgm:cxn modelId="{E73D0411-F500-4430-82CC-D24C014EEC42}" type="presParOf" srcId="{721F1945-DE2E-4187-B38B-8CB71CDC2E6B}" destId="{CA43B923-1ED7-4965-B08E-1992FAC490E7}" srcOrd="2" destOrd="0" presId="urn:microsoft.com/office/officeart/2005/8/layout/hierarchy5"/>
    <dgm:cxn modelId="{EBB0BF77-E4BC-4C74-B6A0-D8A070C9D5D5}" type="presParOf" srcId="{CA43B923-1ED7-4965-B08E-1992FAC490E7}" destId="{A64E1C99-D8B2-4756-8788-A80562B6C766}" srcOrd="0" destOrd="0" presId="urn:microsoft.com/office/officeart/2005/8/layout/hierarchy5"/>
    <dgm:cxn modelId="{4409704C-A15F-4C7F-941D-7290128E3F45}" type="presParOf" srcId="{721F1945-DE2E-4187-B38B-8CB71CDC2E6B}" destId="{A53ABF68-B5DD-4D8D-8626-B4AF8E43C178}" srcOrd="3" destOrd="0" presId="urn:microsoft.com/office/officeart/2005/8/layout/hierarchy5"/>
    <dgm:cxn modelId="{8709696C-D4B2-4C9A-90E2-044ACD5ED8C9}" type="presParOf" srcId="{A53ABF68-B5DD-4D8D-8626-B4AF8E43C178}" destId="{042A5FBA-8E60-4FDE-A3A4-1D60078697C9}" srcOrd="0" destOrd="0" presId="urn:microsoft.com/office/officeart/2005/8/layout/hierarchy5"/>
    <dgm:cxn modelId="{57AC631B-85F4-40A9-ACCE-6929773BBE7A}" type="presParOf" srcId="{A53ABF68-B5DD-4D8D-8626-B4AF8E43C178}" destId="{7E4418A3-E9C0-4576-B983-6CF485976970}" srcOrd="1" destOrd="0" presId="urn:microsoft.com/office/officeart/2005/8/layout/hierarchy5"/>
    <dgm:cxn modelId="{E2C2BBD8-AA27-4672-A70D-D07EC4C98264}" type="presParOf" srcId="{721F1945-DE2E-4187-B38B-8CB71CDC2E6B}" destId="{73779F2F-A543-4E71-A71B-FE6916200538}" srcOrd="4" destOrd="0" presId="urn:microsoft.com/office/officeart/2005/8/layout/hierarchy5"/>
    <dgm:cxn modelId="{3BD27621-9E84-4C44-8837-08C91BC84407}" type="presParOf" srcId="{73779F2F-A543-4E71-A71B-FE6916200538}" destId="{F946820C-3BF5-498F-9D16-BE0B5CDB3604}" srcOrd="0" destOrd="0" presId="urn:microsoft.com/office/officeart/2005/8/layout/hierarchy5"/>
    <dgm:cxn modelId="{DA6921EE-674F-4E2D-A1C8-68195D4E5A25}" type="presParOf" srcId="{721F1945-DE2E-4187-B38B-8CB71CDC2E6B}" destId="{CF26F004-9B5A-49AA-8C53-F8C28179BC5C}" srcOrd="5" destOrd="0" presId="urn:microsoft.com/office/officeart/2005/8/layout/hierarchy5"/>
    <dgm:cxn modelId="{D9830BC1-37AA-49CF-8CD9-7683F45C977A}" type="presParOf" srcId="{CF26F004-9B5A-49AA-8C53-F8C28179BC5C}" destId="{803A8688-8D5C-4A77-8440-6E5142F86CE3}" srcOrd="0" destOrd="0" presId="urn:microsoft.com/office/officeart/2005/8/layout/hierarchy5"/>
    <dgm:cxn modelId="{959EBD6B-B7BD-45FD-912D-FDB02B7632C6}" type="presParOf" srcId="{CF26F004-9B5A-49AA-8C53-F8C28179BC5C}" destId="{677AE756-E816-4321-9F52-F486D9DF455B}" srcOrd="1" destOrd="0" presId="urn:microsoft.com/office/officeart/2005/8/layout/hierarchy5"/>
    <dgm:cxn modelId="{7AD1EAFA-D809-478C-B2E1-D69F54B67703}" type="presParOf" srcId="{721F1945-DE2E-4187-B38B-8CB71CDC2E6B}" destId="{C0964BFC-9AB8-4FD8-AC16-21CA49BB9E25}" srcOrd="6" destOrd="0" presId="urn:microsoft.com/office/officeart/2005/8/layout/hierarchy5"/>
    <dgm:cxn modelId="{DD4F2597-3F26-47FF-B957-5501773FF80D}" type="presParOf" srcId="{C0964BFC-9AB8-4FD8-AC16-21CA49BB9E25}" destId="{CC6EAC3B-509F-4405-AF39-D8737590B5B7}" srcOrd="0" destOrd="0" presId="urn:microsoft.com/office/officeart/2005/8/layout/hierarchy5"/>
    <dgm:cxn modelId="{EF719499-D287-4449-B3C2-5C47F35BE664}" type="presParOf" srcId="{721F1945-DE2E-4187-B38B-8CB71CDC2E6B}" destId="{A9A7D524-1FE5-403E-8975-0D11C47387DA}" srcOrd="7" destOrd="0" presId="urn:microsoft.com/office/officeart/2005/8/layout/hierarchy5"/>
    <dgm:cxn modelId="{12EEC800-569B-4C42-B4AB-6DC04A4ADDB2}" type="presParOf" srcId="{A9A7D524-1FE5-403E-8975-0D11C47387DA}" destId="{4713B9C1-1D78-4413-B32C-6F5D288B285E}" srcOrd="0" destOrd="0" presId="urn:microsoft.com/office/officeart/2005/8/layout/hierarchy5"/>
    <dgm:cxn modelId="{C2B34EB9-CC34-4FEF-B6AD-466C319D9CA4}" type="presParOf" srcId="{A9A7D524-1FE5-403E-8975-0D11C47387DA}" destId="{D1A8CF90-DBB0-4C6D-A06C-F95ECAEB1C45}" srcOrd="1" destOrd="0" presId="urn:microsoft.com/office/officeart/2005/8/layout/hierarchy5"/>
    <dgm:cxn modelId="{7D91D9BC-1FD0-445C-8A21-5CEBE21D9F4A}" type="presParOf" srcId="{3587E9D1-0850-4DB8-8BBF-94DC3C075729}" destId="{7DC368E3-2566-4262-9822-4464193F1EBB}" srcOrd="2" destOrd="0" presId="urn:microsoft.com/office/officeart/2005/8/layout/hierarchy5"/>
    <dgm:cxn modelId="{7A791E86-467E-42FB-9A44-BD903D4570DB}" type="presParOf" srcId="{7DC368E3-2566-4262-9822-4464193F1EBB}" destId="{94F7A6AC-7BA0-44E9-A1D3-8590EEEAA43C}" srcOrd="0" destOrd="0" presId="urn:microsoft.com/office/officeart/2005/8/layout/hierarchy5"/>
    <dgm:cxn modelId="{F6B82F1B-3BB5-4299-8CEF-F51453CE9F15}" type="presParOf" srcId="{3587E9D1-0850-4DB8-8BBF-94DC3C075729}" destId="{2CFA8E44-9C0F-4AAD-933B-23FE12C16352}" srcOrd="3" destOrd="0" presId="urn:microsoft.com/office/officeart/2005/8/layout/hierarchy5"/>
    <dgm:cxn modelId="{16FB54BD-041B-4551-9AFF-DF5B6CF97733}" type="presParOf" srcId="{2CFA8E44-9C0F-4AAD-933B-23FE12C16352}" destId="{352BA4FB-F502-4B16-BEAE-CEEDC79719A0}" srcOrd="0" destOrd="0" presId="urn:microsoft.com/office/officeart/2005/8/layout/hierarchy5"/>
    <dgm:cxn modelId="{8599074C-0B37-42F1-9318-08850C702E9F}" type="presParOf" srcId="{2CFA8E44-9C0F-4AAD-933B-23FE12C16352}" destId="{CE0A0078-525F-43F6-AF72-8681A762F1F6}" srcOrd="1" destOrd="0" presId="urn:microsoft.com/office/officeart/2005/8/layout/hierarchy5"/>
    <dgm:cxn modelId="{F8BBA8E9-DEEC-4B84-8554-A8373C8F1508}" type="presParOf" srcId="{CE0A0078-525F-43F6-AF72-8681A762F1F6}" destId="{FAB6C45E-09E9-429E-8581-CC63426550CC}" srcOrd="0" destOrd="0" presId="urn:microsoft.com/office/officeart/2005/8/layout/hierarchy5"/>
    <dgm:cxn modelId="{7562EFEA-76CF-44BF-979E-46A3DA07BE14}" type="presParOf" srcId="{FAB6C45E-09E9-429E-8581-CC63426550CC}" destId="{728E517A-A50D-4C8F-BE6A-A8DE978A1D57}" srcOrd="0" destOrd="0" presId="urn:microsoft.com/office/officeart/2005/8/layout/hierarchy5"/>
    <dgm:cxn modelId="{48896A7A-405F-44C1-82FD-68364946129D}" type="presParOf" srcId="{CE0A0078-525F-43F6-AF72-8681A762F1F6}" destId="{072663CF-E188-4F75-A9AA-C09745860652}" srcOrd="1" destOrd="0" presId="urn:microsoft.com/office/officeart/2005/8/layout/hierarchy5"/>
    <dgm:cxn modelId="{6CF1DDA4-F923-435A-8F60-FC93DF24A930}" type="presParOf" srcId="{072663CF-E188-4F75-A9AA-C09745860652}" destId="{CFCAE9DA-363A-47DF-9105-18BEC639FD57}" srcOrd="0" destOrd="0" presId="urn:microsoft.com/office/officeart/2005/8/layout/hierarchy5"/>
    <dgm:cxn modelId="{EABC2E11-71E5-4563-A8D2-87E42D120718}" type="presParOf" srcId="{072663CF-E188-4F75-A9AA-C09745860652}" destId="{149CFB08-289B-4AED-ABC6-F68DA00247BA}" srcOrd="1" destOrd="0" presId="urn:microsoft.com/office/officeart/2005/8/layout/hierarchy5"/>
    <dgm:cxn modelId="{58C6038C-7A56-44FD-BC8A-660B22C96A91}" type="presParOf" srcId="{2EB09E59-F0FA-4B15-B86E-D25F24605686}" destId="{DEF5DD73-860C-4FEC-8015-56AAB59E7CB9}" srcOrd="2" destOrd="0" presId="urn:microsoft.com/office/officeart/2005/8/layout/hierarchy5"/>
    <dgm:cxn modelId="{159C2C92-B8E8-42D2-9746-1A7174780271}" type="presParOf" srcId="{DEF5DD73-860C-4FEC-8015-56AAB59E7CB9}" destId="{0A2B0889-525D-4733-8FAB-4825CD0AF371}" srcOrd="0" destOrd="0" presId="urn:microsoft.com/office/officeart/2005/8/layout/hierarchy5"/>
    <dgm:cxn modelId="{E8F1940B-5CD1-43D2-A2DC-B56FBC9D0853}" type="presParOf" srcId="{2EB09E59-F0FA-4B15-B86E-D25F24605686}" destId="{874A3C40-3B60-44C6-A22F-ADC184676C3C}" srcOrd="3" destOrd="0" presId="urn:microsoft.com/office/officeart/2005/8/layout/hierarchy5"/>
    <dgm:cxn modelId="{3B02E7AE-FF06-40B2-8434-630D163E5E1F}" type="presParOf" srcId="{874A3C40-3B60-44C6-A22F-ADC184676C3C}" destId="{D9A7DF69-BEE2-48B6-ACEE-67F341BA65F1}" srcOrd="0" destOrd="0" presId="urn:microsoft.com/office/officeart/2005/8/layout/hierarchy5"/>
    <dgm:cxn modelId="{1BE285AC-99EF-41EF-9067-8E82CA21AC6E}" type="presParOf" srcId="{874A3C40-3B60-44C6-A22F-ADC184676C3C}" destId="{DE091F3D-80E2-4116-93ED-D760AC98C47C}" srcOrd="1" destOrd="0" presId="urn:microsoft.com/office/officeart/2005/8/layout/hierarchy5"/>
    <dgm:cxn modelId="{54748020-0D0E-4B8E-8F0D-9D98F4C6A2B8}" type="presParOf" srcId="{DE091F3D-80E2-4116-93ED-D760AC98C47C}" destId="{81924386-E003-46C2-BE86-26DFD81B0645}" srcOrd="0" destOrd="0" presId="urn:microsoft.com/office/officeart/2005/8/layout/hierarchy5"/>
    <dgm:cxn modelId="{F86F288B-0FBC-439D-81EF-7212CB8CB5CB}" type="presParOf" srcId="{81924386-E003-46C2-BE86-26DFD81B0645}" destId="{B3EF2695-E28D-427E-B525-CE68C56AA97A}" srcOrd="0" destOrd="0" presId="urn:microsoft.com/office/officeart/2005/8/layout/hierarchy5"/>
    <dgm:cxn modelId="{050F5EA1-21ED-4F48-9A47-FC16371A4D22}" type="presParOf" srcId="{DE091F3D-80E2-4116-93ED-D760AC98C47C}" destId="{005C385D-DCF1-480A-83F8-75CD38104853}" srcOrd="1" destOrd="0" presId="urn:microsoft.com/office/officeart/2005/8/layout/hierarchy5"/>
    <dgm:cxn modelId="{BACE2691-5273-4C99-AC9A-17C89E987830}" type="presParOf" srcId="{005C385D-DCF1-480A-83F8-75CD38104853}" destId="{2A95E032-3342-4A7B-A1F8-D2CD06B989BE}" srcOrd="0" destOrd="0" presId="urn:microsoft.com/office/officeart/2005/8/layout/hierarchy5"/>
    <dgm:cxn modelId="{5520E448-AA7E-4AF5-9C5F-FD4BC9B296BF}" type="presParOf" srcId="{005C385D-DCF1-480A-83F8-75CD38104853}" destId="{6545A757-0780-441D-886A-15778714C056}" srcOrd="1" destOrd="0" presId="urn:microsoft.com/office/officeart/2005/8/layout/hierarchy5"/>
    <dgm:cxn modelId="{49FBC60E-03B6-4D90-BDAC-181464A9557D}" type="presParOf" srcId="{6545A757-0780-441D-886A-15778714C056}" destId="{E07C3EC6-D24E-495D-994D-94316E884CEA}" srcOrd="0" destOrd="0" presId="urn:microsoft.com/office/officeart/2005/8/layout/hierarchy5"/>
    <dgm:cxn modelId="{F4A15751-6B96-4B94-8D68-417DB6DAD40C}" type="presParOf" srcId="{E07C3EC6-D24E-495D-994D-94316E884CEA}" destId="{B352825C-CBE4-4A41-983C-1FE66FD32C23}" srcOrd="0" destOrd="0" presId="urn:microsoft.com/office/officeart/2005/8/layout/hierarchy5"/>
    <dgm:cxn modelId="{25311D7D-C400-4FA6-A588-743EE366798C}" type="presParOf" srcId="{6545A757-0780-441D-886A-15778714C056}" destId="{60D32A3E-320B-416F-BA11-A1999B2EC76A}" srcOrd="1" destOrd="0" presId="urn:microsoft.com/office/officeart/2005/8/layout/hierarchy5"/>
    <dgm:cxn modelId="{89E643BB-672C-4A6A-B94A-6E6F6869A802}" type="presParOf" srcId="{60D32A3E-320B-416F-BA11-A1999B2EC76A}" destId="{872D5279-AD20-4191-867A-496D32473EDD}" srcOrd="0" destOrd="0" presId="urn:microsoft.com/office/officeart/2005/8/layout/hierarchy5"/>
    <dgm:cxn modelId="{49FF0994-1C0A-4849-B4A5-5FCB30815394}" type="presParOf" srcId="{60D32A3E-320B-416F-BA11-A1999B2EC76A}" destId="{438BB639-2299-4D42-83E4-0D6336A91391}" srcOrd="1" destOrd="0" presId="urn:microsoft.com/office/officeart/2005/8/layout/hierarchy5"/>
    <dgm:cxn modelId="{30DFB190-F6FD-41E0-B55C-065120CFD5D7}" type="presParOf" srcId="{6545A757-0780-441D-886A-15778714C056}" destId="{F52EF7A8-74F7-4CEE-8A48-69016F08A531}" srcOrd="2" destOrd="0" presId="urn:microsoft.com/office/officeart/2005/8/layout/hierarchy5"/>
    <dgm:cxn modelId="{EF416274-7687-40B5-B8F3-A994287FD868}" type="presParOf" srcId="{F52EF7A8-74F7-4CEE-8A48-69016F08A531}" destId="{3B9BF19D-0EC1-4E13-911B-6791968220AA}" srcOrd="0" destOrd="0" presId="urn:microsoft.com/office/officeart/2005/8/layout/hierarchy5"/>
    <dgm:cxn modelId="{58F6B03F-5069-4BC3-B9BE-6B1BE1D3B1AB}" type="presParOf" srcId="{6545A757-0780-441D-886A-15778714C056}" destId="{8D09DDDD-17D9-4974-8C87-B976349FF494}" srcOrd="3" destOrd="0" presId="urn:microsoft.com/office/officeart/2005/8/layout/hierarchy5"/>
    <dgm:cxn modelId="{28000573-103D-4C38-AA8F-1B91CD0A30F7}" type="presParOf" srcId="{8D09DDDD-17D9-4974-8C87-B976349FF494}" destId="{EA32AD7B-910F-478E-93BF-B52C91A09D21}" srcOrd="0" destOrd="0" presId="urn:microsoft.com/office/officeart/2005/8/layout/hierarchy5"/>
    <dgm:cxn modelId="{9AE8232F-C540-4ECF-99B2-E77EC27F6475}" type="presParOf" srcId="{8D09DDDD-17D9-4974-8C87-B976349FF494}" destId="{2BF710C7-E25A-4F11-894C-24A4CD319E59}" srcOrd="1" destOrd="0" presId="urn:microsoft.com/office/officeart/2005/8/layout/hierarchy5"/>
    <dgm:cxn modelId="{57AEC647-8F25-45A2-8FF3-479DFD8A6180}" type="presParOf" srcId="{DE091F3D-80E2-4116-93ED-D760AC98C47C}" destId="{80FC4E1B-8C8E-48AC-9F30-CADD1E8C9AC1}" srcOrd="2" destOrd="0" presId="urn:microsoft.com/office/officeart/2005/8/layout/hierarchy5"/>
    <dgm:cxn modelId="{CC5F1116-1952-4D77-89C1-E924EC473C56}" type="presParOf" srcId="{80FC4E1B-8C8E-48AC-9F30-CADD1E8C9AC1}" destId="{9DFCAE48-B655-4A93-9252-298BE383C879}" srcOrd="0" destOrd="0" presId="urn:microsoft.com/office/officeart/2005/8/layout/hierarchy5"/>
    <dgm:cxn modelId="{376DD166-00AE-47B2-A27D-D14E6D82E4DE}" type="presParOf" srcId="{DE091F3D-80E2-4116-93ED-D760AC98C47C}" destId="{291C516E-D306-4710-9194-C4F6FAB113F0}" srcOrd="3" destOrd="0" presId="urn:microsoft.com/office/officeart/2005/8/layout/hierarchy5"/>
    <dgm:cxn modelId="{09BC044C-CA62-4B4A-9DA6-A3EEB1E8FC01}" type="presParOf" srcId="{291C516E-D306-4710-9194-C4F6FAB113F0}" destId="{AB45B4C1-E23F-46C8-92C4-34DDC7B49555}" srcOrd="0" destOrd="0" presId="urn:microsoft.com/office/officeart/2005/8/layout/hierarchy5"/>
    <dgm:cxn modelId="{878BF731-04A0-4552-98E9-141F1C0E1AB6}" type="presParOf" srcId="{291C516E-D306-4710-9194-C4F6FAB113F0}" destId="{717DB59F-D94E-4093-831B-43CEB2EAA1C7}" srcOrd="1" destOrd="0" presId="urn:microsoft.com/office/officeart/2005/8/layout/hierarchy5"/>
    <dgm:cxn modelId="{88EF3D07-2413-47DA-B2D9-38B8A2C82EDA}" type="presParOf" srcId="{75771F79-8911-4B07-A9AD-BA4F7750F31C}" destId="{DBF641A3-CE0E-4262-BA60-CED498FADE3B}" srcOrd="1" destOrd="0" presId="urn:microsoft.com/office/officeart/2005/8/layout/hierarchy5"/>
    <dgm:cxn modelId="{9885CD15-25FC-4C9B-B727-465763B360B2}" type="presParOf" srcId="{DBF641A3-CE0E-4262-BA60-CED498FADE3B}" destId="{EA66E2CD-466F-4C47-8E91-5951455A51A4}" srcOrd="0" destOrd="0" presId="urn:microsoft.com/office/officeart/2005/8/layout/hierarchy5"/>
    <dgm:cxn modelId="{35DF787C-9B7A-42CC-9ADC-E3C63CD7B3B1}" type="presParOf" srcId="{EA66E2CD-466F-4C47-8E91-5951455A51A4}" destId="{98140FE3-0F37-4A71-9ABE-DE20CEF54B42}" srcOrd="0" destOrd="0" presId="urn:microsoft.com/office/officeart/2005/8/layout/hierarchy5"/>
    <dgm:cxn modelId="{E1EC4B42-1662-4F19-ADDC-68B79790DB98}" type="presParOf" srcId="{EA66E2CD-466F-4C47-8E91-5951455A51A4}" destId="{1F268984-9AC5-4AE9-9D84-635B60712F99}" srcOrd="1" destOrd="0" presId="urn:microsoft.com/office/officeart/2005/8/layout/hierarchy5"/>
    <dgm:cxn modelId="{6BDCCF82-03C2-49C5-9A74-F58AB50DD6CF}" type="presParOf" srcId="{DBF641A3-CE0E-4262-BA60-CED498FADE3B}" destId="{1E7B087B-A412-4C3B-9114-D1350EAD2DAE}" srcOrd="1" destOrd="0" presId="urn:microsoft.com/office/officeart/2005/8/layout/hierarchy5"/>
    <dgm:cxn modelId="{490D7445-C7A4-47AB-93EF-B227E614DD79}" type="presParOf" srcId="{1E7B087B-A412-4C3B-9114-D1350EAD2DAE}" destId="{D663ECB0-1CEE-4E7C-B77D-B7B0510268E7}" srcOrd="0" destOrd="0" presId="urn:microsoft.com/office/officeart/2005/8/layout/hierarchy5"/>
    <dgm:cxn modelId="{84695690-3322-4E42-BB42-573EADE32260}" type="presParOf" srcId="{DBF641A3-CE0E-4262-BA60-CED498FADE3B}" destId="{C2097E37-2919-4C51-B2EE-2B8BD031804A}" srcOrd="2" destOrd="0" presId="urn:microsoft.com/office/officeart/2005/8/layout/hierarchy5"/>
    <dgm:cxn modelId="{40099077-8334-4F93-A08A-3E130EAE88CD}" type="presParOf" srcId="{C2097E37-2919-4C51-B2EE-2B8BD031804A}" destId="{ED79BD5B-7B92-48F2-8E38-C13B8EB6F16C}" srcOrd="0" destOrd="0" presId="urn:microsoft.com/office/officeart/2005/8/layout/hierarchy5"/>
    <dgm:cxn modelId="{A4697AD6-7F06-417F-80C2-CB8D56184CBE}" type="presParOf" srcId="{C2097E37-2919-4C51-B2EE-2B8BD031804A}" destId="{41285A16-10B5-48D4-8B4D-68A3AC5DAA33}" srcOrd="1" destOrd="0" presId="urn:microsoft.com/office/officeart/2005/8/layout/hierarchy5"/>
    <dgm:cxn modelId="{1506460E-57E2-4CDF-BFAF-E27FB49765A1}" type="presParOf" srcId="{DBF641A3-CE0E-4262-BA60-CED498FADE3B}" destId="{1112F296-CDB4-4011-BDC2-DFACFE55095D}" srcOrd="3" destOrd="0" presId="urn:microsoft.com/office/officeart/2005/8/layout/hierarchy5"/>
    <dgm:cxn modelId="{CEC21DD4-A138-430A-914B-080BC4AC2FE5}" type="presParOf" srcId="{1112F296-CDB4-4011-BDC2-DFACFE55095D}" destId="{F2C76190-8B1A-421C-A9CE-1B4AAFABDC32}" srcOrd="0" destOrd="0" presId="urn:microsoft.com/office/officeart/2005/8/layout/hierarchy5"/>
    <dgm:cxn modelId="{F5FDBADD-2856-4BD4-9BD3-E1B430FA8240}" type="presParOf" srcId="{DBF641A3-CE0E-4262-BA60-CED498FADE3B}" destId="{2BF24C8C-D2BE-48B1-92ED-E1F4DD964B0A}" srcOrd="4" destOrd="0" presId="urn:microsoft.com/office/officeart/2005/8/layout/hierarchy5"/>
    <dgm:cxn modelId="{1B45611A-4A30-439D-B36C-89DBC0997517}" type="presParOf" srcId="{2BF24C8C-D2BE-48B1-92ED-E1F4DD964B0A}" destId="{3E37A213-1BE5-47D8-9B14-72808544799B}" srcOrd="0" destOrd="0" presId="urn:microsoft.com/office/officeart/2005/8/layout/hierarchy5"/>
    <dgm:cxn modelId="{175B463F-0E4D-4BBA-84EC-BCC917F0418E}" type="presParOf" srcId="{2BF24C8C-D2BE-48B1-92ED-E1F4DD964B0A}" destId="{A00545FE-A483-4ECE-B202-5C98C8FD0B06}" srcOrd="1" destOrd="0" presId="urn:microsoft.com/office/officeart/2005/8/layout/hierarchy5"/>
    <dgm:cxn modelId="{51F3E32C-20B9-4FD5-B597-DC2E7606A791}" type="presParOf" srcId="{DBF641A3-CE0E-4262-BA60-CED498FADE3B}" destId="{6C7C4C2F-CFF9-4070-B953-84D49A3D6C4C}" srcOrd="5" destOrd="0" presId="urn:microsoft.com/office/officeart/2005/8/layout/hierarchy5"/>
    <dgm:cxn modelId="{9E669F11-BAC4-46C9-A53C-D6B7BBDF4009}" type="presParOf" srcId="{6C7C4C2F-CFF9-4070-B953-84D49A3D6C4C}" destId="{91A908BB-E198-4698-ADD2-23D36B38DD72}" srcOrd="0" destOrd="0" presId="urn:microsoft.com/office/officeart/2005/8/layout/hierarchy5"/>
    <dgm:cxn modelId="{8BDC97E4-7556-4E14-B5FE-A523A219FE15}" type="presParOf" srcId="{DBF641A3-CE0E-4262-BA60-CED498FADE3B}" destId="{4D3F5634-221D-4BA9-9331-75B61CAA7CD5}" srcOrd="6" destOrd="0" presId="urn:microsoft.com/office/officeart/2005/8/layout/hierarchy5"/>
    <dgm:cxn modelId="{E6A54CCB-6F96-4915-B4A0-346C720B0322}" type="presParOf" srcId="{4D3F5634-221D-4BA9-9331-75B61CAA7CD5}" destId="{05B0C522-79EA-4E9B-A0E9-9AD59BFEE1C4}" srcOrd="0" destOrd="0" presId="urn:microsoft.com/office/officeart/2005/8/layout/hierarchy5"/>
    <dgm:cxn modelId="{FD9D236D-03EF-4617-9A3E-E0DC9DBA68D0}" type="presParOf" srcId="{4D3F5634-221D-4BA9-9331-75B61CAA7CD5}" destId="{F7F16E55-212A-47A0-ACE3-99A5442BA3DB}" srcOrd="1" destOrd="0" presId="urn:microsoft.com/office/officeart/2005/8/layout/hierarchy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0C522-79EA-4E9B-A0E9-9AD59BFEE1C4}">
      <dsp:nvSpPr>
        <dsp:cNvPr id="0" name=""/>
        <dsp:cNvSpPr/>
      </dsp:nvSpPr>
      <dsp:spPr>
        <a:xfrm>
          <a:off x="6369517" y="0"/>
          <a:ext cx="1264789" cy="6777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GB" sz="2200" kern="1200"/>
            <a:t>Niveaus</a:t>
          </a:r>
          <a:endParaRPr lang="en-US" sz="2200" kern="1200"/>
        </a:p>
      </dsp:txBody>
      <dsp:txXfrm>
        <a:off x="6369517" y="0"/>
        <a:ext cx="1264789" cy="2033193"/>
      </dsp:txXfrm>
    </dsp:sp>
    <dsp:sp modelId="{3E37A213-1BE5-47D8-9B14-72808544799B}">
      <dsp:nvSpPr>
        <dsp:cNvPr id="0" name=""/>
        <dsp:cNvSpPr/>
      </dsp:nvSpPr>
      <dsp:spPr>
        <a:xfrm>
          <a:off x="4893930" y="0"/>
          <a:ext cx="1264789" cy="6777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893930" y="0"/>
        <a:ext cx="1264789" cy="2033193"/>
      </dsp:txXfrm>
    </dsp:sp>
    <dsp:sp modelId="{ED79BD5B-7B92-48F2-8E38-C13B8EB6F16C}">
      <dsp:nvSpPr>
        <dsp:cNvPr id="0" name=""/>
        <dsp:cNvSpPr/>
      </dsp:nvSpPr>
      <dsp:spPr>
        <a:xfrm>
          <a:off x="3418343" y="0"/>
          <a:ext cx="1264789" cy="6777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GB" sz="2200" kern="1200"/>
            <a:t> Method</a:t>
          </a:r>
          <a:endParaRPr lang="en-US" sz="2200" kern="1200"/>
        </a:p>
      </dsp:txBody>
      <dsp:txXfrm>
        <a:off x="3418343" y="0"/>
        <a:ext cx="1264789" cy="2033193"/>
      </dsp:txXfrm>
    </dsp:sp>
    <dsp:sp modelId="{98140FE3-0F37-4A71-9ABE-DE20CEF54B42}">
      <dsp:nvSpPr>
        <dsp:cNvPr id="0" name=""/>
        <dsp:cNvSpPr/>
      </dsp:nvSpPr>
      <dsp:spPr>
        <a:xfrm>
          <a:off x="1942756" y="0"/>
          <a:ext cx="1264789" cy="6777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GB" sz="2200" kern="1200"/>
            <a:t> </a:t>
          </a:r>
          <a:endParaRPr lang="en-US" sz="2200" kern="1200"/>
        </a:p>
      </dsp:txBody>
      <dsp:txXfrm>
        <a:off x="1942756" y="0"/>
        <a:ext cx="1264789" cy="2033193"/>
      </dsp:txXfrm>
    </dsp:sp>
    <dsp:sp modelId="{9CA1419D-1CA3-4606-BF78-7DBDB36352AE}">
      <dsp:nvSpPr>
        <dsp:cNvPr id="0" name=""/>
        <dsp:cNvSpPr/>
      </dsp:nvSpPr>
      <dsp:spPr>
        <a:xfrm>
          <a:off x="2048155" y="4688007"/>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Dynamisch</a:t>
          </a:r>
          <a:endParaRPr lang="en-US" sz="1700" kern="1200"/>
        </a:p>
      </dsp:txBody>
      <dsp:txXfrm>
        <a:off x="2063590" y="4703442"/>
        <a:ext cx="1023120" cy="496125"/>
      </dsp:txXfrm>
    </dsp:sp>
    <dsp:sp modelId="{F1B1EF96-D2C1-4082-AB6F-23BD7B458510}">
      <dsp:nvSpPr>
        <dsp:cNvPr id="0" name=""/>
        <dsp:cNvSpPr/>
      </dsp:nvSpPr>
      <dsp:spPr>
        <a:xfrm rot="17590528">
          <a:off x="2777309" y="4452095"/>
          <a:ext cx="1071269" cy="13996"/>
        </a:xfrm>
        <a:custGeom>
          <a:avLst/>
          <a:gdLst/>
          <a:ahLst/>
          <a:cxnLst/>
          <a:rect l="0" t="0" r="0" b="0"/>
          <a:pathLst>
            <a:path>
              <a:moveTo>
                <a:pt x="0" y="6998"/>
              </a:moveTo>
              <a:lnTo>
                <a:pt x="1071269" y="69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6162" y="4432312"/>
        <a:ext cx="53563" cy="53563"/>
      </dsp:txXfrm>
    </dsp:sp>
    <dsp:sp modelId="{D9904874-D576-4644-A470-0343566E347B}">
      <dsp:nvSpPr>
        <dsp:cNvPr id="0" name=""/>
        <dsp:cNvSpPr/>
      </dsp:nvSpPr>
      <dsp:spPr>
        <a:xfrm>
          <a:off x="3523742" y="3703185"/>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Black Box</a:t>
          </a:r>
          <a:endParaRPr lang="en-US" sz="1700" kern="1200"/>
        </a:p>
      </dsp:txBody>
      <dsp:txXfrm>
        <a:off x="3539177" y="3718620"/>
        <a:ext cx="1023120" cy="496125"/>
      </dsp:txXfrm>
    </dsp:sp>
    <dsp:sp modelId="{D50725EF-961D-4E25-86B7-6A57D3ACA7A8}">
      <dsp:nvSpPr>
        <dsp:cNvPr id="0" name=""/>
        <dsp:cNvSpPr/>
      </dsp:nvSpPr>
      <dsp:spPr>
        <a:xfrm rot="17945813">
          <a:off x="4355047" y="3580906"/>
          <a:ext cx="866968" cy="13996"/>
        </a:xfrm>
        <a:custGeom>
          <a:avLst/>
          <a:gdLst/>
          <a:ahLst/>
          <a:cxnLst/>
          <a:rect l="0" t="0" r="0" b="0"/>
          <a:pathLst>
            <a:path>
              <a:moveTo>
                <a:pt x="0" y="6998"/>
              </a:moveTo>
              <a:lnTo>
                <a:pt x="866968"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66857" y="3566230"/>
        <a:ext cx="43348" cy="43348"/>
      </dsp:txXfrm>
    </dsp:sp>
    <dsp:sp modelId="{A879C890-68B0-4CC0-A273-A2667CBEC1C9}">
      <dsp:nvSpPr>
        <dsp:cNvPr id="0" name=""/>
        <dsp:cNvSpPr/>
      </dsp:nvSpPr>
      <dsp:spPr>
        <a:xfrm>
          <a:off x="4999329" y="2945629"/>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Functional</a:t>
          </a:r>
          <a:endParaRPr lang="en-US" sz="1700" kern="1200"/>
        </a:p>
      </dsp:txBody>
      <dsp:txXfrm>
        <a:off x="5014764" y="2961064"/>
        <a:ext cx="1023120" cy="496125"/>
      </dsp:txXfrm>
    </dsp:sp>
    <dsp:sp modelId="{8F561625-CFB7-44C9-B86F-3B7A803F61E6}">
      <dsp:nvSpPr>
        <dsp:cNvPr id="0" name=""/>
        <dsp:cNvSpPr/>
      </dsp:nvSpPr>
      <dsp:spPr>
        <a:xfrm rot="17692822">
          <a:off x="5763083" y="2747595"/>
          <a:ext cx="1002071" cy="13996"/>
        </a:xfrm>
        <a:custGeom>
          <a:avLst/>
          <a:gdLst/>
          <a:ahLst/>
          <a:cxnLst/>
          <a:rect l="0" t="0" r="0" b="0"/>
          <a:pathLst>
            <a:path>
              <a:moveTo>
                <a:pt x="0" y="6998"/>
              </a:moveTo>
              <a:lnTo>
                <a:pt x="1002071"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39066" y="2729541"/>
        <a:ext cx="50103" cy="50103"/>
      </dsp:txXfrm>
    </dsp:sp>
    <dsp:sp modelId="{4BD18DB7-7A7A-4055-82DB-F12BFEFF5AB8}">
      <dsp:nvSpPr>
        <dsp:cNvPr id="0" name=""/>
        <dsp:cNvSpPr/>
      </dsp:nvSpPr>
      <dsp:spPr>
        <a:xfrm>
          <a:off x="6474916" y="2036562"/>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Unit</a:t>
          </a:r>
          <a:endParaRPr lang="en-US" sz="1700" kern="1200"/>
        </a:p>
      </dsp:txBody>
      <dsp:txXfrm>
        <a:off x="6490351" y="2051997"/>
        <a:ext cx="1023120" cy="496125"/>
      </dsp:txXfrm>
    </dsp:sp>
    <dsp:sp modelId="{CA43B923-1ED7-4965-B08E-1992FAC490E7}">
      <dsp:nvSpPr>
        <dsp:cNvPr id="0" name=""/>
        <dsp:cNvSpPr/>
      </dsp:nvSpPr>
      <dsp:spPr>
        <a:xfrm rot="19457599">
          <a:off x="6004519" y="3050617"/>
          <a:ext cx="519197" cy="13996"/>
        </a:xfrm>
        <a:custGeom>
          <a:avLst/>
          <a:gdLst/>
          <a:ahLst/>
          <a:cxnLst/>
          <a:rect l="0" t="0" r="0" b="0"/>
          <a:pathLst>
            <a:path>
              <a:moveTo>
                <a:pt x="0" y="6998"/>
              </a:moveTo>
              <a:lnTo>
                <a:pt x="519197"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51138" y="3044635"/>
        <a:ext cx="25959" cy="25959"/>
      </dsp:txXfrm>
    </dsp:sp>
    <dsp:sp modelId="{042A5FBA-8E60-4FDE-A3A4-1D60078697C9}">
      <dsp:nvSpPr>
        <dsp:cNvPr id="0" name=""/>
        <dsp:cNvSpPr/>
      </dsp:nvSpPr>
      <dsp:spPr>
        <a:xfrm>
          <a:off x="6474916" y="2642606"/>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Integratie</a:t>
          </a:r>
          <a:endParaRPr lang="en-US" sz="1700" kern="1200"/>
        </a:p>
      </dsp:txBody>
      <dsp:txXfrm>
        <a:off x="6490351" y="2658041"/>
        <a:ext cx="1023120" cy="496125"/>
      </dsp:txXfrm>
    </dsp:sp>
    <dsp:sp modelId="{73779F2F-A543-4E71-A71B-FE6916200538}">
      <dsp:nvSpPr>
        <dsp:cNvPr id="0" name=""/>
        <dsp:cNvSpPr/>
      </dsp:nvSpPr>
      <dsp:spPr>
        <a:xfrm rot="2142401">
          <a:off x="6004519" y="3353639"/>
          <a:ext cx="519197" cy="13996"/>
        </a:xfrm>
        <a:custGeom>
          <a:avLst/>
          <a:gdLst/>
          <a:ahLst/>
          <a:cxnLst/>
          <a:rect l="0" t="0" r="0" b="0"/>
          <a:pathLst>
            <a:path>
              <a:moveTo>
                <a:pt x="0" y="6998"/>
              </a:moveTo>
              <a:lnTo>
                <a:pt x="519197"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51138" y="3347658"/>
        <a:ext cx="25959" cy="25959"/>
      </dsp:txXfrm>
    </dsp:sp>
    <dsp:sp modelId="{803A8688-8D5C-4A77-8440-6E5142F86CE3}">
      <dsp:nvSpPr>
        <dsp:cNvPr id="0" name=""/>
        <dsp:cNvSpPr/>
      </dsp:nvSpPr>
      <dsp:spPr>
        <a:xfrm>
          <a:off x="6474916" y="3248651"/>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Systeem</a:t>
          </a:r>
          <a:endParaRPr lang="en-US" sz="1700" kern="1200"/>
        </a:p>
      </dsp:txBody>
      <dsp:txXfrm>
        <a:off x="6490351" y="3264086"/>
        <a:ext cx="1023120" cy="496125"/>
      </dsp:txXfrm>
    </dsp:sp>
    <dsp:sp modelId="{C0964BFC-9AB8-4FD8-AC16-21CA49BB9E25}">
      <dsp:nvSpPr>
        <dsp:cNvPr id="0" name=""/>
        <dsp:cNvSpPr/>
      </dsp:nvSpPr>
      <dsp:spPr>
        <a:xfrm rot="3907178">
          <a:off x="5763083" y="3656662"/>
          <a:ext cx="1002071" cy="13996"/>
        </a:xfrm>
        <a:custGeom>
          <a:avLst/>
          <a:gdLst/>
          <a:ahLst/>
          <a:cxnLst/>
          <a:rect l="0" t="0" r="0" b="0"/>
          <a:pathLst>
            <a:path>
              <a:moveTo>
                <a:pt x="0" y="6998"/>
              </a:moveTo>
              <a:lnTo>
                <a:pt x="1002071"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39066" y="3638608"/>
        <a:ext cx="50103" cy="50103"/>
      </dsp:txXfrm>
    </dsp:sp>
    <dsp:sp modelId="{4713B9C1-1D78-4413-B32C-6F5D288B285E}">
      <dsp:nvSpPr>
        <dsp:cNvPr id="0" name=""/>
        <dsp:cNvSpPr/>
      </dsp:nvSpPr>
      <dsp:spPr>
        <a:xfrm>
          <a:off x="6474916" y="3854696"/>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Acceptatie </a:t>
          </a:r>
          <a:endParaRPr lang="en-US" sz="1700" kern="1200"/>
        </a:p>
      </dsp:txBody>
      <dsp:txXfrm>
        <a:off x="6490351" y="3870131"/>
        <a:ext cx="1023120" cy="496125"/>
      </dsp:txXfrm>
    </dsp:sp>
    <dsp:sp modelId="{7DC368E3-2566-4262-9822-4464193F1EBB}">
      <dsp:nvSpPr>
        <dsp:cNvPr id="0" name=""/>
        <dsp:cNvSpPr/>
      </dsp:nvSpPr>
      <dsp:spPr>
        <a:xfrm rot="3654187">
          <a:off x="4355047" y="4338462"/>
          <a:ext cx="866968" cy="13996"/>
        </a:xfrm>
        <a:custGeom>
          <a:avLst/>
          <a:gdLst/>
          <a:ahLst/>
          <a:cxnLst/>
          <a:rect l="0" t="0" r="0" b="0"/>
          <a:pathLst>
            <a:path>
              <a:moveTo>
                <a:pt x="0" y="6998"/>
              </a:moveTo>
              <a:lnTo>
                <a:pt x="866968"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66857" y="4323786"/>
        <a:ext cx="43348" cy="43348"/>
      </dsp:txXfrm>
    </dsp:sp>
    <dsp:sp modelId="{352BA4FB-F502-4B16-BEAE-CEEDC79719A0}">
      <dsp:nvSpPr>
        <dsp:cNvPr id="0" name=""/>
        <dsp:cNvSpPr/>
      </dsp:nvSpPr>
      <dsp:spPr>
        <a:xfrm>
          <a:off x="4999329" y="4460741"/>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Non-Functional</a:t>
          </a:r>
          <a:endParaRPr lang="en-US" sz="1700" kern="1200"/>
        </a:p>
      </dsp:txBody>
      <dsp:txXfrm>
        <a:off x="5014764" y="4476176"/>
        <a:ext cx="1023120" cy="496125"/>
      </dsp:txXfrm>
    </dsp:sp>
    <dsp:sp modelId="{FAB6C45E-09E9-429E-8581-CC63426550CC}">
      <dsp:nvSpPr>
        <dsp:cNvPr id="0" name=""/>
        <dsp:cNvSpPr/>
      </dsp:nvSpPr>
      <dsp:spPr>
        <a:xfrm>
          <a:off x="6053320" y="4717240"/>
          <a:ext cx="421596" cy="13996"/>
        </a:xfrm>
        <a:custGeom>
          <a:avLst/>
          <a:gdLst/>
          <a:ahLst/>
          <a:cxnLst/>
          <a:rect l="0" t="0" r="0" b="0"/>
          <a:pathLst>
            <a:path>
              <a:moveTo>
                <a:pt x="0" y="6998"/>
              </a:moveTo>
              <a:lnTo>
                <a:pt x="421596"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53578" y="4713698"/>
        <a:ext cx="21079" cy="21079"/>
      </dsp:txXfrm>
    </dsp:sp>
    <dsp:sp modelId="{CFCAE9DA-363A-47DF-9105-18BEC639FD57}">
      <dsp:nvSpPr>
        <dsp:cNvPr id="0" name=""/>
        <dsp:cNvSpPr/>
      </dsp:nvSpPr>
      <dsp:spPr>
        <a:xfrm>
          <a:off x="6474916" y="4460741"/>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Acceptatie</a:t>
          </a:r>
          <a:endParaRPr lang="en-US" sz="1700" kern="1200"/>
        </a:p>
      </dsp:txBody>
      <dsp:txXfrm>
        <a:off x="6490351" y="4476176"/>
        <a:ext cx="1023120" cy="496125"/>
      </dsp:txXfrm>
    </dsp:sp>
    <dsp:sp modelId="{DEF5DD73-860C-4FEC-8015-56AAB59E7CB9}">
      <dsp:nvSpPr>
        <dsp:cNvPr id="0" name=""/>
        <dsp:cNvSpPr/>
      </dsp:nvSpPr>
      <dsp:spPr>
        <a:xfrm rot="4009472">
          <a:off x="2777309" y="5436918"/>
          <a:ext cx="1071269" cy="13996"/>
        </a:xfrm>
        <a:custGeom>
          <a:avLst/>
          <a:gdLst/>
          <a:ahLst/>
          <a:cxnLst/>
          <a:rect l="0" t="0" r="0" b="0"/>
          <a:pathLst>
            <a:path>
              <a:moveTo>
                <a:pt x="0" y="6998"/>
              </a:moveTo>
              <a:lnTo>
                <a:pt x="1071269" y="699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6162" y="5417135"/>
        <a:ext cx="53563" cy="53563"/>
      </dsp:txXfrm>
    </dsp:sp>
    <dsp:sp modelId="{D9A7DF69-BEE2-48B6-ACEE-67F341BA65F1}">
      <dsp:nvSpPr>
        <dsp:cNvPr id="0" name=""/>
        <dsp:cNvSpPr/>
      </dsp:nvSpPr>
      <dsp:spPr>
        <a:xfrm>
          <a:off x="3523742" y="5672830"/>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White Box</a:t>
          </a:r>
          <a:endParaRPr lang="en-US" sz="1700" kern="1200"/>
        </a:p>
      </dsp:txBody>
      <dsp:txXfrm>
        <a:off x="3539177" y="5688265"/>
        <a:ext cx="1023120" cy="496125"/>
      </dsp:txXfrm>
    </dsp:sp>
    <dsp:sp modelId="{81924386-E003-46C2-BE86-26DFD81B0645}">
      <dsp:nvSpPr>
        <dsp:cNvPr id="0" name=""/>
        <dsp:cNvSpPr/>
      </dsp:nvSpPr>
      <dsp:spPr>
        <a:xfrm rot="19457599">
          <a:off x="4528932" y="5777818"/>
          <a:ext cx="519197" cy="13996"/>
        </a:xfrm>
        <a:custGeom>
          <a:avLst/>
          <a:gdLst/>
          <a:ahLst/>
          <a:cxnLst/>
          <a:rect l="0" t="0" r="0" b="0"/>
          <a:pathLst>
            <a:path>
              <a:moveTo>
                <a:pt x="0" y="6998"/>
              </a:moveTo>
              <a:lnTo>
                <a:pt x="519197"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75551" y="5771837"/>
        <a:ext cx="25959" cy="25959"/>
      </dsp:txXfrm>
    </dsp:sp>
    <dsp:sp modelId="{2A95E032-3342-4A7B-A1F8-D2CD06B989BE}">
      <dsp:nvSpPr>
        <dsp:cNvPr id="0" name=""/>
        <dsp:cNvSpPr/>
      </dsp:nvSpPr>
      <dsp:spPr>
        <a:xfrm>
          <a:off x="4999329" y="5369808"/>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Data Flow</a:t>
          </a:r>
          <a:endParaRPr lang="en-US" sz="1700" kern="1200"/>
        </a:p>
      </dsp:txBody>
      <dsp:txXfrm>
        <a:off x="5014764" y="5385243"/>
        <a:ext cx="1023120" cy="496125"/>
      </dsp:txXfrm>
    </dsp:sp>
    <dsp:sp modelId="{E07C3EC6-D24E-495D-994D-94316E884CEA}">
      <dsp:nvSpPr>
        <dsp:cNvPr id="0" name=""/>
        <dsp:cNvSpPr/>
      </dsp:nvSpPr>
      <dsp:spPr>
        <a:xfrm rot="19457599">
          <a:off x="6004519" y="5474796"/>
          <a:ext cx="519197" cy="13996"/>
        </a:xfrm>
        <a:custGeom>
          <a:avLst/>
          <a:gdLst/>
          <a:ahLst/>
          <a:cxnLst/>
          <a:rect l="0" t="0" r="0" b="0"/>
          <a:pathLst>
            <a:path>
              <a:moveTo>
                <a:pt x="0" y="6998"/>
              </a:moveTo>
              <a:lnTo>
                <a:pt x="519197"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51138" y="5468814"/>
        <a:ext cx="25959" cy="25959"/>
      </dsp:txXfrm>
    </dsp:sp>
    <dsp:sp modelId="{872D5279-AD20-4191-867A-496D32473EDD}">
      <dsp:nvSpPr>
        <dsp:cNvPr id="0" name=""/>
        <dsp:cNvSpPr/>
      </dsp:nvSpPr>
      <dsp:spPr>
        <a:xfrm>
          <a:off x="6474916" y="5066785"/>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Unit</a:t>
          </a:r>
          <a:endParaRPr lang="en-US" sz="1700" kern="1200"/>
        </a:p>
      </dsp:txBody>
      <dsp:txXfrm>
        <a:off x="6490351" y="5082220"/>
        <a:ext cx="1023120" cy="496125"/>
      </dsp:txXfrm>
    </dsp:sp>
    <dsp:sp modelId="{F52EF7A8-74F7-4CEE-8A48-69016F08A531}">
      <dsp:nvSpPr>
        <dsp:cNvPr id="0" name=""/>
        <dsp:cNvSpPr/>
      </dsp:nvSpPr>
      <dsp:spPr>
        <a:xfrm rot="2142401">
          <a:off x="6004519" y="5777818"/>
          <a:ext cx="519197" cy="13996"/>
        </a:xfrm>
        <a:custGeom>
          <a:avLst/>
          <a:gdLst/>
          <a:ahLst/>
          <a:cxnLst/>
          <a:rect l="0" t="0" r="0" b="0"/>
          <a:pathLst>
            <a:path>
              <a:moveTo>
                <a:pt x="0" y="6998"/>
              </a:moveTo>
              <a:lnTo>
                <a:pt x="519197"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51138" y="5771837"/>
        <a:ext cx="25959" cy="25959"/>
      </dsp:txXfrm>
    </dsp:sp>
    <dsp:sp modelId="{EA32AD7B-910F-478E-93BF-B52C91A09D21}">
      <dsp:nvSpPr>
        <dsp:cNvPr id="0" name=""/>
        <dsp:cNvSpPr/>
      </dsp:nvSpPr>
      <dsp:spPr>
        <a:xfrm>
          <a:off x="6474916" y="5672830"/>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Integratie</a:t>
          </a:r>
          <a:endParaRPr lang="en-US" sz="1700" kern="1200"/>
        </a:p>
      </dsp:txBody>
      <dsp:txXfrm>
        <a:off x="6490351" y="5688265"/>
        <a:ext cx="1023120" cy="496125"/>
      </dsp:txXfrm>
    </dsp:sp>
    <dsp:sp modelId="{80FC4E1B-8C8E-48AC-9F30-CADD1E8C9AC1}">
      <dsp:nvSpPr>
        <dsp:cNvPr id="0" name=""/>
        <dsp:cNvSpPr/>
      </dsp:nvSpPr>
      <dsp:spPr>
        <a:xfrm rot="2142401">
          <a:off x="4528932" y="6080841"/>
          <a:ext cx="519197" cy="13996"/>
        </a:xfrm>
        <a:custGeom>
          <a:avLst/>
          <a:gdLst/>
          <a:ahLst/>
          <a:cxnLst/>
          <a:rect l="0" t="0" r="0" b="0"/>
          <a:pathLst>
            <a:path>
              <a:moveTo>
                <a:pt x="0" y="6998"/>
              </a:moveTo>
              <a:lnTo>
                <a:pt x="519197" y="699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75551" y="6074859"/>
        <a:ext cx="25959" cy="25959"/>
      </dsp:txXfrm>
    </dsp:sp>
    <dsp:sp modelId="{AB45B4C1-E23F-46C8-92C4-34DDC7B49555}">
      <dsp:nvSpPr>
        <dsp:cNvPr id="0" name=""/>
        <dsp:cNvSpPr/>
      </dsp:nvSpPr>
      <dsp:spPr>
        <a:xfrm>
          <a:off x="4999329" y="5975852"/>
          <a:ext cx="1053990" cy="52699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t>Control</a:t>
          </a:r>
          <a:endParaRPr lang="en-US" sz="1700" kern="1200"/>
        </a:p>
      </dsp:txBody>
      <dsp:txXfrm>
        <a:off x="5014764" y="5991287"/>
        <a:ext cx="1023120" cy="49612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15/11/2021</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2</a:t>
            </a:fld>
            <a:endParaRPr lang="nl-BE"/>
          </a:p>
        </p:txBody>
      </p:sp>
    </p:spTree>
    <p:extLst>
      <p:ext uri="{BB962C8B-B14F-4D97-AF65-F5344CB8AC3E}">
        <p14:creationId xmlns:p14="http://schemas.microsoft.com/office/powerpoint/2010/main" val="473566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a:t>
            </a:fld>
            <a:endParaRPr lang="nl-BE"/>
          </a:p>
        </p:txBody>
      </p:sp>
    </p:spTree>
    <p:extLst>
      <p:ext uri="{BB962C8B-B14F-4D97-AF65-F5344CB8AC3E}">
        <p14:creationId xmlns:p14="http://schemas.microsoft.com/office/powerpoint/2010/main" val="3021033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5</a:t>
            </a:fld>
            <a:endParaRPr lang="nl-BE"/>
          </a:p>
        </p:txBody>
      </p:sp>
    </p:spTree>
    <p:extLst>
      <p:ext uri="{BB962C8B-B14F-4D97-AF65-F5344CB8AC3E}">
        <p14:creationId xmlns:p14="http://schemas.microsoft.com/office/powerpoint/2010/main" val="29583085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a:t>Wanneer het resultaat van iets doen, niet het resultaat geeft, dat je verwacht. Dan pas je jezelf / je gedrag / je volgende test aan.</a:t>
            </a:r>
          </a:p>
        </p:txBody>
      </p:sp>
      <p:sp>
        <p:nvSpPr>
          <p:cNvPr id="4" name="Slide Number Placeholder 3"/>
          <p:cNvSpPr>
            <a:spLocks noGrp="1"/>
          </p:cNvSpPr>
          <p:nvPr>
            <p:ph type="sldNum" sz="quarter" idx="5"/>
          </p:nvPr>
        </p:nvSpPr>
        <p:spPr/>
        <p:txBody>
          <a:bodyPr/>
          <a:lstStyle/>
          <a:p>
            <a:fld id="{9E4A7B32-3DB6-420E-BFD4-0455F7961588}" type="slidenum">
              <a:rPr lang="nl-BE" smtClean="0"/>
              <a:t>6</a:t>
            </a:fld>
            <a:endParaRPr lang="nl-BE"/>
          </a:p>
        </p:txBody>
      </p:sp>
    </p:spTree>
    <p:extLst>
      <p:ext uri="{BB962C8B-B14F-4D97-AF65-F5344CB8AC3E}">
        <p14:creationId xmlns:p14="http://schemas.microsoft.com/office/powerpoint/2010/main" val="1292642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80F66CAF-8A95-42B0-9C5C-15D468A44C1A}"/>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3F770DC5-B548-4E15-BBB8-D647A74CB44A}" type="slidenum">
              <a:rPr lang="en-US" altLang="zh-CN" sz="1300">
                <a:latin typeface="Times" panose="02020603050405020304" pitchFamily="18" charset="0"/>
                <a:ea typeface="SimSun" panose="02010600030101010101" pitchFamily="2" charset="-122"/>
              </a:rPr>
              <a:pPr algn="r" eaLnBrk="1" hangingPunct="1"/>
              <a:t>7</a:t>
            </a:fld>
            <a:endParaRPr lang="en-US" altLang="zh-CN" sz="1300">
              <a:latin typeface="Times" panose="02020603050405020304" pitchFamily="18" charset="0"/>
              <a:ea typeface="SimSun" panose="02010600030101010101" pitchFamily="2" charset="-122"/>
            </a:endParaRPr>
          </a:p>
        </p:txBody>
      </p:sp>
      <p:sp>
        <p:nvSpPr>
          <p:cNvPr id="47107" name="Rectangle 7">
            <a:extLst>
              <a:ext uri="{FF2B5EF4-FFF2-40B4-BE49-F238E27FC236}">
                <a16:creationId xmlns:a16="http://schemas.microsoft.com/office/drawing/2014/main" id="{96C0A555-356B-4F9A-BAB5-6294E5317D69}"/>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B6C494BC-32F7-44A5-89A5-9E6EC1E6D358}" type="slidenum">
              <a:rPr lang="en-US" altLang="zh-CN" sz="1300">
                <a:latin typeface="Times" panose="02020603050405020304" pitchFamily="18" charset="0"/>
                <a:ea typeface="SimSun" panose="02010600030101010101" pitchFamily="2" charset="-122"/>
              </a:rPr>
              <a:pPr algn="r" eaLnBrk="1" hangingPunct="1"/>
              <a:t>7</a:t>
            </a:fld>
            <a:endParaRPr lang="en-US" altLang="zh-CN" sz="1300">
              <a:latin typeface="Times" panose="02020603050405020304" pitchFamily="18" charset="0"/>
              <a:ea typeface="SimSun" panose="02010600030101010101" pitchFamily="2" charset="-122"/>
            </a:endParaRPr>
          </a:p>
        </p:txBody>
      </p:sp>
      <p:sp>
        <p:nvSpPr>
          <p:cNvPr id="47108" name="Rectangle 2">
            <a:extLst>
              <a:ext uri="{FF2B5EF4-FFF2-40B4-BE49-F238E27FC236}">
                <a16:creationId xmlns:a16="http://schemas.microsoft.com/office/drawing/2014/main" id="{C999F9F7-665D-4DAE-B9CE-D27C937F95C8}"/>
              </a:ext>
            </a:extLst>
          </p:cNvPr>
          <p:cNvSpPr>
            <a:spLocks noGrp="1" noRot="1" noChangeAspect="1" noChangeArrowheads="1" noTextEdit="1"/>
          </p:cNvSpPr>
          <p:nvPr>
            <p:ph type="sldImg"/>
          </p:nvPr>
        </p:nvSpPr>
        <p:spPr>
          <a:ln/>
        </p:spPr>
      </p:sp>
      <p:sp>
        <p:nvSpPr>
          <p:cNvPr id="47109" name="Rectangle 3">
            <a:extLst>
              <a:ext uri="{FF2B5EF4-FFF2-40B4-BE49-F238E27FC236}">
                <a16:creationId xmlns:a16="http://schemas.microsoft.com/office/drawing/2014/main" id="{67CCCBF1-B28E-4307-9381-C3D0BC580A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nl-NL" altLang="fr-FR">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775FD71F-0CEC-4EA2-9D9A-443380CBECB1}"/>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A55E1964-8270-4975-9878-2ABDFBAB9250}" type="slidenum">
              <a:rPr lang="en-US" altLang="zh-CN"/>
              <a:pPr/>
              <a:t>8</a:t>
            </a:fld>
            <a:endParaRPr lang="en-US" altLang="zh-CN"/>
          </a:p>
        </p:txBody>
      </p:sp>
      <p:sp>
        <p:nvSpPr>
          <p:cNvPr id="49155" name="Rectangle 2">
            <a:extLst>
              <a:ext uri="{FF2B5EF4-FFF2-40B4-BE49-F238E27FC236}">
                <a16:creationId xmlns:a16="http://schemas.microsoft.com/office/drawing/2014/main" id="{21499625-7717-442D-B604-6B63D3633B5B}"/>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C2571F0A-DB20-47A2-947E-CBEA81B32F8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fr-FR"/>
              <a:t>Voor de mensen die zich onvermijdelijk zullen afvragen "Wat is het verschil tussen verkennende tests en ad-hoc tests”?</a:t>
            </a:r>
          </a:p>
          <a:p>
            <a:endParaRPr lang="nl-NL" altLang="fr-FR"/>
          </a:p>
          <a:p>
            <a:r>
              <a:rPr lang="nl-NL" altLang="fr-FR"/>
              <a:t>We beginnen met te antwoorden dat we het onderscheid pas kunnen maken als u ons een idee heeft gegeven van wat 'ad hoc' voor u betekent.</a:t>
            </a:r>
          </a:p>
          <a:p>
            <a:endParaRPr lang="nl-NL" altLang="fr-FR"/>
          </a:p>
          <a:p>
            <a:r>
              <a:rPr lang="nl-NL" altLang="fr-FR"/>
              <a:t>Sommige mensen geloven dat "ad hoc" een synoniem is voor "slordig" of "slapdash". Goed uitgevoerde verkennende tests zijn natuurlijk niet slordig of slapdash.</a:t>
            </a:r>
          </a:p>
          <a:p>
            <a:endParaRPr lang="nl-NL" altLang="fr-FR"/>
          </a:p>
          <a:p>
            <a:r>
              <a:rPr lang="nl-NL" altLang="fr-FR"/>
              <a:t>Als we naar het woordenboek gaan, zien we dat "ad hoc" letterlijk "hiertoe" betekent, en volgens afspraak "met dit doel". In die zin vallen "ad hoc" en "verkennend" niet echt in verschillende categorieën.</a:t>
            </a:r>
          </a:p>
          <a:p>
            <a:endParaRPr lang="nl-NL" altLang="fr-FR"/>
          </a:p>
          <a:p>
            <a:r>
              <a:rPr lang="nl-NL" altLang="fr-FR"/>
              <a:t>Bijna alle testen die het waard zijn om te doen, of verkennend of uitgeschreven, is ad hoc; het wordt gedaan in dienst van een of ander doel en het stopt nadat dat doel is vervuld.</a:t>
            </a:r>
          </a:p>
          <a:p>
            <a:endParaRPr lang="nl-NL" altLang="fr-FR"/>
          </a:p>
          <a:p>
            <a:r>
              <a:rPr lang="nl-NL" altLang="fr-FR"/>
              <a:t>We kunnen dus niet zeker weten wat u bedoelt met "ad hoc" totdat u het ons vertelt.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83F8D6B8-3630-46D3-857B-044DD818F633}"/>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33959977-8453-477D-AD07-0816BF2CDB10}" type="slidenum">
              <a:rPr lang="en-US" altLang="zh-CN"/>
              <a:pPr/>
              <a:t>9</a:t>
            </a:fld>
            <a:endParaRPr lang="en-US" altLang="zh-CN"/>
          </a:p>
        </p:txBody>
      </p:sp>
      <p:sp>
        <p:nvSpPr>
          <p:cNvPr id="51203" name="Rectangle 2">
            <a:extLst>
              <a:ext uri="{FF2B5EF4-FFF2-40B4-BE49-F238E27FC236}">
                <a16:creationId xmlns:a16="http://schemas.microsoft.com/office/drawing/2014/main" id="{B467B7FA-47AB-4925-9A41-8A4F2FDF9BB5}"/>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731A501D-4396-4F82-9849-FC00FB8907F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nl-NL" altLang="fr-FR" sz="1000"/>
              <a:t>Is verkennend testen iets dat u wilt doen als u snel resultaat wilt?</a:t>
            </a:r>
          </a:p>
          <a:p>
            <a:endParaRPr lang="nl-NL" altLang="fr-FR" sz="1000"/>
          </a:p>
          <a:p>
            <a:r>
              <a:rPr lang="nl-NL" altLang="fr-FR" sz="1000"/>
              <a:t>Verkennende benaderingen zijn doorgaans sneller dan benaderingen met scripts, aangezien er bij een verkennende benadering minder hiaten of vertragingen zijn bij het doorgeven van leren van persoon tot persoon, en aangezien</a:t>
            </a:r>
          </a:p>
          <a:p>
            <a:r>
              <a:rPr lang="nl-NL" altLang="fr-FR" sz="1000"/>
              <a:t>is meestal sneller wanneer mensen de controle hebben over hun eigen processen.</a:t>
            </a:r>
          </a:p>
          <a:p>
            <a:endParaRPr lang="nl-NL" altLang="fr-FR" sz="1000"/>
          </a:p>
          <a:p>
            <a:r>
              <a:rPr lang="nl-NL" altLang="fr-FR" sz="1000"/>
              <a:t>In een verkennende modus heeft de tester de neiging om meer cognitief bezig te zijn. Hij beheert dynamisch de focus; maakt veel observaties tegelijkertijd - sommige bewust en andere niet; maakt snelle evaluaties - alweer, sommige bewust en andere niet; en neemt onmiddellijk beslissingen over wat te doen.</a:t>
            </a:r>
          </a:p>
          <a:p>
            <a:endParaRPr lang="nl-NL" altLang="fr-FR" sz="1000"/>
          </a:p>
          <a:p>
            <a:r>
              <a:rPr lang="nl-NL" altLang="fr-FR" sz="1000"/>
              <a:t>Zelfs in een scriptmodus is het moeilijk om het idee van een enkele, atomaire test voor te stellen; zelfs een vreselijk ontevreden mens zal zo nu en dan een inzichtelijke, afwijkende observatie maken.</a:t>
            </a:r>
          </a:p>
          <a:p>
            <a:endParaRPr lang="nl-NL" altLang="fr-FR" sz="1000"/>
          </a:p>
          <a:p>
            <a:r>
              <a:rPr lang="nl-NL" altLang="fr-FR" sz="1000"/>
              <a:t>Tenminste in deels vanwege de neiging tot herhaling en terugtrekking, voelt het uitvoeren van menselijke scripts vaak als ploeteren.</a:t>
            </a:r>
          </a:p>
          <a:p>
            <a:endParaRPr lang="nl-NL" altLang="fr-FR" sz="1000"/>
          </a:p>
          <a:p>
            <a:r>
              <a:rPr lang="nl-NL" altLang="fr-FR" sz="1000"/>
              <a:t>Het uitvoeren van een scripttest door een machine kost doorgaans minder tijd dan het script testuitvoering uitgevoerd door een mens, maar het voorbereiden van een script (of het nu door een machine of een mens moet worden uitgevoerd) duurt meestal langer dan het niet voorbereiden van een script - een automatiseringskost</a:t>
            </a:r>
          </a:p>
          <a:p>
            <a:r>
              <a:rPr lang="nl-NL" altLang="fr-FR" sz="1000"/>
              <a:t>soms verborgen in het volle zicht.</a:t>
            </a:r>
          </a:p>
          <a:p>
            <a:endParaRPr lang="nl-NL" altLang="fr-FR" sz="1000"/>
          </a:p>
          <a:p>
            <a:r>
              <a:rPr lang="nl-NL" altLang="fr-FR" sz="1000"/>
              <a:t>Programmeurs zijn welkom en worden aangemoedigd om hun werk te controleren.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83F8D6B8-3630-46D3-857B-044DD818F633}"/>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33959977-8453-477D-AD07-0816BF2CDB10}" type="slidenum">
              <a:rPr lang="en-US" altLang="zh-CN"/>
              <a:pPr/>
              <a:t>10</a:t>
            </a:fld>
            <a:endParaRPr lang="en-US" altLang="zh-CN"/>
          </a:p>
        </p:txBody>
      </p:sp>
      <p:sp>
        <p:nvSpPr>
          <p:cNvPr id="51203" name="Rectangle 2">
            <a:extLst>
              <a:ext uri="{FF2B5EF4-FFF2-40B4-BE49-F238E27FC236}">
                <a16:creationId xmlns:a16="http://schemas.microsoft.com/office/drawing/2014/main" id="{B467B7FA-47AB-4925-9A41-8A4F2FDF9BB5}"/>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731A501D-4396-4F82-9849-FC00FB8907F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fr-FR" sz="1000"/>
          </a:p>
        </p:txBody>
      </p:sp>
    </p:spTree>
    <p:extLst>
      <p:ext uri="{BB962C8B-B14F-4D97-AF65-F5344CB8AC3E}">
        <p14:creationId xmlns:p14="http://schemas.microsoft.com/office/powerpoint/2010/main" val="4279739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4BD264C4-43EA-42BD-9CF7-113E9293FF98}"/>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a16="http://schemas.microsoft.com/office/drawing/2014/main" id="{DF2D5717-A3EB-43B9-A4F0-213E45EFCFE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4BD264C4-43EA-42BD-9CF7-113E9293FF98}"/>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a16="http://schemas.microsoft.com/office/drawing/2014/main" id="{DF2D5717-A3EB-43B9-A4F0-213E45EFCFE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2580586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8C25DC5A-521E-496C-96FF-98D720D90F94}"/>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fld id="{2FF7EE76-625E-443E-B199-ABEAF78F7707}" type="slidenum">
              <a:rPr lang="en-US" altLang="zh-CN"/>
              <a:pPr algn="ctr" eaLnBrk="1" hangingPunct="1"/>
              <a:t>13</a:t>
            </a:fld>
            <a:endParaRPr lang="en-US" altLang="zh-CN"/>
          </a:p>
        </p:txBody>
      </p:sp>
      <p:sp>
        <p:nvSpPr>
          <p:cNvPr id="57347" name="Rectangle 2">
            <a:extLst>
              <a:ext uri="{FF2B5EF4-FFF2-40B4-BE49-F238E27FC236}">
                <a16:creationId xmlns:a16="http://schemas.microsoft.com/office/drawing/2014/main" id="{56059C41-A4AC-4913-A45E-00B4FB54ACD3}"/>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058F4519-2781-496B-B524-D144A13E81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F49754FB-DDEA-495C-85AE-59A7022DD0DD}"/>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fld id="{B9FE1549-4265-4601-AF71-49157C04CE6F}" type="slidenum">
              <a:rPr lang="en-US" altLang="zh-CN"/>
              <a:pPr algn="ctr" eaLnBrk="1" hangingPunct="1"/>
              <a:t>14</a:t>
            </a:fld>
            <a:endParaRPr lang="en-US" altLang="zh-CN"/>
          </a:p>
        </p:txBody>
      </p:sp>
      <p:sp>
        <p:nvSpPr>
          <p:cNvPr id="59395" name="Rectangle 2">
            <a:extLst>
              <a:ext uri="{FF2B5EF4-FFF2-40B4-BE49-F238E27FC236}">
                <a16:creationId xmlns:a16="http://schemas.microsoft.com/office/drawing/2014/main" id="{FC29DB8F-8979-4AFA-B346-690F94A9ED31}"/>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B9B6F30B-A8A0-40FE-9D5A-05DEF767171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21E26508-96B6-4A59-B545-45DAE908421C}"/>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ABDABAD0-3330-4FE7-8F17-096642000DF6}" type="slidenum">
              <a:rPr lang="en-US" altLang="zh-CN"/>
              <a:pPr/>
              <a:t>15</a:t>
            </a:fld>
            <a:endParaRPr lang="en-US" altLang="zh-CN"/>
          </a:p>
        </p:txBody>
      </p:sp>
      <p:sp>
        <p:nvSpPr>
          <p:cNvPr id="61443" name="Rectangle 7">
            <a:extLst>
              <a:ext uri="{FF2B5EF4-FFF2-40B4-BE49-F238E27FC236}">
                <a16:creationId xmlns:a16="http://schemas.microsoft.com/office/drawing/2014/main" id="{FCA5C0CF-7DB2-4DBA-89EF-D0AD0112A443}"/>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a:fld id="{24888C24-069A-49A4-96DC-0D89A4CE3988}" type="slidenum">
              <a:rPr lang="en-US" altLang="zh-CN" sz="1300">
                <a:latin typeface="Times" panose="02020603050405020304" pitchFamily="18" charset="0"/>
                <a:ea typeface="SimSun" panose="02010600030101010101" pitchFamily="2" charset="-122"/>
              </a:rPr>
              <a:pPr algn="r"/>
              <a:t>15</a:t>
            </a:fld>
            <a:endParaRPr lang="en-US" altLang="zh-CN" sz="1300">
              <a:latin typeface="Times" panose="02020603050405020304" pitchFamily="18" charset="0"/>
              <a:ea typeface="SimSun" panose="02010600030101010101" pitchFamily="2" charset="-122"/>
            </a:endParaRPr>
          </a:p>
        </p:txBody>
      </p:sp>
      <p:sp>
        <p:nvSpPr>
          <p:cNvPr id="61444" name="Rectangle 2">
            <a:extLst>
              <a:ext uri="{FF2B5EF4-FFF2-40B4-BE49-F238E27FC236}">
                <a16:creationId xmlns:a16="http://schemas.microsoft.com/office/drawing/2014/main" id="{AA8F69AB-22A3-4B77-9280-660C0C0D74B4}"/>
              </a:ext>
            </a:extLst>
          </p:cNvPr>
          <p:cNvSpPr>
            <a:spLocks noGrp="1" noRot="1" noChangeAspect="1" noChangeArrowheads="1" noTextEdit="1"/>
          </p:cNvSpPr>
          <p:nvPr>
            <p:ph type="sldImg"/>
          </p:nvPr>
        </p:nvSpPr>
        <p:spPr>
          <a:ln/>
        </p:spPr>
      </p:sp>
      <p:sp>
        <p:nvSpPr>
          <p:cNvPr id="61445" name="Rectangle 3">
            <a:extLst>
              <a:ext uri="{FF2B5EF4-FFF2-40B4-BE49-F238E27FC236}">
                <a16:creationId xmlns:a16="http://schemas.microsoft.com/office/drawing/2014/main" id="{D4D8308B-895E-41BC-88F5-DF61951C87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endParaRPr lang="nl-NL" altLang="fr-FR" sz="80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24834E5-5EF9-4312-B1C6-FAACCA6E9FD1}"/>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06D95206-40BD-4AEC-B7CF-0B28199141F6}" type="slidenum">
              <a:rPr lang="en-US" altLang="zh-CN"/>
              <a:pPr/>
              <a:t>16</a:t>
            </a:fld>
            <a:endParaRPr lang="en-US" altLang="zh-CN"/>
          </a:p>
        </p:txBody>
      </p:sp>
      <p:sp>
        <p:nvSpPr>
          <p:cNvPr id="63491" name="Rectangle 2">
            <a:extLst>
              <a:ext uri="{FF2B5EF4-FFF2-40B4-BE49-F238E27FC236}">
                <a16:creationId xmlns:a16="http://schemas.microsoft.com/office/drawing/2014/main" id="{69BCE633-42CC-48D0-BA76-187B7555984D}"/>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10024D27-EB14-4FB2-864B-8047D7DB6AA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24834E5-5EF9-4312-B1C6-FAACCA6E9FD1}"/>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06D95206-40BD-4AEC-B7CF-0B28199141F6}" type="slidenum">
              <a:rPr lang="en-US" altLang="zh-CN"/>
              <a:pPr/>
              <a:t>17</a:t>
            </a:fld>
            <a:endParaRPr lang="en-US" altLang="zh-CN"/>
          </a:p>
        </p:txBody>
      </p:sp>
      <p:sp>
        <p:nvSpPr>
          <p:cNvPr id="63491" name="Rectangle 2">
            <a:extLst>
              <a:ext uri="{FF2B5EF4-FFF2-40B4-BE49-F238E27FC236}">
                <a16:creationId xmlns:a16="http://schemas.microsoft.com/office/drawing/2014/main" id="{69BCE633-42CC-48D0-BA76-187B7555984D}"/>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10024D27-EB14-4FB2-864B-8047D7DB6AA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extLst>
      <p:ext uri="{BB962C8B-B14F-4D97-AF65-F5344CB8AC3E}">
        <p14:creationId xmlns:p14="http://schemas.microsoft.com/office/powerpoint/2010/main" val="31755611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AF9BA9BF-6B66-4B34-9324-91909A0B6467}"/>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1140EB6B-E37C-4BDA-B1B5-4B773F096D3E}" type="slidenum">
              <a:rPr lang="en-US" altLang="zh-CN"/>
              <a:pPr/>
              <a:t>18</a:t>
            </a:fld>
            <a:endParaRPr lang="en-US" altLang="zh-CN"/>
          </a:p>
        </p:txBody>
      </p:sp>
      <p:sp>
        <p:nvSpPr>
          <p:cNvPr id="69635" name="Rectangle 2">
            <a:extLst>
              <a:ext uri="{FF2B5EF4-FFF2-40B4-BE49-F238E27FC236}">
                <a16:creationId xmlns:a16="http://schemas.microsoft.com/office/drawing/2014/main" id="{C27874D9-B48F-4E63-924B-ABDB72C4A9E3}"/>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B04F971F-C6AB-488D-B385-4F4FA1BD3D0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48885A12-8B02-4B57-BDA5-5381F4ECA12D}"/>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D17B71B3-6D9F-442F-A3ED-473C6458B177}" type="slidenum">
              <a:rPr lang="en-US" altLang="zh-CN" sz="1300">
                <a:latin typeface="Times" panose="02020603050405020304" pitchFamily="18" charset="0"/>
                <a:ea typeface="SimSun" panose="02010600030101010101" pitchFamily="2" charset="-122"/>
              </a:rPr>
              <a:pPr algn="r" eaLnBrk="1" hangingPunct="1"/>
              <a:t>19</a:t>
            </a:fld>
            <a:endParaRPr lang="en-US" altLang="zh-CN" sz="1300">
              <a:latin typeface="Times" panose="02020603050405020304" pitchFamily="18" charset="0"/>
              <a:ea typeface="SimSun" panose="02010600030101010101" pitchFamily="2" charset="-122"/>
            </a:endParaRPr>
          </a:p>
        </p:txBody>
      </p:sp>
      <p:sp>
        <p:nvSpPr>
          <p:cNvPr id="13315" name="Rectangle 2">
            <a:extLst>
              <a:ext uri="{FF2B5EF4-FFF2-40B4-BE49-F238E27FC236}">
                <a16:creationId xmlns:a16="http://schemas.microsoft.com/office/drawing/2014/main" id="{A29CD8DA-C0DE-411B-BCE0-A29DA4A7645D}"/>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F614A357-CE94-4F50-95DE-E3A06EDB06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48885A12-8B02-4B57-BDA5-5381F4ECA12D}"/>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D17B71B3-6D9F-442F-A3ED-473C6458B177}" type="slidenum">
              <a:rPr lang="en-US" altLang="zh-CN" sz="1300">
                <a:latin typeface="Times" panose="02020603050405020304" pitchFamily="18" charset="0"/>
                <a:ea typeface="SimSun" panose="02010600030101010101" pitchFamily="2" charset="-122"/>
              </a:rPr>
              <a:pPr algn="r" eaLnBrk="1" hangingPunct="1"/>
              <a:t>20</a:t>
            </a:fld>
            <a:endParaRPr lang="en-US" altLang="zh-CN" sz="1300">
              <a:latin typeface="Times" panose="02020603050405020304" pitchFamily="18" charset="0"/>
              <a:ea typeface="SimSun" panose="02010600030101010101" pitchFamily="2" charset="-122"/>
            </a:endParaRPr>
          </a:p>
        </p:txBody>
      </p:sp>
      <p:sp>
        <p:nvSpPr>
          <p:cNvPr id="13315" name="Rectangle 2">
            <a:extLst>
              <a:ext uri="{FF2B5EF4-FFF2-40B4-BE49-F238E27FC236}">
                <a16:creationId xmlns:a16="http://schemas.microsoft.com/office/drawing/2014/main" id="{A29CD8DA-C0DE-411B-BCE0-A29DA4A7645D}"/>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F614A357-CE94-4F50-95DE-E3A06EDB06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extLst>
      <p:ext uri="{BB962C8B-B14F-4D97-AF65-F5344CB8AC3E}">
        <p14:creationId xmlns:p14="http://schemas.microsoft.com/office/powerpoint/2010/main" val="4287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1C131A77-1D44-4D51-9115-224C2F32E786}"/>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75095B75-B80C-4AE8-B28C-812D1ABDEC72}" type="slidenum">
              <a:rPr lang="en-US" altLang="zh-CN" sz="1300">
                <a:latin typeface="Times" panose="02020603050405020304" pitchFamily="18" charset="0"/>
                <a:ea typeface="SimSun" panose="02010600030101010101" pitchFamily="2" charset="-122"/>
              </a:rPr>
              <a:pPr algn="r" eaLnBrk="1" hangingPunct="1"/>
              <a:t>21</a:t>
            </a:fld>
            <a:endParaRPr lang="en-US" altLang="zh-CN" sz="1300">
              <a:latin typeface="Times" panose="02020603050405020304" pitchFamily="18" charset="0"/>
              <a:ea typeface="SimSun" panose="02010600030101010101" pitchFamily="2" charset="-122"/>
            </a:endParaRPr>
          </a:p>
        </p:txBody>
      </p:sp>
      <p:sp>
        <p:nvSpPr>
          <p:cNvPr id="71683" name="Rectangle 7">
            <a:extLst>
              <a:ext uri="{FF2B5EF4-FFF2-40B4-BE49-F238E27FC236}">
                <a16:creationId xmlns:a16="http://schemas.microsoft.com/office/drawing/2014/main" id="{2898D4BE-F68E-421C-AC29-EB96C65CA1FD}"/>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1BC4F491-719D-4AB1-8722-046F6F960B0A}" type="slidenum">
              <a:rPr lang="en-US" altLang="zh-CN" sz="1300">
                <a:latin typeface="Times" panose="02020603050405020304" pitchFamily="18" charset="0"/>
                <a:ea typeface="SimSun" panose="02010600030101010101" pitchFamily="2" charset="-122"/>
              </a:rPr>
              <a:pPr algn="r" eaLnBrk="1" hangingPunct="1"/>
              <a:t>21</a:t>
            </a:fld>
            <a:endParaRPr lang="en-US" altLang="zh-CN" sz="1300">
              <a:latin typeface="Times" panose="02020603050405020304" pitchFamily="18" charset="0"/>
              <a:ea typeface="SimSun" panose="02010600030101010101" pitchFamily="2" charset="-122"/>
            </a:endParaRPr>
          </a:p>
        </p:txBody>
      </p:sp>
      <p:sp>
        <p:nvSpPr>
          <p:cNvPr id="71684" name="Rectangle 2">
            <a:extLst>
              <a:ext uri="{FF2B5EF4-FFF2-40B4-BE49-F238E27FC236}">
                <a16:creationId xmlns:a16="http://schemas.microsoft.com/office/drawing/2014/main" id="{5DF0978E-A61E-4993-9285-CB0F9E567795}"/>
              </a:ext>
            </a:extLst>
          </p:cNvPr>
          <p:cNvSpPr>
            <a:spLocks noGrp="1" noRot="1" noChangeAspect="1" noChangeArrowheads="1" noTextEdit="1"/>
          </p:cNvSpPr>
          <p:nvPr>
            <p:ph type="sldImg"/>
          </p:nvPr>
        </p:nvSpPr>
        <p:spPr>
          <a:ln/>
        </p:spPr>
      </p:sp>
      <p:sp>
        <p:nvSpPr>
          <p:cNvPr id="71685" name="Rectangle 3">
            <a:extLst>
              <a:ext uri="{FF2B5EF4-FFF2-40B4-BE49-F238E27FC236}">
                <a16:creationId xmlns:a16="http://schemas.microsoft.com/office/drawing/2014/main" id="{92EC3F24-AC4E-42F2-A85D-FF732C342D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Dit het basis schema van Software testen:</a:t>
            </a:r>
          </a:p>
          <a:p>
            <a:pPr marL="228600" indent="-228600">
              <a:lnSpc>
                <a:spcPct val="80000"/>
              </a:lnSpc>
              <a:spcBef>
                <a:spcPts val="288"/>
              </a:spcBef>
            </a:pPr>
            <a:endPar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In de linker cirkel, daar hebben we onze verwachte functionaliteiten.</a:t>
            </a: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Wat hierin zit, is hetgene wat we beschreven hebben. Wat moet er gemaakt worden?</a:t>
            </a: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Alles wat hier niet inzit, verwacht je dus niet.</a:t>
            </a:r>
          </a:p>
          <a:p>
            <a:pPr marL="228600" indent="-228600">
              <a:lnSpc>
                <a:spcPct val="80000"/>
              </a:lnSpc>
              <a:spcBef>
                <a:spcPts val="288"/>
              </a:spcBef>
            </a:pPr>
            <a:endPar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Als we testen gaan uitschrijven, dan ga je ‘scannen’ wat de requirements zijn.</a:t>
            </a: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Je gaat het verwachte gedrag uitschrijven.</a:t>
            </a:r>
          </a:p>
          <a:p>
            <a:pPr marL="228600" indent="-228600">
              <a:lnSpc>
                <a:spcPct val="80000"/>
              </a:lnSpc>
              <a:spcBef>
                <a:spcPts val="288"/>
              </a:spcBef>
            </a:pPr>
            <a:endPar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In de rechter cirkel, staat wat er opgeleverd is.</a:t>
            </a: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Dit zijn de dingen die al gemaakt zijn.</a:t>
            </a: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Alles wat hier niet inzit, heb je nog niet, en kun je dus ook niet verkennend testen.</a:t>
            </a:r>
          </a:p>
          <a:p>
            <a:pPr marL="228600" indent="-228600">
              <a:lnSpc>
                <a:spcPct val="80000"/>
              </a:lnSpc>
              <a:spcBef>
                <a:spcPts val="288"/>
              </a:spcBef>
            </a:pPr>
            <a:endPar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Als je dingen gaat verkennend testen, of testen gaat uitvoeren, dan ga je ‘scannen’ in de bestaande functionaliteiten.</a:t>
            </a:r>
          </a:p>
          <a:p>
            <a:pPr marL="228600" indent="-228600">
              <a:lnSpc>
                <a:spcPct val="80000"/>
              </a:lnSpc>
              <a:spcBef>
                <a:spcPts val="288"/>
              </a:spcBef>
            </a:pPr>
            <a:endPar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endParaRPr>
          </a:p>
          <a:p>
            <a:pPr marL="228600" indent="-228600">
              <a:lnSpc>
                <a:spcPct val="80000"/>
              </a:lnSpc>
              <a:spcBef>
                <a:spcPts val="288"/>
              </a:spcBef>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Dus het diagram bestaat uit 4 delen.</a:t>
            </a:r>
          </a:p>
          <a:p>
            <a:pPr marL="228600" indent="-228600">
              <a:lnSpc>
                <a:spcPct val="80000"/>
              </a:lnSpc>
              <a:spcBef>
                <a:spcPts val="288"/>
              </a:spcBef>
              <a:buFontTx/>
              <a:buChar char="-"/>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De overlapping: Het deel dat verwacht en wat uitgevoerd is.</a:t>
            </a:r>
          </a:p>
          <a:p>
            <a:pPr marL="228600" indent="-228600">
              <a:lnSpc>
                <a:spcPct val="80000"/>
              </a:lnSpc>
              <a:spcBef>
                <a:spcPts val="288"/>
              </a:spcBef>
              <a:buFontTx/>
              <a:buChar char="-"/>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Het gedeelte buiten de cirkels: Hetgene dat we niet verwachten en wat we ook niet gekregen hebben.</a:t>
            </a:r>
          </a:p>
          <a:p>
            <a:pPr marL="685800" lvl="1" indent="-228600">
              <a:lnSpc>
                <a:spcPct val="80000"/>
              </a:lnSpc>
              <a:spcBef>
                <a:spcPts val="288"/>
              </a:spcBef>
              <a:buFontTx/>
              <a:buChar char="-"/>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Prijs je gelukkig als er hier niet teveel tijd aan besteed is.</a:t>
            </a:r>
          </a:p>
          <a:p>
            <a:pPr marL="228600" lvl="0" indent="-228600">
              <a:lnSpc>
                <a:spcPct val="80000"/>
              </a:lnSpc>
              <a:spcBef>
                <a:spcPts val="288"/>
              </a:spcBef>
              <a:buFontTx/>
              <a:buChar char="-"/>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Het linker gedeelte: Wat verwacht is, maar dat je nog niet gekregen hebt.</a:t>
            </a:r>
          </a:p>
          <a:p>
            <a:pPr marL="685800" lvl="1" indent="-228600">
              <a:lnSpc>
                <a:spcPct val="80000"/>
              </a:lnSpc>
              <a:spcBef>
                <a:spcPts val="288"/>
              </a:spcBef>
              <a:buFontTx/>
              <a:buChar char="-"/>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Het gedeelte heeft minder waarde dan wat je al gekregen hebt.</a:t>
            </a:r>
          </a:p>
          <a:p>
            <a:pPr marL="228600" lvl="0" indent="-228600">
              <a:lnSpc>
                <a:spcPct val="80000"/>
              </a:lnSpc>
              <a:spcBef>
                <a:spcPts val="288"/>
              </a:spcBef>
              <a:buFontTx/>
              <a:buChar char="-"/>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Het rechter gedeelte: Wat er gekregen is, maar wat je niet verwachte.</a:t>
            </a:r>
          </a:p>
          <a:p>
            <a:pPr marL="685800" lvl="1" indent="-228600">
              <a:lnSpc>
                <a:spcPct val="80000"/>
              </a:lnSpc>
              <a:spcBef>
                <a:spcPts val="288"/>
              </a:spcBef>
              <a:buFontTx/>
              <a:buChar char="-"/>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Dit is voor ons een volledige verrassing. Waar komt dit vandaan?</a:t>
            </a:r>
          </a:p>
          <a:p>
            <a:pPr marL="685800" lvl="1" indent="-228600">
              <a:lnSpc>
                <a:spcPct val="80000"/>
              </a:lnSpc>
              <a:spcBef>
                <a:spcPts val="288"/>
              </a:spcBef>
              <a:buFontTx/>
              <a:buChar char="-"/>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Zijn er hier risico’s aan verbonden?</a:t>
            </a:r>
          </a:p>
          <a:p>
            <a:pPr marL="685800" lvl="1" indent="-228600">
              <a:lnSpc>
                <a:spcPct val="80000"/>
              </a:lnSpc>
              <a:spcBef>
                <a:spcPts val="288"/>
              </a:spcBef>
              <a:buFontTx/>
              <a:buChar char="-"/>
            </a:pPr>
            <a:r>
              <a:rPr lang="en-US" altLang="fr-FR" sz="1000">
                <a:solidFill>
                  <a:srgbClr val="000000"/>
                </a:solidFill>
                <a:latin typeface="Arial" panose="020B0604020202020204" pitchFamily="34" charset="0"/>
                <a:cs typeface="Arial" panose="020B0604020202020204" pitchFamily="34" charset="0"/>
                <a:sym typeface="Arial" panose="020B0604020202020204" pitchFamily="34" charset="0"/>
              </a:rPr>
              <a:t>Ja, want we hebben geen idee waar het idee vandaan kwam.</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1C131A77-1D44-4D51-9115-224C2F32E786}"/>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75095B75-B80C-4AE8-B28C-812D1ABDEC72}" type="slidenum">
              <a:rPr lang="en-US" altLang="zh-CN" sz="1300">
                <a:latin typeface="Times" panose="02020603050405020304" pitchFamily="18" charset="0"/>
                <a:ea typeface="SimSun" panose="02010600030101010101" pitchFamily="2" charset="-122"/>
              </a:rPr>
              <a:pPr algn="r" eaLnBrk="1" hangingPunct="1"/>
              <a:t>22</a:t>
            </a:fld>
            <a:endParaRPr lang="en-US" altLang="zh-CN" sz="1300">
              <a:latin typeface="Times" panose="02020603050405020304" pitchFamily="18" charset="0"/>
              <a:ea typeface="SimSun" panose="02010600030101010101" pitchFamily="2" charset="-122"/>
            </a:endParaRPr>
          </a:p>
        </p:txBody>
      </p:sp>
      <p:sp>
        <p:nvSpPr>
          <p:cNvPr id="71683" name="Rectangle 7">
            <a:extLst>
              <a:ext uri="{FF2B5EF4-FFF2-40B4-BE49-F238E27FC236}">
                <a16:creationId xmlns:a16="http://schemas.microsoft.com/office/drawing/2014/main" id="{2898D4BE-F68E-421C-AC29-EB96C65CA1FD}"/>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1BC4F491-719D-4AB1-8722-046F6F960B0A}" type="slidenum">
              <a:rPr lang="en-US" altLang="zh-CN" sz="1300">
                <a:latin typeface="Times" panose="02020603050405020304" pitchFamily="18" charset="0"/>
                <a:ea typeface="SimSun" panose="02010600030101010101" pitchFamily="2" charset="-122"/>
              </a:rPr>
              <a:pPr algn="r" eaLnBrk="1" hangingPunct="1"/>
              <a:t>22</a:t>
            </a:fld>
            <a:endParaRPr lang="en-US" altLang="zh-CN" sz="1300">
              <a:latin typeface="Times" panose="02020603050405020304" pitchFamily="18" charset="0"/>
              <a:ea typeface="SimSun" panose="02010600030101010101" pitchFamily="2" charset="-122"/>
            </a:endParaRPr>
          </a:p>
        </p:txBody>
      </p:sp>
      <p:sp>
        <p:nvSpPr>
          <p:cNvPr id="71684" name="Rectangle 2">
            <a:extLst>
              <a:ext uri="{FF2B5EF4-FFF2-40B4-BE49-F238E27FC236}">
                <a16:creationId xmlns:a16="http://schemas.microsoft.com/office/drawing/2014/main" id="{5DF0978E-A61E-4993-9285-CB0F9E567795}"/>
              </a:ext>
            </a:extLst>
          </p:cNvPr>
          <p:cNvSpPr>
            <a:spLocks noGrp="1" noRot="1" noChangeAspect="1" noChangeArrowheads="1" noTextEdit="1"/>
          </p:cNvSpPr>
          <p:nvPr>
            <p:ph type="sldImg"/>
          </p:nvPr>
        </p:nvSpPr>
        <p:spPr>
          <a:ln/>
        </p:spPr>
      </p:sp>
      <p:sp>
        <p:nvSpPr>
          <p:cNvPr id="71685" name="Rectangle 3">
            <a:extLst>
              <a:ext uri="{FF2B5EF4-FFF2-40B4-BE49-F238E27FC236}">
                <a16:creationId xmlns:a16="http://schemas.microsoft.com/office/drawing/2014/main" id="{92EC3F24-AC4E-42F2-A85D-FF732C342D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nSpc>
                <a:spcPct val="80000"/>
              </a:lnSpc>
              <a:spcBef>
                <a:spcPts val="313"/>
              </a:spcBef>
            </a:pPr>
            <a:r>
              <a:rPr lang="nl-NL" altLang="fr-FR" sz="800"/>
              <a:t>Dit is verkennend testen.</a:t>
            </a:r>
          </a:p>
          <a:p>
            <a:pPr marL="228600" indent="-228600">
              <a:lnSpc>
                <a:spcPct val="80000"/>
              </a:lnSpc>
              <a:spcBef>
                <a:spcPts val="313"/>
              </a:spcBef>
            </a:pPr>
            <a:endParaRPr lang="nl-NL" altLang="fr-FR" sz="800"/>
          </a:p>
          <a:p>
            <a:pPr marL="228600" indent="-228600">
              <a:lnSpc>
                <a:spcPct val="80000"/>
              </a:lnSpc>
              <a:spcBef>
                <a:spcPts val="313"/>
              </a:spcBef>
            </a:pPr>
            <a:r>
              <a:rPr lang="nl-NL" altLang="fr-FR" sz="800"/>
              <a:t>Het scannen door de eindige reeks van wat we hebben, vereist als eerste stap iets om te scannen.</a:t>
            </a:r>
          </a:p>
          <a:p>
            <a:pPr marL="228600" indent="-228600">
              <a:lnSpc>
                <a:spcPct val="80000"/>
              </a:lnSpc>
              <a:spcBef>
                <a:spcPts val="313"/>
              </a:spcBef>
            </a:pPr>
            <a:endParaRPr lang="nl-NL" altLang="fr-FR" sz="800"/>
          </a:p>
          <a:p>
            <a:pPr marL="228600" indent="-228600">
              <a:lnSpc>
                <a:spcPct val="80000"/>
              </a:lnSpc>
              <a:spcBef>
                <a:spcPts val="313"/>
              </a:spcBef>
            </a:pPr>
            <a:r>
              <a:rPr lang="nl-NL" altLang="fr-FR" sz="800"/>
              <a:t>Dat betekent dat we ons op het kritieke pad bevinden, we zitten niet naast het pad.</a:t>
            </a:r>
          </a:p>
          <a:p>
            <a:pPr marL="228600" indent="-228600">
              <a:lnSpc>
                <a:spcPct val="80000"/>
              </a:lnSpc>
              <a:spcBef>
                <a:spcPts val="313"/>
              </a:spcBef>
            </a:pPr>
            <a:endParaRPr lang="nl-NL" altLang="fr-FR" sz="800"/>
          </a:p>
          <a:p>
            <a:pPr marL="228600" indent="-228600">
              <a:lnSpc>
                <a:spcPct val="80000"/>
              </a:lnSpc>
              <a:spcBef>
                <a:spcPts val="313"/>
              </a:spcBef>
            </a:pPr>
            <a:r>
              <a:rPr lang="nl-NL" altLang="fr-FR" sz="800"/>
              <a:t>We moeten snel zijn, en om snel te zijn, moeten we voorbereid en bekwaam zijn.</a:t>
            </a:r>
          </a:p>
          <a:p>
            <a:pPr marL="228600" indent="-228600">
              <a:lnSpc>
                <a:spcPct val="80000"/>
              </a:lnSpc>
              <a:spcBef>
                <a:spcPts val="313"/>
              </a:spcBef>
            </a:pPr>
            <a:r>
              <a:rPr lang="nl-NL" altLang="fr-FR" sz="800"/>
              <a:t>We zult risico’s vinden en risico's moeten worden beoordeeld en aangepakt, snel en goed.</a:t>
            </a:r>
          </a:p>
        </p:txBody>
      </p:sp>
    </p:spTree>
    <p:extLst>
      <p:ext uri="{BB962C8B-B14F-4D97-AF65-F5344CB8AC3E}">
        <p14:creationId xmlns:p14="http://schemas.microsoft.com/office/powerpoint/2010/main" val="25215485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1C131A77-1D44-4D51-9115-224C2F32E786}"/>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75095B75-B80C-4AE8-B28C-812D1ABDEC72}" type="slidenum">
              <a:rPr lang="en-US" altLang="zh-CN" sz="1300">
                <a:latin typeface="Times" panose="02020603050405020304" pitchFamily="18" charset="0"/>
                <a:ea typeface="SimSun" panose="02010600030101010101" pitchFamily="2" charset="-122"/>
              </a:rPr>
              <a:pPr algn="r" eaLnBrk="1" hangingPunct="1"/>
              <a:t>23</a:t>
            </a:fld>
            <a:endParaRPr lang="en-US" altLang="zh-CN" sz="1300">
              <a:latin typeface="Times" panose="02020603050405020304" pitchFamily="18" charset="0"/>
              <a:ea typeface="SimSun" panose="02010600030101010101" pitchFamily="2" charset="-122"/>
            </a:endParaRPr>
          </a:p>
        </p:txBody>
      </p:sp>
      <p:sp>
        <p:nvSpPr>
          <p:cNvPr id="71683" name="Rectangle 7">
            <a:extLst>
              <a:ext uri="{FF2B5EF4-FFF2-40B4-BE49-F238E27FC236}">
                <a16:creationId xmlns:a16="http://schemas.microsoft.com/office/drawing/2014/main" id="{2898D4BE-F68E-421C-AC29-EB96C65CA1FD}"/>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1BC4F491-719D-4AB1-8722-046F6F960B0A}" type="slidenum">
              <a:rPr lang="en-US" altLang="zh-CN" sz="1300">
                <a:latin typeface="Times" panose="02020603050405020304" pitchFamily="18" charset="0"/>
                <a:ea typeface="SimSun" panose="02010600030101010101" pitchFamily="2" charset="-122"/>
              </a:rPr>
              <a:pPr algn="r" eaLnBrk="1" hangingPunct="1"/>
              <a:t>23</a:t>
            </a:fld>
            <a:endParaRPr lang="en-US" altLang="zh-CN" sz="1300">
              <a:latin typeface="Times" panose="02020603050405020304" pitchFamily="18" charset="0"/>
              <a:ea typeface="SimSun" panose="02010600030101010101" pitchFamily="2" charset="-122"/>
            </a:endParaRPr>
          </a:p>
        </p:txBody>
      </p:sp>
      <p:sp>
        <p:nvSpPr>
          <p:cNvPr id="71684" name="Rectangle 2">
            <a:extLst>
              <a:ext uri="{FF2B5EF4-FFF2-40B4-BE49-F238E27FC236}">
                <a16:creationId xmlns:a16="http://schemas.microsoft.com/office/drawing/2014/main" id="{5DF0978E-A61E-4993-9285-CB0F9E567795}"/>
              </a:ext>
            </a:extLst>
          </p:cNvPr>
          <p:cNvSpPr>
            <a:spLocks noGrp="1" noRot="1" noChangeAspect="1" noChangeArrowheads="1" noTextEdit="1"/>
          </p:cNvSpPr>
          <p:nvPr>
            <p:ph type="sldImg"/>
          </p:nvPr>
        </p:nvSpPr>
        <p:spPr>
          <a:ln/>
        </p:spPr>
      </p:sp>
      <p:sp>
        <p:nvSpPr>
          <p:cNvPr id="71685" name="Rectangle 3">
            <a:extLst>
              <a:ext uri="{FF2B5EF4-FFF2-40B4-BE49-F238E27FC236}">
                <a16:creationId xmlns:a16="http://schemas.microsoft.com/office/drawing/2014/main" id="{92EC3F24-AC4E-42F2-A85D-FF732C342D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nSpc>
                <a:spcPct val="80000"/>
              </a:lnSpc>
              <a:spcBef>
                <a:spcPts val="313"/>
              </a:spcBef>
            </a:pPr>
            <a:r>
              <a:rPr lang="nl-NL" altLang="fr-FR" sz="800"/>
              <a:t>Dit is een uitgeschreven test.</a:t>
            </a:r>
          </a:p>
          <a:p>
            <a:pPr marL="228600" indent="-228600">
              <a:lnSpc>
                <a:spcPct val="80000"/>
              </a:lnSpc>
              <a:spcBef>
                <a:spcPts val="313"/>
              </a:spcBef>
            </a:pPr>
            <a:endParaRPr lang="nl-NL" altLang="fr-FR" sz="800"/>
          </a:p>
          <a:p>
            <a:pPr marL="228600" indent="-228600">
              <a:lnSpc>
                <a:spcPct val="80000"/>
              </a:lnSpc>
              <a:spcBef>
                <a:spcPts val="313"/>
              </a:spcBef>
            </a:pPr>
            <a:r>
              <a:rPr lang="nl-NL" altLang="fr-FR" sz="800"/>
              <a:t>Het doorlopen van een eindige reeks dingen die we verwachten.</a:t>
            </a:r>
          </a:p>
          <a:p>
            <a:pPr marL="228600" indent="-228600">
              <a:lnSpc>
                <a:spcPct val="80000"/>
              </a:lnSpc>
              <a:spcBef>
                <a:spcPts val="313"/>
              </a:spcBef>
            </a:pPr>
            <a:r>
              <a:rPr lang="nl-NL" altLang="fr-FR" sz="800"/>
              <a:t>Dit kan worden uitgevoerd, voordat we iets te testen hebben.</a:t>
            </a:r>
          </a:p>
          <a:p>
            <a:pPr marL="228600" indent="-228600">
              <a:lnSpc>
                <a:spcPct val="80000"/>
              </a:lnSpc>
              <a:spcBef>
                <a:spcPts val="313"/>
              </a:spcBef>
            </a:pPr>
            <a:endParaRPr lang="nl-NL" altLang="fr-FR" sz="800"/>
          </a:p>
          <a:p>
            <a:pPr marL="228600" indent="-228600">
              <a:lnSpc>
                <a:spcPct val="80000"/>
              </a:lnSpc>
              <a:spcBef>
                <a:spcPts val="313"/>
              </a:spcBef>
            </a:pPr>
            <a:r>
              <a:rPr lang="nl-NL" altLang="fr-FR" sz="800"/>
              <a:t>Het berust op een goed begrip van onze verwachtingen.</a:t>
            </a:r>
          </a:p>
          <a:p>
            <a:pPr marL="228600" indent="-228600">
              <a:lnSpc>
                <a:spcPct val="80000"/>
              </a:lnSpc>
              <a:spcBef>
                <a:spcPts val="313"/>
              </a:spcBef>
            </a:pPr>
            <a:r>
              <a:rPr lang="nl-NL" altLang="fr-FR" sz="800"/>
              <a:t>Als we op het kritieke pad willen terecht komen, hebben we het begrip ‘stabiel’ te zijn.</a:t>
            </a:r>
          </a:p>
          <a:p>
            <a:pPr marL="228600" indent="-228600">
              <a:lnSpc>
                <a:spcPct val="80000"/>
              </a:lnSpc>
              <a:spcBef>
                <a:spcPts val="313"/>
              </a:spcBef>
            </a:pPr>
            <a:endParaRPr lang="nl-NL" altLang="fr-FR" sz="800"/>
          </a:p>
          <a:p>
            <a:pPr marL="228600" indent="-228600">
              <a:lnSpc>
                <a:spcPct val="80000"/>
              </a:lnSpc>
              <a:spcBef>
                <a:spcPts val="313"/>
              </a:spcBef>
            </a:pPr>
            <a:r>
              <a:rPr lang="nl-NL" altLang="fr-FR" sz="800"/>
              <a:t>Dan kunnen we de stappen bij het testen opschrijven, voordat we ooit testen.</a:t>
            </a:r>
          </a:p>
          <a:p>
            <a:pPr marL="228600" indent="-228600">
              <a:lnSpc>
                <a:spcPct val="80000"/>
              </a:lnSpc>
              <a:spcBef>
                <a:spcPts val="313"/>
              </a:spcBef>
            </a:pPr>
            <a:r>
              <a:rPr lang="nl-NL" altLang="fr-FR" sz="800"/>
              <a:t>Als we de test doen, weten we wat er is, en wat niet. We weten wat de waarde zou moeten zijn.</a:t>
            </a:r>
          </a:p>
        </p:txBody>
      </p:sp>
    </p:spTree>
    <p:extLst>
      <p:ext uri="{BB962C8B-B14F-4D97-AF65-F5344CB8AC3E}">
        <p14:creationId xmlns:p14="http://schemas.microsoft.com/office/powerpoint/2010/main" val="9573501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52273A33-E5FB-45FD-B2E5-AE7A73B79AB6}"/>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98801D97-37D7-47B7-8299-5D995C50D4DF}" type="slidenum">
              <a:rPr lang="en-US" altLang="zh-CN" sz="1300">
                <a:latin typeface="Times" panose="02020603050405020304" pitchFamily="18" charset="0"/>
                <a:ea typeface="SimSun" panose="02010600030101010101" pitchFamily="2" charset="-122"/>
              </a:rPr>
              <a:pPr algn="r" eaLnBrk="1" hangingPunct="1"/>
              <a:t>24</a:t>
            </a:fld>
            <a:endParaRPr lang="en-US" altLang="zh-CN" sz="1300">
              <a:latin typeface="Times" panose="02020603050405020304" pitchFamily="18" charset="0"/>
              <a:ea typeface="SimSun" panose="02010600030101010101" pitchFamily="2" charset="-122"/>
            </a:endParaRPr>
          </a:p>
        </p:txBody>
      </p:sp>
      <p:sp>
        <p:nvSpPr>
          <p:cNvPr id="77827" name="Rectangle 2">
            <a:extLst>
              <a:ext uri="{FF2B5EF4-FFF2-40B4-BE49-F238E27FC236}">
                <a16:creationId xmlns:a16="http://schemas.microsoft.com/office/drawing/2014/main" id="{F7C2F584-FD7C-4363-B830-C21B0EB18390}"/>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5971BD16-661E-4331-9E2D-E66F7B5AF87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02274F0A-E3E4-42B6-ABD1-4C544CB0F231}"/>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1A2FD3B5-D626-4391-ACE7-6AA74465DDA9}" type="slidenum">
              <a:rPr lang="en-US" altLang="zh-CN" sz="1300">
                <a:latin typeface="Times" panose="02020603050405020304" pitchFamily="18" charset="0"/>
                <a:ea typeface="SimSun" panose="02010600030101010101" pitchFamily="2" charset="-122"/>
              </a:rPr>
              <a:pPr algn="r" eaLnBrk="1" hangingPunct="1"/>
              <a:t>25</a:t>
            </a:fld>
            <a:endParaRPr lang="en-US" altLang="zh-CN" sz="1300">
              <a:latin typeface="Times" panose="02020603050405020304" pitchFamily="18" charset="0"/>
              <a:ea typeface="SimSun" panose="02010600030101010101" pitchFamily="2" charset="-122"/>
            </a:endParaRPr>
          </a:p>
        </p:txBody>
      </p:sp>
      <p:sp>
        <p:nvSpPr>
          <p:cNvPr id="79875" name="Rectangle 7">
            <a:extLst>
              <a:ext uri="{FF2B5EF4-FFF2-40B4-BE49-F238E27FC236}">
                <a16:creationId xmlns:a16="http://schemas.microsoft.com/office/drawing/2014/main" id="{C756A3DC-0D57-4496-B9AB-3CFE2A59D5E7}"/>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0849DD2D-0C74-406E-917B-AF592284945A}" type="slidenum">
              <a:rPr lang="en-US" altLang="zh-CN" sz="1300">
                <a:latin typeface="Times" panose="02020603050405020304" pitchFamily="18" charset="0"/>
                <a:ea typeface="SimSun" panose="02010600030101010101" pitchFamily="2" charset="-122"/>
              </a:rPr>
              <a:pPr algn="r" eaLnBrk="1" hangingPunct="1"/>
              <a:t>25</a:t>
            </a:fld>
            <a:endParaRPr lang="en-US" altLang="zh-CN" sz="1300">
              <a:latin typeface="Times" panose="02020603050405020304" pitchFamily="18" charset="0"/>
              <a:ea typeface="SimSun" panose="02010600030101010101" pitchFamily="2" charset="-122"/>
            </a:endParaRPr>
          </a:p>
        </p:txBody>
      </p:sp>
      <p:sp>
        <p:nvSpPr>
          <p:cNvPr id="79876" name="Rectangle 2">
            <a:extLst>
              <a:ext uri="{FF2B5EF4-FFF2-40B4-BE49-F238E27FC236}">
                <a16:creationId xmlns:a16="http://schemas.microsoft.com/office/drawing/2014/main" id="{29B226D3-2082-4393-B7EA-F1A7E64CAFAD}"/>
              </a:ext>
            </a:extLst>
          </p:cNvPr>
          <p:cNvSpPr>
            <a:spLocks noGrp="1" noRot="1" noChangeAspect="1" noChangeArrowheads="1" noTextEdit="1"/>
          </p:cNvSpPr>
          <p:nvPr>
            <p:ph type="sldImg"/>
          </p:nvPr>
        </p:nvSpPr>
        <p:spPr>
          <a:ln/>
        </p:spPr>
      </p:sp>
      <p:sp>
        <p:nvSpPr>
          <p:cNvPr id="79877" name="Rectangle 3">
            <a:extLst>
              <a:ext uri="{FF2B5EF4-FFF2-40B4-BE49-F238E27FC236}">
                <a16:creationId xmlns:a16="http://schemas.microsoft.com/office/drawing/2014/main" id="{504F5A82-7729-4D2D-88A4-66AE34D1433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1C131A77-1D44-4D51-9115-224C2F32E786}"/>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75095B75-B80C-4AE8-B28C-812D1ABDEC72}" type="slidenum">
              <a:rPr lang="en-US" altLang="zh-CN" sz="1300">
                <a:latin typeface="Times" panose="02020603050405020304" pitchFamily="18" charset="0"/>
                <a:ea typeface="SimSun" panose="02010600030101010101" pitchFamily="2" charset="-122"/>
              </a:rPr>
              <a:pPr algn="r" eaLnBrk="1" hangingPunct="1"/>
              <a:t>26</a:t>
            </a:fld>
            <a:endParaRPr lang="en-US" altLang="zh-CN" sz="1300">
              <a:latin typeface="Times" panose="02020603050405020304" pitchFamily="18" charset="0"/>
              <a:ea typeface="SimSun" panose="02010600030101010101" pitchFamily="2" charset="-122"/>
            </a:endParaRPr>
          </a:p>
        </p:txBody>
      </p:sp>
      <p:sp>
        <p:nvSpPr>
          <p:cNvPr id="71683" name="Rectangle 7">
            <a:extLst>
              <a:ext uri="{FF2B5EF4-FFF2-40B4-BE49-F238E27FC236}">
                <a16:creationId xmlns:a16="http://schemas.microsoft.com/office/drawing/2014/main" id="{2898D4BE-F68E-421C-AC29-EB96C65CA1FD}"/>
              </a:ext>
            </a:extLst>
          </p:cNvPr>
          <p:cNvSpPr txBox="1">
            <a:spLocks noGrp="1" noChangeArrowheads="1"/>
          </p:cNvSpPr>
          <p:nvPr/>
        </p:nvSpPr>
        <p:spPr bwMode="auto">
          <a:xfrm>
            <a:off x="3886200" y="8688388"/>
            <a:ext cx="297180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61" tIns="48331" rIns="96661" bIns="48331" anchor="b"/>
          <a:lstStyle>
            <a:lvl1pPr defTabSz="966788">
              <a:defRPr sz="4200">
                <a:solidFill>
                  <a:srgbClr val="000000"/>
                </a:solidFill>
                <a:latin typeface="Gill Sans" charset="0"/>
                <a:ea typeface="MS PGothic" panose="020B0600070205080204" pitchFamily="34" charset="-128"/>
                <a:sym typeface="Gill Sans" charset="0"/>
              </a:defRPr>
            </a:lvl1pPr>
            <a:lvl2pPr marL="742950" indent="-285750" defTabSz="966788">
              <a:defRPr sz="4200">
                <a:solidFill>
                  <a:srgbClr val="000000"/>
                </a:solidFill>
                <a:latin typeface="Gill Sans" charset="0"/>
                <a:ea typeface="MS PGothic" panose="020B0600070205080204" pitchFamily="34" charset="-128"/>
                <a:sym typeface="Gill Sans" charset="0"/>
              </a:defRPr>
            </a:lvl2pPr>
            <a:lvl3pPr marL="1143000" indent="-228600" defTabSz="966788">
              <a:defRPr sz="4200">
                <a:solidFill>
                  <a:srgbClr val="000000"/>
                </a:solidFill>
                <a:latin typeface="Gill Sans" charset="0"/>
                <a:ea typeface="MS PGothic" panose="020B0600070205080204" pitchFamily="34" charset="-128"/>
                <a:sym typeface="Gill Sans" charset="0"/>
              </a:defRPr>
            </a:lvl3pPr>
            <a:lvl4pPr marL="1600200" indent="-228600" defTabSz="966788">
              <a:defRPr sz="4200">
                <a:solidFill>
                  <a:srgbClr val="000000"/>
                </a:solidFill>
                <a:latin typeface="Gill Sans" charset="0"/>
                <a:ea typeface="MS PGothic" panose="020B0600070205080204" pitchFamily="34" charset="-128"/>
                <a:sym typeface="Gill Sans" charset="0"/>
              </a:defRPr>
            </a:lvl4pPr>
            <a:lvl5pPr marL="2057400" indent="-228600" defTabSz="966788">
              <a:defRPr sz="4200">
                <a:solidFill>
                  <a:srgbClr val="000000"/>
                </a:solidFill>
                <a:latin typeface="Gill Sans" charset="0"/>
                <a:ea typeface="MS PGothic" panose="020B0600070205080204" pitchFamily="34" charset="-128"/>
                <a:sym typeface="Gill Sans" charset="0"/>
              </a:defRPr>
            </a:lvl5pPr>
            <a:lvl6pPr marL="25146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defTabSz="966788"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fld id="{1BC4F491-719D-4AB1-8722-046F6F960B0A}" type="slidenum">
              <a:rPr lang="en-US" altLang="zh-CN" sz="1300">
                <a:latin typeface="Times" panose="02020603050405020304" pitchFamily="18" charset="0"/>
                <a:ea typeface="SimSun" panose="02010600030101010101" pitchFamily="2" charset="-122"/>
              </a:rPr>
              <a:pPr algn="r" eaLnBrk="1" hangingPunct="1"/>
              <a:t>26</a:t>
            </a:fld>
            <a:endParaRPr lang="en-US" altLang="zh-CN" sz="1300">
              <a:latin typeface="Times" panose="02020603050405020304" pitchFamily="18" charset="0"/>
              <a:ea typeface="SimSun" panose="02010600030101010101" pitchFamily="2" charset="-122"/>
            </a:endParaRPr>
          </a:p>
        </p:txBody>
      </p:sp>
      <p:sp>
        <p:nvSpPr>
          <p:cNvPr id="71684" name="Rectangle 2">
            <a:extLst>
              <a:ext uri="{FF2B5EF4-FFF2-40B4-BE49-F238E27FC236}">
                <a16:creationId xmlns:a16="http://schemas.microsoft.com/office/drawing/2014/main" id="{5DF0978E-A61E-4993-9285-CB0F9E567795}"/>
              </a:ext>
            </a:extLst>
          </p:cNvPr>
          <p:cNvSpPr>
            <a:spLocks noGrp="1" noRot="1" noChangeAspect="1" noChangeArrowheads="1" noTextEdit="1"/>
          </p:cNvSpPr>
          <p:nvPr>
            <p:ph type="sldImg"/>
          </p:nvPr>
        </p:nvSpPr>
        <p:spPr>
          <a:ln/>
        </p:spPr>
      </p:sp>
      <p:sp>
        <p:nvSpPr>
          <p:cNvPr id="71685" name="Rectangle 3">
            <a:extLst>
              <a:ext uri="{FF2B5EF4-FFF2-40B4-BE49-F238E27FC236}">
                <a16:creationId xmlns:a16="http://schemas.microsoft.com/office/drawing/2014/main" id="{92EC3F24-AC4E-42F2-A85D-FF732C342D8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nSpc>
                <a:spcPct val="80000"/>
              </a:lnSpc>
              <a:spcBef>
                <a:spcPts val="313"/>
              </a:spcBef>
            </a:pPr>
            <a:r>
              <a:rPr lang="nl-NL" altLang="fr-FR" sz="800"/>
              <a:t>Dit is verkennend testen.</a:t>
            </a:r>
          </a:p>
          <a:p>
            <a:pPr marL="228600" indent="-228600">
              <a:lnSpc>
                <a:spcPct val="80000"/>
              </a:lnSpc>
              <a:spcBef>
                <a:spcPts val="313"/>
              </a:spcBef>
            </a:pPr>
            <a:endParaRPr lang="nl-NL" altLang="fr-FR" sz="800"/>
          </a:p>
          <a:p>
            <a:pPr marL="228600" indent="-228600">
              <a:lnSpc>
                <a:spcPct val="80000"/>
              </a:lnSpc>
              <a:spcBef>
                <a:spcPts val="313"/>
              </a:spcBef>
            </a:pPr>
            <a:r>
              <a:rPr lang="nl-NL" altLang="fr-FR" sz="800"/>
              <a:t>Het scannen door de eindige reeks van wat we hebben, vereist als eerste stap iets om te scannen.</a:t>
            </a:r>
          </a:p>
          <a:p>
            <a:pPr marL="228600" indent="-228600">
              <a:lnSpc>
                <a:spcPct val="80000"/>
              </a:lnSpc>
              <a:spcBef>
                <a:spcPts val="313"/>
              </a:spcBef>
            </a:pPr>
            <a:endParaRPr lang="nl-NL" altLang="fr-FR" sz="800"/>
          </a:p>
          <a:p>
            <a:pPr marL="228600" indent="-228600">
              <a:lnSpc>
                <a:spcPct val="80000"/>
              </a:lnSpc>
              <a:spcBef>
                <a:spcPts val="313"/>
              </a:spcBef>
            </a:pPr>
            <a:r>
              <a:rPr lang="nl-NL" altLang="fr-FR" sz="800"/>
              <a:t>Dat betekent dat we ons op het kritieke pad bevinden, we zitten niet naast het pad.</a:t>
            </a:r>
          </a:p>
          <a:p>
            <a:pPr marL="228600" indent="-228600">
              <a:lnSpc>
                <a:spcPct val="80000"/>
              </a:lnSpc>
              <a:spcBef>
                <a:spcPts val="313"/>
              </a:spcBef>
            </a:pPr>
            <a:endParaRPr lang="nl-NL" altLang="fr-FR" sz="800"/>
          </a:p>
          <a:p>
            <a:pPr marL="228600" indent="-228600">
              <a:lnSpc>
                <a:spcPct val="80000"/>
              </a:lnSpc>
              <a:spcBef>
                <a:spcPts val="313"/>
              </a:spcBef>
            </a:pPr>
            <a:r>
              <a:rPr lang="nl-NL" altLang="fr-FR" sz="800"/>
              <a:t>We moeten snel zijn, en om snel te zijn, moeten we voorbereid en bekwaam zijn.</a:t>
            </a:r>
          </a:p>
          <a:p>
            <a:pPr marL="228600" indent="-228600">
              <a:lnSpc>
                <a:spcPct val="80000"/>
              </a:lnSpc>
              <a:spcBef>
                <a:spcPts val="313"/>
              </a:spcBef>
            </a:pPr>
            <a:r>
              <a:rPr lang="nl-NL" altLang="fr-FR" sz="800"/>
              <a:t>We zult risico’s vinden en risico's moeten worden beoordeeld en aangepakt, snel en goed.</a:t>
            </a:r>
          </a:p>
        </p:txBody>
      </p:sp>
    </p:spTree>
    <p:extLst>
      <p:ext uri="{BB962C8B-B14F-4D97-AF65-F5344CB8AC3E}">
        <p14:creationId xmlns:p14="http://schemas.microsoft.com/office/powerpoint/2010/main" val="2819150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a:extLst>
              <a:ext uri="{FF2B5EF4-FFF2-40B4-BE49-F238E27FC236}">
                <a16:creationId xmlns:a16="http://schemas.microsoft.com/office/drawing/2014/main" id="{F4EA6898-59AC-4072-BD71-C5C9D024199D}"/>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49A46CF5-A8BA-4F13-BD3F-1BDD55B70D8C}" type="slidenum">
              <a:rPr lang="en-US" altLang="zh-CN"/>
              <a:pPr/>
              <a:t>27</a:t>
            </a:fld>
            <a:endParaRPr lang="en-US" altLang="zh-CN"/>
          </a:p>
        </p:txBody>
      </p:sp>
      <p:sp>
        <p:nvSpPr>
          <p:cNvPr id="194563" name="Rectangle 2">
            <a:extLst>
              <a:ext uri="{FF2B5EF4-FFF2-40B4-BE49-F238E27FC236}">
                <a16:creationId xmlns:a16="http://schemas.microsoft.com/office/drawing/2014/main" id="{A60DE3B0-2505-4E64-BD6E-F1CDD72E2B04}"/>
              </a:ext>
            </a:extLst>
          </p:cNvPr>
          <p:cNvSpPr>
            <a:spLocks noGrp="1" noRot="1" noChangeAspect="1" noChangeArrowheads="1" noTextEdit="1"/>
          </p:cNvSpPr>
          <p:nvPr>
            <p:ph type="sldImg"/>
          </p:nvPr>
        </p:nvSpPr>
        <p:spPr>
          <a:ln/>
        </p:spPr>
      </p:sp>
      <p:sp>
        <p:nvSpPr>
          <p:cNvPr id="194564" name="Rectangle 3">
            <a:extLst>
              <a:ext uri="{FF2B5EF4-FFF2-40B4-BE49-F238E27FC236}">
                <a16:creationId xmlns:a16="http://schemas.microsoft.com/office/drawing/2014/main" id="{2E1E4C34-4F85-4796-B9AE-718A9C2F9E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FR"/>
              <a:t>Hoeveel test scenario’s zou je uitvoeren om het project voorgesteld door deze flowchart.</a:t>
            </a:r>
          </a:p>
          <a:p>
            <a:endParaRPr lang="en-US" altLang="fr-FR"/>
          </a:p>
          <a:p>
            <a:r>
              <a:rPr lang="en-US" altLang="fr-FR"/>
              <a:t>De meest logische optie is 2.</a:t>
            </a:r>
          </a:p>
          <a:p>
            <a:r>
              <a:rPr lang="en-US" altLang="fr-FR"/>
              <a:t>Je loopt door de twee takken van de flowchart.</a:t>
            </a:r>
          </a:p>
          <a:p>
            <a:endParaRPr lang="en-US" altLang="fr-FR"/>
          </a:p>
          <a:p>
            <a:r>
              <a:rPr lang="en-US" altLang="fr-FR"/>
              <a:t>Stel dat je er 3 zou nemen?</a:t>
            </a:r>
          </a:p>
          <a:p>
            <a:pPr marL="171450" indent="-171450">
              <a:buFontTx/>
              <a:buChar char="-"/>
            </a:pPr>
            <a:r>
              <a:rPr lang="en-US" altLang="fr-FR"/>
              <a:t>A &lt; 50</a:t>
            </a:r>
          </a:p>
          <a:p>
            <a:pPr marL="171450" indent="-171450">
              <a:buFontTx/>
              <a:buChar char="-"/>
            </a:pPr>
            <a:r>
              <a:rPr lang="en-US" altLang="fr-FR"/>
              <a:t>A = 50</a:t>
            </a:r>
          </a:p>
          <a:p>
            <a:pPr marL="171450" indent="-171450">
              <a:buFontTx/>
              <a:buChar char="-"/>
            </a:pPr>
            <a:r>
              <a:rPr lang="en-US" altLang="fr-FR"/>
              <a:t>A &gt; 50</a:t>
            </a:r>
          </a:p>
          <a:p>
            <a:r>
              <a:rPr lang="en-US" altLang="fr-FR"/>
              <a:t>Dit is echt een “grensgeval” test.</a:t>
            </a:r>
          </a:p>
          <a:p>
            <a:endParaRPr lang="en-US" altLang="fr-FR"/>
          </a:p>
          <a:p>
            <a:r>
              <a:rPr lang="en-US" altLang="fr-FR"/>
              <a:t>En wat als A geen getal is? Welke tak zou het nemen?</a:t>
            </a:r>
          </a:p>
          <a:p>
            <a:endParaRPr lang="en-US" altLang="fr-FR" i="0"/>
          </a:p>
          <a:p>
            <a:r>
              <a:rPr lang="en-US" altLang="fr-FR" i="0"/>
              <a:t>Laat me nu een ‘geheim’ verklappen.</a:t>
            </a:r>
          </a:p>
          <a:p>
            <a:r>
              <a:rPr lang="en-US" altLang="fr-FR" i="0"/>
              <a:t>Dit is niet het systeem dat je aan het testen bent. Dit is een schematische voorstelling van het systeem dat je aan het testen bent. En het is een uitermate klein onderdeel van het systeem dat je test.</a:t>
            </a:r>
          </a:p>
          <a:p>
            <a:endParaRPr lang="en-US" altLang="fr-FR" i="0"/>
          </a:p>
          <a:p>
            <a:r>
              <a:rPr lang="en-US" altLang="fr-FR" i="0"/>
              <a:t>Als je zoiets krijgt moet je eerste reactie zijn:</a:t>
            </a:r>
          </a:p>
          <a:p>
            <a:pPr marL="171450" indent="-171450">
              <a:buFontTx/>
              <a:buChar char="-"/>
            </a:pPr>
            <a:r>
              <a:rPr lang="en-US" altLang="ja-JP"/>
              <a:t>Wat is dit ding?</a:t>
            </a:r>
          </a:p>
          <a:p>
            <a:pPr marL="171450" indent="-171450">
              <a:buFontTx/>
              <a:buChar char="-"/>
            </a:pPr>
            <a:r>
              <a:rPr lang="en-US" altLang="ja-JP"/>
              <a:t>Wat is hier aan de hand?</a:t>
            </a:r>
          </a:p>
          <a:p>
            <a:pPr marL="171450" indent="-171450">
              <a:buFontTx/>
              <a:buChar char="-"/>
            </a:pPr>
            <a:r>
              <a:rPr lang="en-GB" altLang="ja-JP"/>
              <a:t>Wat gebeurt er hier</a:t>
            </a:r>
            <a:r>
              <a:rPr lang="en-US" altLang="ja-JP"/>
              <a:t>?</a:t>
            </a:r>
          </a:p>
          <a:p>
            <a:pPr marL="0" indent="0">
              <a:buFontTx/>
              <a:buNone/>
            </a:pPr>
            <a:endParaRPr lang="en-US" altLang="ja-JP"/>
          </a:p>
          <a:p>
            <a:pPr marL="0" indent="0">
              <a:buFontTx/>
              <a:buNone/>
            </a:pPr>
            <a:r>
              <a:rPr lang="en-US" altLang="ja-JP"/>
              <a:t>Wie kan jou meer informatie geen over het project waar dit in gebruikt wordt?</a:t>
            </a:r>
          </a:p>
          <a:p>
            <a:pPr marL="171450" indent="-171450">
              <a:buFontTx/>
              <a:buChar char="-"/>
            </a:pPr>
            <a:r>
              <a:rPr lang="en-US" altLang="fr-FR"/>
              <a:t>Waar wordt deze filtering (A&lt;50) voor gebruikt?</a:t>
            </a:r>
          </a:p>
          <a:p>
            <a:pPr marL="171450" indent="-171450">
              <a:buFontTx/>
              <a:buChar char="-"/>
            </a:pPr>
            <a:endParaRPr lang="en-US" altLang="fr-FR"/>
          </a:p>
          <a:p>
            <a:r>
              <a:rPr lang="en-US" altLang="fr-FR"/>
              <a:t>Telkens je iets ziet in de aard van “Ingave van”, dan moet je je afvragen wat er aan de hand is.</a:t>
            </a:r>
          </a:p>
          <a:p>
            <a:r>
              <a:rPr lang="en-US" altLang="fr-FR"/>
              <a:t>Die “ingave van” is een abstractie van, ergens komt input vandaan.</a:t>
            </a:r>
          </a:p>
          <a:p>
            <a:endParaRPr lang="en-US" altLang="fr-FR"/>
          </a:p>
          <a:p>
            <a:r>
              <a:rPr lang="en-US" altLang="fr-FR"/>
              <a:t>Zulke diagrammen zijn modellen van een stukje software, en soms zijn deze modellen onvolledig.</a:t>
            </a:r>
          </a:p>
          <a:p>
            <a:r>
              <a:rPr lang="en-US" altLang="fr-FR"/>
              <a:t>We hebben echter ‘onvolledigheid” nodig, omdat we het anders niet begrijpen.</a:t>
            </a:r>
          </a:p>
          <a:p>
            <a:r>
              <a:rPr lang="en-US" altLang="fr-FR"/>
              <a:t>Maar ge moogt nooit het complexe achter de ingave vergeten.</a:t>
            </a:r>
          </a:p>
          <a:p>
            <a:endParaRPr lang="en-US" altLang="fr-FR"/>
          </a:p>
          <a:p>
            <a:r>
              <a:rPr lang="en-US" altLang="fr-FR"/>
              <a:t>Dus, een schatting maken van wat je nodig hebt van aantal test scenario’s is extreem moeilijk.</a:t>
            </a:r>
          </a:p>
          <a:p>
            <a:r>
              <a:rPr lang="en-US" altLang="fr-FR"/>
              <a:t>Om niet te zeggen, onmogelijk.</a:t>
            </a:r>
          </a:p>
          <a:p>
            <a:r>
              <a:rPr lang="en-US" altLang="fr-FR"/>
              <a:t>En ik laat in het midden of je het volledig zou kunnen testen.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a:extLst>
              <a:ext uri="{FF2B5EF4-FFF2-40B4-BE49-F238E27FC236}">
                <a16:creationId xmlns:a16="http://schemas.microsoft.com/office/drawing/2014/main" id="{D1C7B740-22A8-41EC-A639-7520C1AB69C9}"/>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BEA466EB-2FA9-4260-9087-FF89600F56C7}" type="slidenum">
              <a:rPr lang="en-US" altLang="zh-CN"/>
              <a:pPr/>
              <a:t>28</a:t>
            </a:fld>
            <a:endParaRPr lang="en-US" altLang="zh-CN"/>
          </a:p>
        </p:txBody>
      </p:sp>
      <p:sp>
        <p:nvSpPr>
          <p:cNvPr id="196611" name="Rectangle 2">
            <a:extLst>
              <a:ext uri="{FF2B5EF4-FFF2-40B4-BE49-F238E27FC236}">
                <a16:creationId xmlns:a16="http://schemas.microsoft.com/office/drawing/2014/main" id="{B5097E95-EAA4-49ED-84AE-6F13E407A9EC}"/>
              </a:ext>
            </a:extLst>
          </p:cNvPr>
          <p:cNvSpPr>
            <a:spLocks noGrp="1" noRot="1" noChangeAspect="1" noChangeArrowheads="1" noTextEdit="1"/>
          </p:cNvSpPr>
          <p:nvPr>
            <p:ph type="sldImg"/>
          </p:nvPr>
        </p:nvSpPr>
        <p:spPr>
          <a:ln/>
        </p:spPr>
      </p:sp>
      <p:sp>
        <p:nvSpPr>
          <p:cNvPr id="196612" name="Rectangle 3">
            <a:extLst>
              <a:ext uri="{FF2B5EF4-FFF2-40B4-BE49-F238E27FC236}">
                <a16:creationId xmlns:a16="http://schemas.microsoft.com/office/drawing/2014/main" id="{05B8D45A-ABBA-4CD3-AE01-DF17E9D3677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a:extLst>
              <a:ext uri="{FF2B5EF4-FFF2-40B4-BE49-F238E27FC236}">
                <a16:creationId xmlns:a16="http://schemas.microsoft.com/office/drawing/2014/main" id="{C3B5517C-8E43-4376-90DB-59511EAD8AD8}"/>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68186001-F2E0-42D1-B4C5-996328C2CFF5}" type="slidenum">
              <a:rPr lang="en-US" altLang="zh-CN"/>
              <a:pPr/>
              <a:t>29</a:t>
            </a:fld>
            <a:endParaRPr lang="en-US" altLang="zh-CN"/>
          </a:p>
        </p:txBody>
      </p:sp>
      <p:sp>
        <p:nvSpPr>
          <p:cNvPr id="198659" name="Rectangle 2">
            <a:extLst>
              <a:ext uri="{FF2B5EF4-FFF2-40B4-BE49-F238E27FC236}">
                <a16:creationId xmlns:a16="http://schemas.microsoft.com/office/drawing/2014/main" id="{456CABCF-5950-4544-BED5-6DEC7A013729}"/>
              </a:ext>
            </a:extLst>
          </p:cNvPr>
          <p:cNvSpPr>
            <a:spLocks noGrp="1" noRot="1" noChangeAspect="1" noChangeArrowheads="1" noTextEdit="1"/>
          </p:cNvSpPr>
          <p:nvPr>
            <p:ph type="sldImg"/>
          </p:nvPr>
        </p:nvSpPr>
        <p:spPr>
          <a:ln/>
        </p:spPr>
      </p:sp>
      <p:sp>
        <p:nvSpPr>
          <p:cNvPr id="198660" name="Rectangle 3">
            <a:extLst>
              <a:ext uri="{FF2B5EF4-FFF2-40B4-BE49-F238E27FC236}">
                <a16:creationId xmlns:a16="http://schemas.microsoft.com/office/drawing/2014/main" id="{790472FB-1D84-4EDD-9D5D-2BFB3D56ECE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a:extLst>
              <a:ext uri="{FF2B5EF4-FFF2-40B4-BE49-F238E27FC236}">
                <a16:creationId xmlns:a16="http://schemas.microsoft.com/office/drawing/2014/main" id="{EB8DB38F-C0EB-44C2-996D-16E1D5BAD20F}"/>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570D9F5C-BB50-4E7B-B252-3E22325F631F}" type="slidenum">
              <a:rPr lang="en-US" altLang="zh-CN"/>
              <a:pPr/>
              <a:t>30</a:t>
            </a:fld>
            <a:endParaRPr lang="en-US" altLang="zh-CN"/>
          </a:p>
        </p:txBody>
      </p:sp>
      <p:sp>
        <p:nvSpPr>
          <p:cNvPr id="200707" name="Rectangle 2">
            <a:extLst>
              <a:ext uri="{FF2B5EF4-FFF2-40B4-BE49-F238E27FC236}">
                <a16:creationId xmlns:a16="http://schemas.microsoft.com/office/drawing/2014/main" id="{9817C1D7-AE00-4AF0-95E3-C2C6BF9B4BC6}"/>
              </a:ext>
            </a:extLst>
          </p:cNvPr>
          <p:cNvSpPr>
            <a:spLocks noGrp="1" noRot="1" noChangeAspect="1" noChangeArrowheads="1" noTextEdit="1"/>
          </p:cNvSpPr>
          <p:nvPr>
            <p:ph type="sldImg"/>
          </p:nvPr>
        </p:nvSpPr>
        <p:spPr>
          <a:ln/>
        </p:spPr>
      </p:sp>
      <p:sp>
        <p:nvSpPr>
          <p:cNvPr id="200708" name="Rectangle 3">
            <a:extLst>
              <a:ext uri="{FF2B5EF4-FFF2-40B4-BE49-F238E27FC236}">
                <a16:creationId xmlns:a16="http://schemas.microsoft.com/office/drawing/2014/main" id="{91A34205-F152-4498-9393-7B0D0ABD429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94ADD3F5-4280-4096-BE0F-285F3640DDDD}"/>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3BD933A4-6463-4C70-A463-D8C1259A49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a:extLst>
              <a:ext uri="{FF2B5EF4-FFF2-40B4-BE49-F238E27FC236}">
                <a16:creationId xmlns:a16="http://schemas.microsoft.com/office/drawing/2014/main" id="{918A4BB3-8C31-4529-88FB-71DF426B1C02}"/>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AF39C062-E105-4DBE-8201-D4655A7489F4}" type="slidenum">
              <a:rPr lang="en-US" altLang="zh-CN"/>
              <a:pPr/>
              <a:t>32</a:t>
            </a:fld>
            <a:endParaRPr lang="en-US" altLang="zh-CN"/>
          </a:p>
        </p:txBody>
      </p:sp>
      <p:sp>
        <p:nvSpPr>
          <p:cNvPr id="204803" name="Rectangle 2">
            <a:extLst>
              <a:ext uri="{FF2B5EF4-FFF2-40B4-BE49-F238E27FC236}">
                <a16:creationId xmlns:a16="http://schemas.microsoft.com/office/drawing/2014/main" id="{91FED823-F1C5-4D1E-97D3-B14D33B59842}"/>
              </a:ext>
            </a:extLst>
          </p:cNvPr>
          <p:cNvSpPr>
            <a:spLocks noGrp="1" noRot="1" noChangeAspect="1" noChangeArrowheads="1" noTextEdit="1"/>
          </p:cNvSpPr>
          <p:nvPr>
            <p:ph type="sldImg"/>
          </p:nvPr>
        </p:nvSpPr>
        <p:spPr>
          <a:ln/>
        </p:spPr>
      </p:sp>
      <p:sp>
        <p:nvSpPr>
          <p:cNvPr id="204804" name="Rectangle 3">
            <a:extLst>
              <a:ext uri="{FF2B5EF4-FFF2-40B4-BE49-F238E27FC236}">
                <a16:creationId xmlns:a16="http://schemas.microsoft.com/office/drawing/2014/main" id="{A664A61B-6DF8-4C3C-B055-9485D3DE3F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nl-NL"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33</a:t>
            </a:fld>
            <a:endParaRPr lang="nl-BE"/>
          </a:p>
        </p:txBody>
      </p:sp>
    </p:spTree>
    <p:extLst>
      <p:ext uri="{BB962C8B-B14F-4D97-AF65-F5344CB8AC3E}">
        <p14:creationId xmlns:p14="http://schemas.microsoft.com/office/powerpoint/2010/main" val="35195498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34</a:t>
            </a:fld>
            <a:endParaRPr lang="nl-BE"/>
          </a:p>
        </p:txBody>
      </p:sp>
    </p:spTree>
    <p:extLst>
      <p:ext uri="{BB962C8B-B14F-4D97-AF65-F5344CB8AC3E}">
        <p14:creationId xmlns:p14="http://schemas.microsoft.com/office/powerpoint/2010/main" val="37307868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35</a:t>
            </a:fld>
            <a:endParaRPr lang="nl-BE"/>
          </a:p>
        </p:txBody>
      </p:sp>
    </p:spTree>
    <p:extLst>
      <p:ext uri="{BB962C8B-B14F-4D97-AF65-F5344CB8AC3E}">
        <p14:creationId xmlns:p14="http://schemas.microsoft.com/office/powerpoint/2010/main" val="2281200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36</a:t>
            </a:fld>
            <a:endParaRPr lang="nl-BE"/>
          </a:p>
        </p:txBody>
      </p:sp>
    </p:spTree>
    <p:extLst>
      <p:ext uri="{BB962C8B-B14F-4D97-AF65-F5344CB8AC3E}">
        <p14:creationId xmlns:p14="http://schemas.microsoft.com/office/powerpoint/2010/main" val="26140821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a:extLst>
              <a:ext uri="{FF2B5EF4-FFF2-40B4-BE49-F238E27FC236}">
                <a16:creationId xmlns:a16="http://schemas.microsoft.com/office/drawing/2014/main" id="{B9D957C9-7800-40E6-8CFE-7B37747B234E}"/>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30C0FE8C-5005-47BB-9346-BC484505C68A}" type="slidenum">
              <a:rPr lang="en-US" altLang="zh-CN"/>
              <a:pPr/>
              <a:t>37</a:t>
            </a:fld>
            <a:endParaRPr lang="en-US" altLang="zh-CN"/>
          </a:p>
        </p:txBody>
      </p:sp>
      <p:sp>
        <p:nvSpPr>
          <p:cNvPr id="229379" name="Rectangle 2">
            <a:extLst>
              <a:ext uri="{FF2B5EF4-FFF2-40B4-BE49-F238E27FC236}">
                <a16:creationId xmlns:a16="http://schemas.microsoft.com/office/drawing/2014/main" id="{C29C93AC-8724-4CCE-B415-1FBE01CDB005}"/>
              </a:ext>
            </a:extLst>
          </p:cNvPr>
          <p:cNvSpPr>
            <a:spLocks noGrp="1" noRot="1" noChangeAspect="1" noChangeArrowheads="1" noTextEdit="1"/>
          </p:cNvSpPr>
          <p:nvPr>
            <p:ph type="sldImg"/>
          </p:nvPr>
        </p:nvSpPr>
        <p:spPr>
          <a:ln/>
        </p:spPr>
      </p:sp>
      <p:sp>
        <p:nvSpPr>
          <p:cNvPr id="229380" name="Rectangle 3">
            <a:extLst>
              <a:ext uri="{FF2B5EF4-FFF2-40B4-BE49-F238E27FC236}">
                <a16:creationId xmlns:a16="http://schemas.microsoft.com/office/drawing/2014/main" id="{3CCF67F5-8744-4E6A-A1D2-2B0380C2A7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a:extLst>
              <a:ext uri="{FF2B5EF4-FFF2-40B4-BE49-F238E27FC236}">
                <a16:creationId xmlns:a16="http://schemas.microsoft.com/office/drawing/2014/main" id="{D0ED8511-49AF-4EC9-9893-BD067C2851C5}"/>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9435FF71-8AF2-4C9E-BAC0-6D5B6B2A905F}" type="slidenum">
              <a:rPr lang="en-US" altLang="zh-CN"/>
              <a:pPr/>
              <a:t>38</a:t>
            </a:fld>
            <a:endParaRPr lang="en-US" altLang="zh-CN"/>
          </a:p>
        </p:txBody>
      </p:sp>
      <p:sp>
        <p:nvSpPr>
          <p:cNvPr id="231427" name="Rectangle 2">
            <a:extLst>
              <a:ext uri="{FF2B5EF4-FFF2-40B4-BE49-F238E27FC236}">
                <a16:creationId xmlns:a16="http://schemas.microsoft.com/office/drawing/2014/main" id="{41DDC087-1CBF-4441-A630-B9AE7913EE18}"/>
              </a:ext>
            </a:extLst>
          </p:cNvPr>
          <p:cNvSpPr>
            <a:spLocks noGrp="1" noRot="1" noChangeAspect="1" noChangeArrowheads="1" noTextEdit="1"/>
          </p:cNvSpPr>
          <p:nvPr>
            <p:ph type="sldImg"/>
          </p:nvPr>
        </p:nvSpPr>
        <p:spPr>
          <a:ln/>
        </p:spPr>
      </p:sp>
      <p:sp>
        <p:nvSpPr>
          <p:cNvPr id="231428" name="Rectangle 3">
            <a:extLst>
              <a:ext uri="{FF2B5EF4-FFF2-40B4-BE49-F238E27FC236}">
                <a16:creationId xmlns:a16="http://schemas.microsoft.com/office/drawing/2014/main" id="{3A4592FC-F354-4223-9929-91FE7599BEC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spcBef>
                <a:spcPts val="313"/>
              </a:spcBef>
            </a:pPr>
            <a:r>
              <a:rPr lang="en-US" altLang="fr-FR">
                <a:solidFill>
                  <a:srgbClr val="000000"/>
                </a:solidFill>
                <a:latin typeface="Arial" panose="020B0604020202020204" pitchFamily="34" charset="0"/>
                <a:cs typeface="Arial" panose="020B0604020202020204" pitchFamily="34" charset="0"/>
                <a:sym typeface="Arial" panose="020B0604020202020204" pitchFamily="34" charset="0"/>
              </a:rPr>
              <a:t>Je concentreert je niet op functionaliteit, maar op kijken wat de input en de output is.</a:t>
            </a:r>
          </a:p>
          <a:p>
            <a:pPr>
              <a:lnSpc>
                <a:spcPct val="90000"/>
              </a:lnSpc>
              <a:spcBef>
                <a:spcPts val="313"/>
              </a:spcBef>
            </a:pPr>
            <a:r>
              <a:rPr lang="en-US" altLang="fr-FR">
                <a:solidFill>
                  <a:srgbClr val="000000"/>
                </a:solidFill>
                <a:latin typeface="Arial" panose="020B0604020202020204" pitchFamily="34" charset="0"/>
                <a:cs typeface="Arial" panose="020B0604020202020204" pitchFamily="34" charset="0"/>
                <a:sym typeface="Arial" panose="020B0604020202020204" pitchFamily="34" charset="0"/>
              </a:rPr>
              <a:t>En de mogelijke linken er tussen.</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a:extLst>
              <a:ext uri="{FF2B5EF4-FFF2-40B4-BE49-F238E27FC236}">
                <a16:creationId xmlns:a16="http://schemas.microsoft.com/office/drawing/2014/main" id="{5535F0ED-FFC3-41E5-8FAC-0C53BC420D59}"/>
              </a:ext>
            </a:extLst>
          </p:cNvPr>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fld id="{F3937275-F84C-443E-930C-AE5BDA51CF46}" type="slidenum">
              <a:rPr lang="en-US" altLang="zh-CN"/>
              <a:pPr/>
              <a:t>39</a:t>
            </a:fld>
            <a:endParaRPr lang="en-US" altLang="zh-CN"/>
          </a:p>
        </p:txBody>
      </p:sp>
      <p:sp>
        <p:nvSpPr>
          <p:cNvPr id="237571" name="Rectangle 2">
            <a:extLst>
              <a:ext uri="{FF2B5EF4-FFF2-40B4-BE49-F238E27FC236}">
                <a16:creationId xmlns:a16="http://schemas.microsoft.com/office/drawing/2014/main" id="{827276A4-7445-46D0-949A-3BACB40F1DE7}"/>
              </a:ext>
            </a:extLst>
          </p:cNvPr>
          <p:cNvSpPr>
            <a:spLocks noGrp="1" noRot="1" noChangeAspect="1" noChangeArrowheads="1" noTextEdit="1"/>
          </p:cNvSpPr>
          <p:nvPr>
            <p:ph type="sldImg"/>
          </p:nvPr>
        </p:nvSpPr>
        <p:spPr>
          <a:ln/>
        </p:spPr>
      </p:sp>
      <p:sp>
        <p:nvSpPr>
          <p:cNvPr id="237572" name="Rectangle 3">
            <a:extLst>
              <a:ext uri="{FF2B5EF4-FFF2-40B4-BE49-F238E27FC236}">
                <a16:creationId xmlns:a16="http://schemas.microsoft.com/office/drawing/2014/main" id="{C30111D0-129F-4A0A-8B86-97D931ABCC7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425"/>
              </a:spcBef>
            </a:pPr>
            <a:r>
              <a:rPr lang="en-US" altLang="fr-FR">
                <a:solidFill>
                  <a:srgbClr val="000000"/>
                </a:solidFill>
                <a:latin typeface="Arial" panose="020B0604020202020204" pitchFamily="34" charset="0"/>
                <a:cs typeface="Arial" panose="020B0604020202020204" pitchFamily="34" charset="0"/>
                <a:sym typeface="Arial" panose="020B0604020202020204" pitchFamily="34" charset="0"/>
              </a:rPr>
              <a:t>In dit framework, bestudeer je het gedrag.</a:t>
            </a:r>
          </a:p>
          <a:p>
            <a:pPr>
              <a:spcBef>
                <a:spcPts val="425"/>
              </a:spcBef>
            </a:pPr>
            <a:r>
              <a:rPr lang="en-US" altLang="fr-FR">
                <a:solidFill>
                  <a:srgbClr val="000000"/>
                </a:solidFill>
                <a:latin typeface="Arial" panose="020B0604020202020204" pitchFamily="34" charset="0"/>
                <a:cs typeface="Arial" panose="020B0604020202020204" pitchFamily="34" charset="0"/>
                <a:sym typeface="Arial" panose="020B0604020202020204" pitchFamily="34" charset="0"/>
              </a:rPr>
              <a:t>Mogelijke acties en gebeurtenissen zijn gekend en ook de gegevens waarover het systeem beschikt zijn gekend (of niet).</a:t>
            </a:r>
          </a:p>
          <a:p>
            <a:pPr>
              <a:spcBef>
                <a:spcPts val="425"/>
              </a:spcBef>
            </a:pPr>
            <a:endParaRPr lang="en-US" altLang="fr-FR">
              <a:solidFill>
                <a:srgbClr val="000000"/>
              </a:solidFill>
              <a:latin typeface="Arial" panose="020B0604020202020204" pitchFamily="34" charset="0"/>
              <a:cs typeface="Arial" panose="020B0604020202020204" pitchFamily="34" charset="0"/>
              <a:sym typeface="Arial" panose="020B0604020202020204" pitchFamily="34" charset="0"/>
            </a:endParaRPr>
          </a:p>
          <a:p>
            <a:pPr>
              <a:spcBef>
                <a:spcPts val="425"/>
              </a:spcBef>
            </a:pPr>
            <a:r>
              <a:rPr lang="en-US" altLang="fr-FR">
                <a:solidFill>
                  <a:srgbClr val="000000"/>
                </a:solidFill>
                <a:latin typeface="Arial" panose="020B0604020202020204" pitchFamily="34" charset="0"/>
                <a:cs typeface="Arial" panose="020B0604020202020204" pitchFamily="34" charset="0"/>
                <a:sym typeface="Arial" panose="020B0604020202020204" pitchFamily="34" charset="0"/>
              </a:rPr>
              <a:t>Actie – Reactie</a:t>
            </a:r>
          </a:p>
          <a:p>
            <a:pPr>
              <a:spcBef>
                <a:spcPts val="425"/>
              </a:spcBef>
            </a:pPr>
            <a:r>
              <a:rPr lang="en-US" altLang="fr-FR">
                <a:solidFill>
                  <a:srgbClr val="000000"/>
                </a:solidFill>
                <a:latin typeface="Arial" panose="020B0604020202020204" pitchFamily="34" charset="0"/>
                <a:cs typeface="Arial" panose="020B0604020202020204" pitchFamily="34" charset="0"/>
                <a:sym typeface="Arial" panose="020B0604020202020204" pitchFamily="34" charset="0"/>
              </a:rPr>
              <a:t>Reden – Gevolg</a:t>
            </a:r>
          </a:p>
          <a:p>
            <a:pPr>
              <a:spcBef>
                <a:spcPts val="425"/>
              </a:spcBef>
            </a:pPr>
            <a:endParaRPr lang="en-US" altLang="fr-FR">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40</a:t>
            </a:fld>
            <a:endParaRPr lang="nl-BE"/>
          </a:p>
        </p:txBody>
      </p:sp>
    </p:spTree>
    <p:extLst>
      <p:ext uri="{BB962C8B-B14F-4D97-AF65-F5344CB8AC3E}">
        <p14:creationId xmlns:p14="http://schemas.microsoft.com/office/powerpoint/2010/main" val="4181168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41</a:t>
            </a:fld>
            <a:endParaRPr lang="nl-BE"/>
          </a:p>
        </p:txBody>
      </p:sp>
    </p:spTree>
    <p:extLst>
      <p:ext uri="{BB962C8B-B14F-4D97-AF65-F5344CB8AC3E}">
        <p14:creationId xmlns:p14="http://schemas.microsoft.com/office/powerpoint/2010/main" val="40879774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42</a:t>
            </a:fld>
            <a:endParaRPr lang="nl-BE"/>
          </a:p>
        </p:txBody>
      </p:sp>
    </p:spTree>
    <p:extLst>
      <p:ext uri="{BB962C8B-B14F-4D97-AF65-F5344CB8AC3E}">
        <p14:creationId xmlns:p14="http://schemas.microsoft.com/office/powerpoint/2010/main" val="39391662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43</a:t>
            </a:fld>
            <a:endParaRPr lang="nl-BE"/>
          </a:p>
        </p:txBody>
      </p:sp>
    </p:spTree>
    <p:extLst>
      <p:ext uri="{BB962C8B-B14F-4D97-AF65-F5344CB8AC3E}">
        <p14:creationId xmlns:p14="http://schemas.microsoft.com/office/powerpoint/2010/main" val="4629153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44</a:t>
            </a:fld>
            <a:endParaRPr lang="nl-BE"/>
          </a:p>
        </p:txBody>
      </p:sp>
    </p:spTree>
    <p:extLst>
      <p:ext uri="{BB962C8B-B14F-4D97-AF65-F5344CB8AC3E}">
        <p14:creationId xmlns:p14="http://schemas.microsoft.com/office/powerpoint/2010/main" val="34888119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46</a:t>
            </a:fld>
            <a:endParaRPr lang="nl-BE"/>
          </a:p>
        </p:txBody>
      </p:sp>
    </p:spTree>
    <p:extLst>
      <p:ext uri="{BB962C8B-B14F-4D97-AF65-F5344CB8AC3E}">
        <p14:creationId xmlns:p14="http://schemas.microsoft.com/office/powerpoint/2010/main" val="7148290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47</a:t>
            </a:fld>
            <a:endParaRPr lang="nl-BE"/>
          </a:p>
        </p:txBody>
      </p:sp>
    </p:spTree>
    <p:extLst>
      <p:ext uri="{BB962C8B-B14F-4D97-AF65-F5344CB8AC3E}">
        <p14:creationId xmlns:p14="http://schemas.microsoft.com/office/powerpoint/2010/main" val="1901764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48</a:t>
            </a:fld>
            <a:endParaRPr lang="nl-BE"/>
          </a:p>
        </p:txBody>
      </p:sp>
    </p:spTree>
    <p:extLst>
      <p:ext uri="{BB962C8B-B14F-4D97-AF65-F5344CB8AC3E}">
        <p14:creationId xmlns:p14="http://schemas.microsoft.com/office/powerpoint/2010/main" val="4835886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GB"/>
          </a:p>
        </p:txBody>
      </p:sp>
      <p:sp>
        <p:nvSpPr>
          <p:cNvPr id="4" name="Slide Number Placeholder 3"/>
          <p:cNvSpPr>
            <a:spLocks noGrp="1"/>
          </p:cNvSpPr>
          <p:nvPr>
            <p:ph type="sldNum" sz="quarter" idx="5"/>
          </p:nvPr>
        </p:nvSpPr>
        <p:spPr/>
        <p:txBody>
          <a:bodyPr/>
          <a:lstStyle/>
          <a:p>
            <a:fld id="{9E4A7B32-3DB6-420E-BFD4-0455F7961588}" type="slidenum">
              <a:rPr lang="nl-BE" smtClean="0"/>
              <a:t>49</a:t>
            </a:fld>
            <a:endParaRPr lang="nl-BE"/>
          </a:p>
        </p:txBody>
      </p:sp>
    </p:spTree>
    <p:extLst>
      <p:ext uri="{BB962C8B-B14F-4D97-AF65-F5344CB8AC3E}">
        <p14:creationId xmlns:p14="http://schemas.microsoft.com/office/powerpoint/2010/main" val="3001902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nl-BE" noProof="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nl-BE" noProof="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nl-BE" noProof="0"/>
              <a:t>Click to edit Master title style</a:t>
            </a:r>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nl-BE" noProof="0"/>
              <a:t>Click to edit Master text styles</a:t>
            </a:r>
          </a:p>
          <a:p>
            <a:pPr lvl="1"/>
            <a:r>
              <a:rPr lang="nl-BE" noProof="0"/>
              <a:t>Second level</a:t>
            </a:r>
          </a:p>
          <a:p>
            <a:pPr lvl="2"/>
            <a:r>
              <a:rPr lang="nl-BE" noProof="0"/>
              <a:t>Third level</a:t>
            </a:r>
          </a:p>
          <a:p>
            <a:pPr lvl="3"/>
            <a:r>
              <a:rPr lang="nl-BE" noProof="0"/>
              <a:t>Fourth level</a:t>
            </a:r>
          </a:p>
          <a:p>
            <a:pPr lvl="4"/>
            <a:r>
              <a:rPr lang="nl-BE" noProof="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nl-BE" noProof="0"/>
              <a:t>Click to edit Master title style</a:t>
            </a:r>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nl-BE" noProof="0"/>
              <a:t>Click to edit Master text styles</a:t>
            </a:r>
          </a:p>
          <a:p>
            <a:pPr lvl="1"/>
            <a:r>
              <a:rPr lang="nl-BE" noProof="0"/>
              <a:t>Second level</a:t>
            </a:r>
          </a:p>
          <a:p>
            <a:pPr lvl="2"/>
            <a:r>
              <a:rPr lang="nl-BE" noProof="0"/>
              <a:t>Third level</a:t>
            </a:r>
          </a:p>
          <a:p>
            <a:pPr lvl="3"/>
            <a:r>
              <a:rPr lang="nl-BE" noProof="0"/>
              <a:t>Fourth level</a:t>
            </a:r>
          </a:p>
          <a:p>
            <a:pPr lvl="4"/>
            <a:r>
              <a:rPr lang="nl-BE" noProof="0"/>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 Een verwijzing naar de bron en auteur wordt gewaardeerd.</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algn="l" defTabSz="914400"/>
            <a:r>
              <a:rPr lang="nl-NL" sz="1800">
                <a:solidFill>
                  <a:srgbClr val="034EA2"/>
                </a:solidFill>
              </a:rPr>
              <a:t>Hoofdtitel: Software Testen</a:t>
            </a:r>
            <a:br>
              <a:rPr lang="nl-NL" sz="1800">
                <a:solidFill>
                  <a:srgbClr val="034EA2"/>
                </a:solidFill>
              </a:rPr>
            </a:br>
            <a:r>
              <a:rPr lang="nl-NL" sz="1800">
                <a:solidFill>
                  <a:srgbClr val="034EA2"/>
                </a:solidFill>
              </a:rPr>
              <a:t>Subtitel: Grondbeginselen / Basis principes</a:t>
            </a:r>
            <a:br>
              <a:rPr lang="nl-NL" sz="1800">
                <a:solidFill>
                  <a:srgbClr val="034EA2"/>
                </a:solidFill>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27.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nl-BE"/>
              <a:t>Grondbeginselen / Test Methodes</a:t>
            </a:r>
          </a:p>
          <a:p>
            <a:r>
              <a:rPr lang="nl-BE"/>
              <a:t>4 werkuur</a:t>
            </a:r>
          </a:p>
        </p:txBody>
      </p:sp>
      <p:sp>
        <p:nvSpPr>
          <p:cNvPr id="3" name="Text Placeholder 2"/>
          <p:cNvSpPr>
            <a:spLocks noGrp="1"/>
          </p:cNvSpPr>
          <p:nvPr>
            <p:ph type="body" sz="quarter" idx="11"/>
          </p:nvPr>
        </p:nvSpPr>
        <p:spPr/>
        <p:txBody>
          <a:bodyPr/>
          <a:lstStyle/>
          <a:p>
            <a:r>
              <a:rPr lang="nl-BE"/>
              <a:t>Software Testen</a:t>
            </a:r>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1</a:t>
            </a:fld>
            <a:endParaRPr lang="en-US"/>
          </a:p>
        </p:txBody>
      </p:sp>
    </p:spTree>
    <p:extLst>
      <p:ext uri="{BB962C8B-B14F-4D97-AF65-F5344CB8AC3E}">
        <p14:creationId xmlns:p14="http://schemas.microsoft.com/office/powerpoint/2010/main" val="154594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9E7DB9-751C-48EC-983D-52B958C4760E}"/>
              </a:ext>
            </a:extLst>
          </p:cNvPr>
          <p:cNvSpPr>
            <a:spLocks noGrp="1"/>
          </p:cNvSpPr>
          <p:nvPr>
            <p:ph type="sldNum" sz="quarter" idx="7"/>
          </p:nvPr>
        </p:nvSpPr>
        <p:spPr/>
        <p:txBody>
          <a:bodyPr/>
          <a:lstStyle/>
          <a:p>
            <a:fld id="{B6F15528-21DE-4FAA-801E-634DDDAF4B2B}" type="slidenum">
              <a:rPr lang="en-US" smtClean="0"/>
              <a:t>2</a:t>
            </a:fld>
            <a:endParaRPr lang="en-US"/>
          </a:p>
        </p:txBody>
      </p:sp>
    </p:spTree>
    <p:extLst>
      <p:ext uri="{BB962C8B-B14F-4D97-AF65-F5344CB8AC3E}">
        <p14:creationId xmlns:p14="http://schemas.microsoft.com/office/powerpoint/2010/main" val="173719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846A6-E764-42DF-B68E-3CCE3C4B997E}"/>
              </a:ext>
            </a:extLst>
          </p:cNvPr>
          <p:cNvSpPr>
            <a:spLocks noGrp="1"/>
          </p:cNvSpPr>
          <p:nvPr>
            <p:ph type="body" sz="quarter" idx="10"/>
          </p:nvPr>
        </p:nvSpPr>
        <p:spPr/>
        <p:txBody>
          <a:bodyPr/>
          <a:lstStyle/>
          <a:p>
            <a:r>
              <a:rPr lang="en-GB"/>
              <a:t>Vincent@CopyPaste.be</a:t>
            </a:r>
          </a:p>
          <a:p>
            <a:r>
              <a:rPr lang="en-GB"/>
              <a:t>VincentVanDeWalle@digi4u.be</a:t>
            </a:r>
          </a:p>
          <a:p>
            <a:endParaRPr lang="en-GB"/>
          </a:p>
          <a:p>
            <a:endParaRPr lang="en-GB"/>
          </a:p>
          <a:p>
            <a:r>
              <a:rPr lang="en-GB"/>
              <a:t>+32 (0) 475 / 97.63.80</a:t>
            </a:r>
          </a:p>
        </p:txBody>
      </p:sp>
      <p:sp>
        <p:nvSpPr>
          <p:cNvPr id="3" name="Text Placeholder 2">
            <a:extLst>
              <a:ext uri="{FF2B5EF4-FFF2-40B4-BE49-F238E27FC236}">
                <a16:creationId xmlns:a16="http://schemas.microsoft.com/office/drawing/2014/main" id="{0E0BDE6D-4BEE-43F8-87A1-8105663D5D2A}"/>
              </a:ext>
            </a:extLst>
          </p:cNvPr>
          <p:cNvSpPr>
            <a:spLocks noGrp="1"/>
          </p:cNvSpPr>
          <p:nvPr>
            <p:ph type="body" sz="quarter" idx="11"/>
          </p:nvPr>
        </p:nvSpPr>
        <p:spPr/>
        <p:txBody>
          <a:bodyPr/>
          <a:lstStyle/>
          <a:p>
            <a:r>
              <a:rPr lang="en-GB"/>
              <a:t>Vincent Van De Walle</a:t>
            </a:r>
            <a:endParaRPr lang="en-US"/>
          </a:p>
        </p:txBody>
      </p:sp>
    </p:spTree>
    <p:extLst>
      <p:ext uri="{BB962C8B-B14F-4D97-AF65-F5344CB8AC3E}">
        <p14:creationId xmlns:p14="http://schemas.microsoft.com/office/powerpoint/2010/main" val="192157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Wie bereidt de testen voor?</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Acceptatie Testen</a:t>
            </a:r>
          </a:p>
          <a:p>
            <a:pPr lvl="1"/>
            <a:r>
              <a:rPr lang="en-GB"/>
              <a:t>Business / Analisten</a:t>
            </a:r>
          </a:p>
          <a:p>
            <a:r>
              <a:rPr lang="en-GB"/>
              <a:t>Systeem Testen</a:t>
            </a:r>
          </a:p>
          <a:p>
            <a:pPr lvl="1"/>
            <a:r>
              <a:rPr lang="en-GB"/>
              <a:t>Test team / Analisten</a:t>
            </a:r>
          </a:p>
          <a:p>
            <a:r>
              <a:rPr lang="en-GB"/>
              <a:t>Integratie Testen</a:t>
            </a:r>
          </a:p>
          <a:p>
            <a:pPr lvl="1"/>
            <a:r>
              <a:rPr lang="en-GB"/>
              <a:t>Test team / Analisten</a:t>
            </a:r>
          </a:p>
          <a:p>
            <a:r>
              <a:rPr lang="en-GB"/>
              <a:t>Component / Unit Testen</a:t>
            </a:r>
          </a:p>
          <a:p>
            <a:pPr lvl="1"/>
            <a:r>
              <a:rPr lang="en-GB"/>
              <a:t>Analisten / Developers</a:t>
            </a:r>
          </a:p>
          <a:p>
            <a:pPr lvl="1"/>
            <a:endParaRPr lang="en-GB"/>
          </a:p>
        </p:txBody>
      </p:sp>
    </p:spTree>
    <p:extLst>
      <p:ext uri="{BB962C8B-B14F-4D97-AF65-F5344CB8AC3E}">
        <p14:creationId xmlns:p14="http://schemas.microsoft.com/office/powerpoint/2010/main" val="6328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Wie voert de testen uit?</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5</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Acceptatie Testen</a:t>
            </a:r>
          </a:p>
          <a:p>
            <a:pPr lvl="1"/>
            <a:r>
              <a:rPr lang="en-GB"/>
              <a:t>Business</a:t>
            </a:r>
          </a:p>
          <a:p>
            <a:r>
              <a:rPr lang="en-GB"/>
              <a:t>Systeem Testen</a:t>
            </a:r>
          </a:p>
          <a:p>
            <a:pPr lvl="1"/>
            <a:r>
              <a:rPr lang="en-GB"/>
              <a:t>Test team / Analisten / Systeem</a:t>
            </a:r>
          </a:p>
          <a:p>
            <a:r>
              <a:rPr lang="en-GB"/>
              <a:t>Integratie Testen</a:t>
            </a:r>
          </a:p>
          <a:p>
            <a:pPr lvl="1"/>
            <a:r>
              <a:rPr lang="en-GB"/>
              <a:t>Test team / Analisten / Systeem</a:t>
            </a:r>
          </a:p>
          <a:p>
            <a:r>
              <a:rPr lang="en-GB"/>
              <a:t>Component / Unit Testen</a:t>
            </a:r>
          </a:p>
          <a:p>
            <a:pPr lvl="1"/>
            <a:r>
              <a:rPr lang="en-GB"/>
              <a:t>Developers / Systeem</a:t>
            </a:r>
          </a:p>
        </p:txBody>
      </p:sp>
    </p:spTree>
    <p:extLst>
      <p:ext uri="{BB962C8B-B14F-4D97-AF65-F5344CB8AC3E}">
        <p14:creationId xmlns:p14="http://schemas.microsoft.com/office/powerpoint/2010/main" val="394005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Ad hoc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6</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Wat is het?</a:t>
            </a:r>
          </a:p>
          <a:p>
            <a:pPr lvl="1"/>
            <a:r>
              <a:rPr lang="en-GB"/>
              <a:t>Click here, click there and click every where</a:t>
            </a:r>
          </a:p>
          <a:p>
            <a:r>
              <a:rPr lang="en-GB"/>
              <a:t>Waar wordt het gebruikt in het model?</a:t>
            </a:r>
          </a:p>
          <a:p>
            <a:pPr lvl="1"/>
            <a:r>
              <a:rPr lang="en-GB"/>
              <a:t>Overal</a:t>
            </a:r>
          </a:p>
          <a:p>
            <a:r>
              <a:rPr lang="en-GB"/>
              <a:t>Technieken</a:t>
            </a:r>
          </a:p>
          <a:p>
            <a:pPr lvl="1"/>
            <a:r>
              <a:rPr lang="en-GB"/>
              <a:t>Je doet maar wat</a:t>
            </a:r>
          </a:p>
          <a:p>
            <a:r>
              <a:rPr lang="en-GB"/>
              <a:t>Voordelen</a:t>
            </a:r>
          </a:p>
          <a:p>
            <a:pPr lvl="1"/>
            <a:r>
              <a:rPr lang="en-GB"/>
              <a:t>Je doet maar wat</a:t>
            </a:r>
          </a:p>
          <a:p>
            <a:r>
              <a:rPr lang="en-GB"/>
              <a:t>Nadelen</a:t>
            </a:r>
          </a:p>
          <a:p>
            <a:pPr lvl="1"/>
            <a:r>
              <a:rPr lang="en-GB"/>
              <a:t>Je doet maar wat</a:t>
            </a:r>
          </a:p>
          <a:p>
            <a:pPr lvl="1"/>
            <a:endParaRPr lang="en-GB"/>
          </a:p>
        </p:txBody>
      </p:sp>
    </p:spTree>
    <p:extLst>
      <p:ext uri="{BB962C8B-B14F-4D97-AF65-F5344CB8AC3E}">
        <p14:creationId xmlns:p14="http://schemas.microsoft.com/office/powerpoint/2010/main" val="389656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E2EB9-97B9-4B04-B315-4E166FB87B1B}"/>
              </a:ext>
            </a:extLst>
          </p:cNvPr>
          <p:cNvSpPr>
            <a:spLocks noGrp="1"/>
          </p:cNvSpPr>
          <p:nvPr>
            <p:ph type="title"/>
          </p:nvPr>
        </p:nvSpPr>
        <p:spPr/>
        <p:txBody>
          <a:bodyPr lIns="0" tIns="0" rIns="0" bIns="0"/>
          <a:lstStyle/>
          <a:p>
            <a:r>
              <a:rPr lang="nl-BE" altLang="fr-FR" dirty="0"/>
              <a:t>Verkennend Testen (UK </a:t>
            </a:r>
            <a:r>
              <a:rPr lang="en-GB" altLang="fr-FR" dirty="0"/>
              <a:t>Exploratory testing</a:t>
            </a:r>
            <a:r>
              <a:rPr lang="nl-BE" altLang="fr-FR" dirty="0"/>
              <a:t>)</a:t>
            </a:r>
            <a:endParaRPr lang="en-US" dirty="0"/>
          </a:p>
        </p:txBody>
      </p:sp>
      <p:sp>
        <p:nvSpPr>
          <p:cNvPr id="54273" name="Rectangle 3">
            <a:extLst>
              <a:ext uri="{FF2B5EF4-FFF2-40B4-BE49-F238E27FC236}">
                <a16:creationId xmlns:a16="http://schemas.microsoft.com/office/drawing/2014/main" id="{3366BC23-4297-4205-94B4-ED5471DDC78D}"/>
              </a:ext>
            </a:extLst>
          </p:cNvPr>
          <p:cNvSpPr>
            <a:spLocks noGrp="1" noChangeArrowheads="1"/>
          </p:cNvSpPr>
          <p:nvPr>
            <p:ph type="body" sz="quarter" idx="10"/>
          </p:nvPr>
        </p:nvSpPr>
        <p:spPr bwMode="auto">
          <a:prstGeom prst="rect">
            <a:avLst/>
          </a:prstGeom>
        </p:spPr>
        <p:txBody>
          <a:bodyPr/>
          <a:lstStyle/>
          <a:p>
            <a:r>
              <a:rPr lang="en-US" altLang="fr-FR"/>
              <a:t>Verkennend testen is</a:t>
            </a:r>
          </a:p>
          <a:p>
            <a:pPr lvl="1"/>
            <a:endParaRPr lang="en-US" altLang="fr-FR"/>
          </a:p>
          <a:p>
            <a:pPr lvl="1"/>
            <a:r>
              <a:rPr lang="en-US" altLang="fr-FR"/>
              <a:t>Een methode van software testing</a:t>
            </a:r>
          </a:p>
          <a:p>
            <a:pPr lvl="1"/>
            <a:r>
              <a:rPr lang="en-US" altLang="fr-FR"/>
              <a:t>dat persoonlijke vrijheid benadrukt</a:t>
            </a:r>
          </a:p>
          <a:p>
            <a:pPr lvl="1"/>
            <a:r>
              <a:rPr lang="en-US" altLang="fr-FR"/>
              <a:t>en legt de verantwoordelijkheid bij de tester die het doet</a:t>
            </a:r>
          </a:p>
          <a:p>
            <a:pPr lvl="1"/>
            <a:endParaRPr lang="en-US" altLang="fr-FR"/>
          </a:p>
          <a:p>
            <a:pPr lvl="1"/>
            <a:r>
              <a:rPr lang="en-US" altLang="fr-FR"/>
              <a:t>Met als doel de waarde van het product te optimaliseren</a:t>
            </a:r>
          </a:p>
          <a:p>
            <a:pPr lvl="1"/>
            <a:endParaRPr lang="en-US" altLang="fr-FR"/>
          </a:p>
          <a:p>
            <a:pPr lvl="1"/>
            <a:r>
              <a:rPr lang="en-US" altLang="fr-FR"/>
              <a:t>Door het test ontwerp,</a:t>
            </a:r>
          </a:p>
          <a:p>
            <a:pPr lvl="1"/>
            <a:r>
              <a:rPr lang="en-US" altLang="fr-FR"/>
              <a:t>de test uitvoering,</a:t>
            </a:r>
          </a:p>
          <a:p>
            <a:pPr lvl="1"/>
            <a:r>
              <a:rPr lang="en-US" altLang="fr-FR"/>
              <a:t>de interpretatie van het testen uitvoeren</a:t>
            </a:r>
          </a:p>
          <a:p>
            <a:pPr lvl="1"/>
            <a:r>
              <a:rPr lang="en-US" altLang="fr-FR"/>
              <a:t>en door constant bij te leren</a:t>
            </a:r>
          </a:p>
          <a:p>
            <a:pPr lvl="1"/>
            <a:r>
              <a:rPr lang="en-US" altLang="fr-FR"/>
              <a:t>hoe het product werkt</a:t>
            </a:r>
          </a:p>
        </p:txBody>
      </p:sp>
      <p:sp>
        <p:nvSpPr>
          <p:cNvPr id="46085" name="WordArt 7">
            <a:extLst>
              <a:ext uri="{FF2B5EF4-FFF2-40B4-BE49-F238E27FC236}">
                <a16:creationId xmlns:a16="http://schemas.microsoft.com/office/drawing/2014/main" id="{2810F753-6B08-4709-B77D-B1602E6FA6E8}"/>
              </a:ext>
            </a:extLst>
          </p:cNvPr>
          <p:cNvSpPr>
            <a:spLocks noChangeArrowheads="1" noChangeShapeType="1" noTextEdit="1"/>
          </p:cNvSpPr>
          <p:nvPr/>
        </p:nvSpPr>
        <p:spPr bwMode="auto">
          <a:xfrm>
            <a:off x="6193896" y="2089818"/>
            <a:ext cx="1262368" cy="786694"/>
          </a:xfrm>
          <a:prstGeom prst="rect">
            <a:avLst/>
          </a:prstGeom>
        </p:spPr>
        <p:txBody>
          <a:bodyPr wrap="none" fromWordArt="1">
            <a:prstTxWarp prst="textSlantUp">
              <a:avLst>
                <a:gd name="adj" fmla="val 55556"/>
              </a:avLst>
            </a:prstTxWarp>
          </a:bodyPr>
          <a:lstStyle/>
          <a:p>
            <a:pPr algn="ctr"/>
            <a:r>
              <a:rPr lang="en-US" sz="2000" kern="10">
                <a:ln w="9525">
                  <a:solidFill>
                    <a:srgbClr val="000000"/>
                  </a:solidFill>
                  <a:round/>
                  <a:headEnd/>
                  <a:tailEnd/>
                </a:ln>
                <a:solidFill>
                  <a:schemeClr val="accent1"/>
                </a:solidFill>
                <a:latin typeface="Arial Black" panose="020B0A04020102020204" pitchFamily="34" charset="0"/>
              </a:rPr>
              <a:t>Wat?</a:t>
            </a:r>
          </a:p>
        </p:txBody>
      </p:sp>
      <p:sp>
        <p:nvSpPr>
          <p:cNvPr id="46086" name="WordArt 8">
            <a:extLst>
              <a:ext uri="{FF2B5EF4-FFF2-40B4-BE49-F238E27FC236}">
                <a16:creationId xmlns:a16="http://schemas.microsoft.com/office/drawing/2014/main" id="{F68360D6-84F2-430C-9552-E05ED85B8D85}"/>
              </a:ext>
            </a:extLst>
          </p:cNvPr>
          <p:cNvSpPr>
            <a:spLocks noChangeArrowheads="1" noChangeShapeType="1" noTextEdit="1"/>
          </p:cNvSpPr>
          <p:nvPr/>
        </p:nvSpPr>
        <p:spPr bwMode="auto">
          <a:xfrm>
            <a:off x="8267891" y="3781853"/>
            <a:ext cx="1551856" cy="786694"/>
          </a:xfrm>
          <a:prstGeom prst="rect">
            <a:avLst/>
          </a:prstGeom>
        </p:spPr>
        <p:txBody>
          <a:bodyPr wrap="none" fromWordArt="1">
            <a:prstTxWarp prst="textSlantUp">
              <a:avLst>
                <a:gd name="adj" fmla="val 55556"/>
              </a:avLst>
            </a:prstTxWarp>
          </a:bodyPr>
          <a:lstStyle/>
          <a:p>
            <a:pPr algn="ctr"/>
            <a:r>
              <a:rPr lang="en-US" sz="2000" kern="10">
                <a:ln w="9525">
                  <a:solidFill>
                    <a:srgbClr val="000000"/>
                  </a:solidFill>
                  <a:round/>
                  <a:headEnd/>
                  <a:tailEnd/>
                </a:ln>
                <a:solidFill>
                  <a:schemeClr val="hlink"/>
                </a:solidFill>
                <a:latin typeface="Arial Black" panose="020B0A04020102020204" pitchFamily="34" charset="0"/>
              </a:rPr>
              <a:t>Waarom?</a:t>
            </a:r>
          </a:p>
        </p:txBody>
      </p:sp>
      <p:sp>
        <p:nvSpPr>
          <p:cNvPr id="46087" name="WordArt 9">
            <a:extLst>
              <a:ext uri="{FF2B5EF4-FFF2-40B4-BE49-F238E27FC236}">
                <a16:creationId xmlns:a16="http://schemas.microsoft.com/office/drawing/2014/main" id="{010AC484-EE09-4A4F-9F58-6D9DE33A4A87}"/>
              </a:ext>
            </a:extLst>
          </p:cNvPr>
          <p:cNvSpPr>
            <a:spLocks noChangeArrowheads="1" noChangeShapeType="1" noTextEdit="1"/>
          </p:cNvSpPr>
          <p:nvPr/>
        </p:nvSpPr>
        <p:spPr bwMode="auto">
          <a:xfrm>
            <a:off x="8330849" y="5271471"/>
            <a:ext cx="998000" cy="786694"/>
          </a:xfrm>
          <a:prstGeom prst="rect">
            <a:avLst/>
          </a:prstGeom>
        </p:spPr>
        <p:txBody>
          <a:bodyPr wrap="none" fromWordArt="1">
            <a:prstTxWarp prst="textSlantUp">
              <a:avLst>
                <a:gd name="adj" fmla="val 55556"/>
              </a:avLst>
            </a:prstTxWarp>
          </a:bodyPr>
          <a:lstStyle/>
          <a:p>
            <a:pPr algn="ctr"/>
            <a:r>
              <a:rPr lang="en-US" sz="2000" kern="10">
                <a:ln w="9525">
                  <a:solidFill>
                    <a:srgbClr val="000000"/>
                  </a:solidFill>
                  <a:round/>
                  <a:headEnd/>
                  <a:tailEnd/>
                </a:ln>
                <a:solidFill>
                  <a:schemeClr val="folHlink"/>
                </a:solidFill>
                <a:latin typeface="Arial Black" panose="020B0A04020102020204" pitchFamily="34" charset="0"/>
              </a:rPr>
              <a:t>Hoe?</a:t>
            </a:r>
          </a:p>
        </p:txBody>
      </p:sp>
      <p:sp>
        <p:nvSpPr>
          <p:cNvPr id="46088" name="AutoShape 10">
            <a:extLst>
              <a:ext uri="{FF2B5EF4-FFF2-40B4-BE49-F238E27FC236}">
                <a16:creationId xmlns:a16="http://schemas.microsoft.com/office/drawing/2014/main" id="{CCF86A44-AC26-4F30-AE72-8A6D4BC83DD1}"/>
              </a:ext>
            </a:extLst>
          </p:cNvPr>
          <p:cNvSpPr>
            <a:spLocks/>
          </p:cNvSpPr>
          <p:nvPr/>
        </p:nvSpPr>
        <p:spPr bwMode="auto">
          <a:xfrm>
            <a:off x="759520" y="2300288"/>
            <a:ext cx="56444" cy="1204737"/>
          </a:xfrm>
          <a:prstGeom prst="leftBracket">
            <a:avLst>
              <a:gd name="adj" fmla="val 176481"/>
            </a:avLst>
          </a:prstGeom>
          <a:solidFill>
            <a:schemeClr val="accent1"/>
          </a:solidFill>
          <a:ln w="9525">
            <a:solidFill>
              <a:schemeClr val="accent1"/>
            </a:solidFill>
            <a:round/>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endParaRPr lang="fr-FR" altLang="fr-FR" sz="4667">
              <a:latin typeface="Times" panose="02020603050405020304" pitchFamily="18" charset="0"/>
            </a:endParaRPr>
          </a:p>
        </p:txBody>
      </p:sp>
      <p:sp>
        <p:nvSpPr>
          <p:cNvPr id="54280" name="AutoShape 11">
            <a:extLst>
              <a:ext uri="{FF2B5EF4-FFF2-40B4-BE49-F238E27FC236}">
                <a16:creationId xmlns:a16="http://schemas.microsoft.com/office/drawing/2014/main" id="{13F3C92E-2193-4D4A-A713-F183B0A76A45}"/>
              </a:ext>
            </a:extLst>
          </p:cNvPr>
          <p:cNvSpPr>
            <a:spLocks/>
          </p:cNvSpPr>
          <p:nvPr/>
        </p:nvSpPr>
        <p:spPr bwMode="auto">
          <a:xfrm>
            <a:off x="759520" y="4457524"/>
            <a:ext cx="71630" cy="2160764"/>
          </a:xfrm>
          <a:prstGeom prst="leftBracket">
            <a:avLst>
              <a:gd name="adj" fmla="val 218522"/>
            </a:avLst>
          </a:prstGeom>
          <a:solidFill>
            <a:schemeClr val="folHlink"/>
          </a:solidFill>
          <a:ln w="9525">
            <a:solidFill>
              <a:schemeClr val="folHlink"/>
            </a:solidFill>
            <a:round/>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endParaRPr lang="fr-FR" altLang="fr-FR" sz="4667">
              <a:latin typeface="Times" panose="02020603050405020304" pitchFamily="18" charset="0"/>
            </a:endParaRPr>
          </a:p>
        </p:txBody>
      </p:sp>
      <p:sp>
        <p:nvSpPr>
          <p:cNvPr id="54281" name="AutoShape 12">
            <a:extLst>
              <a:ext uri="{FF2B5EF4-FFF2-40B4-BE49-F238E27FC236}">
                <a16:creationId xmlns:a16="http://schemas.microsoft.com/office/drawing/2014/main" id="{E892FA5E-8641-4DFA-A32F-EADD5891ED32}"/>
              </a:ext>
            </a:extLst>
          </p:cNvPr>
          <p:cNvSpPr>
            <a:spLocks/>
          </p:cNvSpPr>
          <p:nvPr/>
        </p:nvSpPr>
        <p:spPr bwMode="auto">
          <a:xfrm>
            <a:off x="759520" y="3774798"/>
            <a:ext cx="71631" cy="400402"/>
          </a:xfrm>
          <a:prstGeom prst="leftBracket">
            <a:avLst>
              <a:gd name="adj" fmla="val 50357"/>
            </a:avLst>
          </a:prstGeom>
          <a:solidFill>
            <a:schemeClr val="hlink"/>
          </a:solidFill>
          <a:ln w="9525">
            <a:solidFill>
              <a:schemeClr val="hlink"/>
            </a:solidFill>
            <a:round/>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endParaRPr lang="fr-FR" altLang="fr-FR" sz="4667">
              <a:latin typeface="Times"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27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27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27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427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27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427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27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427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08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608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428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08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428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3" grpId="0" build="p" bldLvl="3"/>
      <p:bldP spid="46085" grpId="0"/>
      <p:bldP spid="46086" grpId="0"/>
      <p:bldP spid="46087" grpId="0"/>
      <p:bldP spid="46088" grpId="0" animBg="1"/>
      <p:bldP spid="54280" grpId="0" animBg="1"/>
      <p:bldP spid="5428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674C5643-B61B-49BA-B7AD-A87B9C0BCE9E}"/>
              </a:ext>
            </a:extLst>
          </p:cNvPr>
          <p:cNvSpPr>
            <a:spLocks noGrp="1" noChangeArrowheads="1"/>
          </p:cNvSpPr>
          <p:nvPr>
            <p:ph type="title"/>
          </p:nvPr>
        </p:nvSpPr>
        <p:spPr/>
        <p:txBody>
          <a:bodyPr/>
          <a:lstStyle/>
          <a:p>
            <a:r>
              <a:rPr lang="en-US" altLang="fr-FR"/>
              <a:t>Tegenstrijdige aanpakken</a:t>
            </a:r>
            <a:endParaRPr lang="nl-NL" altLang="fr-FR"/>
          </a:p>
        </p:txBody>
      </p:sp>
      <p:sp>
        <p:nvSpPr>
          <p:cNvPr id="3" name="Text Placeholder 2">
            <a:extLst>
              <a:ext uri="{FF2B5EF4-FFF2-40B4-BE49-F238E27FC236}">
                <a16:creationId xmlns:a16="http://schemas.microsoft.com/office/drawing/2014/main" id="{F969FE05-C95D-438F-B431-326C7F6D27B5}"/>
              </a:ext>
            </a:extLst>
          </p:cNvPr>
          <p:cNvSpPr>
            <a:spLocks noGrp="1"/>
          </p:cNvSpPr>
          <p:nvPr>
            <p:ph type="body" sz="quarter" idx="10"/>
          </p:nvPr>
        </p:nvSpPr>
        <p:spPr>
          <a:xfrm>
            <a:off x="431800" y="1433513"/>
            <a:ext cx="4408934" cy="5184775"/>
          </a:xfrm>
        </p:spPr>
        <p:txBody>
          <a:bodyPr/>
          <a:lstStyle/>
          <a:p>
            <a:pPr lvl="1"/>
            <a:r>
              <a:rPr lang="en-US" altLang="fr-FR"/>
              <a:t>In testen uitschrijven, de testen zijn eerst uitgedacht, en dan ‘opgenomen’. Dan worden ze misschien later uitgevoerd, misschien door een ander persoon.</a:t>
            </a:r>
          </a:p>
          <a:p>
            <a:pPr lvl="1"/>
            <a:endParaRPr lang="en-US" altLang="fr-FR"/>
          </a:p>
          <a:p>
            <a:pPr lvl="1"/>
            <a:r>
              <a:rPr lang="en-US" altLang="fr-FR"/>
              <a:t>In verkennend testen, is het uitdenken en het uitvoeren tegelijkertijd. Er is een grote kans dat het niet wordt ‘opgenomen’.</a:t>
            </a:r>
          </a:p>
          <a:p>
            <a:pPr lvl="1"/>
            <a:endParaRPr lang="nl-NL" altLang="fr-FR"/>
          </a:p>
          <a:p>
            <a:pPr lvl="1"/>
            <a:r>
              <a:rPr lang="nl-NL" altLang="fr-FR"/>
              <a:t>In Ad hoc testen, doe je maar wat.</a:t>
            </a:r>
            <a:endParaRPr lang="en-US" altLang="fr-FR"/>
          </a:p>
        </p:txBody>
      </p:sp>
      <p:grpSp>
        <p:nvGrpSpPr>
          <p:cNvPr id="48131" name="Group 3">
            <a:extLst>
              <a:ext uri="{FF2B5EF4-FFF2-40B4-BE49-F238E27FC236}">
                <a16:creationId xmlns:a16="http://schemas.microsoft.com/office/drawing/2014/main" id="{36BC77D2-82C0-4DC3-9D4E-F3C7516E1DBD}"/>
              </a:ext>
            </a:extLst>
          </p:cNvPr>
          <p:cNvGrpSpPr>
            <a:grpSpLocks/>
          </p:cNvGrpSpPr>
          <p:nvPr/>
        </p:nvGrpSpPr>
        <p:grpSpPr bwMode="auto">
          <a:xfrm>
            <a:off x="4935984" y="1649236"/>
            <a:ext cx="5008822" cy="1292931"/>
            <a:chOff x="2426" y="799"/>
            <a:chExt cx="3212" cy="869"/>
          </a:xfrm>
        </p:grpSpPr>
        <p:pic>
          <p:nvPicPr>
            <p:cNvPr id="48141" name="Picture 6" descr="head_brain_transparent_lookleft">
              <a:extLst>
                <a:ext uri="{FF2B5EF4-FFF2-40B4-BE49-F238E27FC236}">
                  <a16:creationId xmlns:a16="http://schemas.microsoft.com/office/drawing/2014/main" id="{54B4F8C0-C28B-4142-B402-177FEEAD4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 y="799"/>
              <a:ext cx="672" cy="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42" name="AutoShape 7">
              <a:extLst>
                <a:ext uri="{FF2B5EF4-FFF2-40B4-BE49-F238E27FC236}">
                  <a16:creationId xmlns:a16="http://schemas.microsoft.com/office/drawing/2014/main" id="{F922A9A4-B73B-4CBA-B1B2-50D7BE76B866}"/>
                </a:ext>
              </a:extLst>
            </p:cNvPr>
            <p:cNvSpPr>
              <a:spLocks noChangeAspect="1" noChangeArrowheads="1"/>
            </p:cNvSpPr>
            <p:nvPr/>
          </p:nvSpPr>
          <p:spPr bwMode="auto">
            <a:xfrm>
              <a:off x="3642" y="1017"/>
              <a:ext cx="798" cy="508"/>
            </a:xfrm>
            <a:prstGeom prst="cube">
              <a:avLst>
                <a:gd name="adj" fmla="val 25000"/>
              </a:avLst>
            </a:prstGeom>
            <a:solidFill>
              <a:schemeClr val="accent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endParaRPr lang="fr-FR" altLang="fr-FR" sz="4667">
                <a:latin typeface="Times" panose="02020603050405020304" pitchFamily="18" charset="0"/>
              </a:endParaRPr>
            </a:p>
          </p:txBody>
        </p:sp>
        <p:pic>
          <p:nvPicPr>
            <p:cNvPr id="48143" name="Picture 8" descr="head_brain_transparent_lookleft">
              <a:extLst>
                <a:ext uri="{FF2B5EF4-FFF2-40B4-BE49-F238E27FC236}">
                  <a16:creationId xmlns:a16="http://schemas.microsoft.com/office/drawing/2014/main" id="{4EC3FF17-2691-482E-92DA-7384D4FEB5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6" y="799"/>
              <a:ext cx="672" cy="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44" name="Line 9">
              <a:extLst>
                <a:ext uri="{FF2B5EF4-FFF2-40B4-BE49-F238E27FC236}">
                  <a16:creationId xmlns:a16="http://schemas.microsoft.com/office/drawing/2014/main" id="{754D6BA4-DB45-44B2-B15F-B16F484264E2}"/>
                </a:ext>
              </a:extLst>
            </p:cNvPr>
            <p:cNvSpPr>
              <a:spLocks noChangeAspect="1" noChangeShapeType="1"/>
            </p:cNvSpPr>
            <p:nvPr/>
          </p:nvSpPr>
          <p:spPr bwMode="auto">
            <a:xfrm>
              <a:off x="3189" y="1298"/>
              <a:ext cx="363"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48145" name="Line 10">
              <a:extLst>
                <a:ext uri="{FF2B5EF4-FFF2-40B4-BE49-F238E27FC236}">
                  <a16:creationId xmlns:a16="http://schemas.microsoft.com/office/drawing/2014/main" id="{34E367F7-8008-49F8-ABE3-CD3183F863AA}"/>
                </a:ext>
              </a:extLst>
            </p:cNvPr>
            <p:cNvSpPr>
              <a:spLocks noChangeAspect="1" noChangeShapeType="1"/>
            </p:cNvSpPr>
            <p:nvPr/>
          </p:nvSpPr>
          <p:spPr bwMode="auto">
            <a:xfrm>
              <a:off x="4549" y="1298"/>
              <a:ext cx="363"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48146" name="Text Box 11">
              <a:extLst>
                <a:ext uri="{FF2B5EF4-FFF2-40B4-BE49-F238E27FC236}">
                  <a16:creationId xmlns:a16="http://schemas.microsoft.com/office/drawing/2014/main" id="{44569AAC-EF90-445D-94D7-13526F51E749}"/>
                </a:ext>
              </a:extLst>
            </p:cNvPr>
            <p:cNvSpPr txBox="1">
              <a:spLocks noChangeAspect="1" noChangeArrowheads="1"/>
            </p:cNvSpPr>
            <p:nvPr/>
          </p:nvSpPr>
          <p:spPr bwMode="auto">
            <a:xfrm>
              <a:off x="3642" y="1148"/>
              <a:ext cx="677"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US" altLang="fr-FR" sz="1400">
                  <a:solidFill>
                    <a:schemeClr val="tx1"/>
                  </a:solidFill>
                  <a:latin typeface="Calibri" panose="020F0502020204030204" pitchFamily="34" charset="0"/>
                </a:rPr>
                <a:t>Test</a:t>
              </a:r>
            </a:p>
            <a:p>
              <a:pPr algn="ctr"/>
              <a:r>
                <a:rPr lang="en-US" altLang="fr-FR" sz="1400">
                  <a:solidFill>
                    <a:schemeClr val="tx1"/>
                  </a:solidFill>
                  <a:latin typeface="Calibri" panose="020F0502020204030204" pitchFamily="34" charset="0"/>
                </a:rPr>
                <a:t>Uitschrijven</a:t>
              </a:r>
              <a:endParaRPr lang="nl-NL" altLang="fr-FR" sz="1400">
                <a:solidFill>
                  <a:schemeClr val="tx1"/>
                </a:solidFill>
                <a:latin typeface="Calibri" panose="020F0502020204030204" pitchFamily="34" charset="0"/>
              </a:endParaRPr>
            </a:p>
          </p:txBody>
        </p:sp>
      </p:grpSp>
      <p:grpSp>
        <p:nvGrpSpPr>
          <p:cNvPr id="8" name="Group 7">
            <a:extLst>
              <a:ext uri="{FF2B5EF4-FFF2-40B4-BE49-F238E27FC236}">
                <a16:creationId xmlns:a16="http://schemas.microsoft.com/office/drawing/2014/main" id="{85433E88-E21D-4E7C-9994-04EB8DF5B961}"/>
              </a:ext>
            </a:extLst>
          </p:cNvPr>
          <p:cNvGrpSpPr/>
          <p:nvPr/>
        </p:nvGrpSpPr>
        <p:grpSpPr>
          <a:xfrm>
            <a:off x="5383390" y="3409598"/>
            <a:ext cx="3584222" cy="2561166"/>
            <a:chOff x="5383390" y="3409598"/>
            <a:chExt cx="3584222" cy="2561166"/>
          </a:xfrm>
        </p:grpSpPr>
        <p:pic>
          <p:nvPicPr>
            <p:cNvPr id="48134" name="Picture 25" descr="head_brain_transparent_lookleft">
              <a:extLst>
                <a:ext uri="{FF2B5EF4-FFF2-40B4-BE49-F238E27FC236}">
                  <a16:creationId xmlns:a16="http://schemas.microsoft.com/office/drawing/2014/main" id="{DC632430-B486-4D59-B082-1DDD017E88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3390" y="4437944"/>
              <a:ext cx="1185333" cy="1532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5" name="AutoShape 26">
              <a:extLst>
                <a:ext uri="{FF2B5EF4-FFF2-40B4-BE49-F238E27FC236}">
                  <a16:creationId xmlns:a16="http://schemas.microsoft.com/office/drawing/2014/main" id="{E3B53877-CAD3-4FCA-A26B-72EF00173920}"/>
                </a:ext>
              </a:extLst>
            </p:cNvPr>
            <p:cNvSpPr>
              <a:spLocks noChangeAspect="1" noChangeArrowheads="1"/>
            </p:cNvSpPr>
            <p:nvPr/>
          </p:nvSpPr>
          <p:spPr bwMode="auto">
            <a:xfrm>
              <a:off x="7560029" y="4755444"/>
              <a:ext cx="1407583" cy="896056"/>
            </a:xfrm>
            <a:prstGeom prst="cube">
              <a:avLst>
                <a:gd name="adj" fmla="val 25000"/>
              </a:avLst>
            </a:prstGeom>
            <a:solidFill>
              <a:schemeClr val="accent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endParaRPr lang="fr-FR" altLang="fr-FR" sz="4667">
                <a:latin typeface="Times" panose="02020603050405020304" pitchFamily="18" charset="0"/>
              </a:endParaRPr>
            </a:p>
          </p:txBody>
        </p:sp>
        <p:sp>
          <p:nvSpPr>
            <p:cNvPr id="48136" name="Text Box 30">
              <a:extLst>
                <a:ext uri="{FF2B5EF4-FFF2-40B4-BE49-F238E27FC236}">
                  <a16:creationId xmlns:a16="http://schemas.microsoft.com/office/drawing/2014/main" id="{345F3681-6E85-4E00-9F03-C043BF5071EF}"/>
                </a:ext>
              </a:extLst>
            </p:cNvPr>
            <p:cNvSpPr txBox="1">
              <a:spLocks noChangeAspect="1" noChangeArrowheads="1"/>
            </p:cNvSpPr>
            <p:nvPr/>
          </p:nvSpPr>
          <p:spPr bwMode="auto">
            <a:xfrm>
              <a:off x="7560028" y="5050014"/>
              <a:ext cx="1092158" cy="43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r>
                <a:rPr lang="en-US" altLang="fr-FR" sz="2222">
                  <a:solidFill>
                    <a:schemeClr val="tx1"/>
                  </a:solidFill>
                  <a:latin typeface="Calibri" panose="020F0502020204030204" pitchFamily="34" charset="0"/>
                </a:rPr>
                <a:t>Product</a:t>
              </a:r>
              <a:endParaRPr lang="nl-NL" altLang="fr-FR" sz="2222">
                <a:solidFill>
                  <a:schemeClr val="tx1"/>
                </a:solidFill>
                <a:latin typeface="Calibri" panose="020F0502020204030204" pitchFamily="34" charset="0"/>
              </a:endParaRPr>
            </a:p>
          </p:txBody>
        </p:sp>
        <p:sp>
          <p:nvSpPr>
            <p:cNvPr id="48137" name="Line 32">
              <a:extLst>
                <a:ext uri="{FF2B5EF4-FFF2-40B4-BE49-F238E27FC236}">
                  <a16:creationId xmlns:a16="http://schemas.microsoft.com/office/drawing/2014/main" id="{BBD4E470-5E24-4251-9C3E-91FF15509B7B}"/>
                </a:ext>
              </a:extLst>
            </p:cNvPr>
            <p:cNvSpPr>
              <a:spLocks noChangeAspect="1" noChangeShapeType="1"/>
            </p:cNvSpPr>
            <p:nvPr/>
          </p:nvSpPr>
          <p:spPr bwMode="auto">
            <a:xfrm>
              <a:off x="6727473" y="5171722"/>
              <a:ext cx="640292"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48138" name="Line 33">
              <a:extLst>
                <a:ext uri="{FF2B5EF4-FFF2-40B4-BE49-F238E27FC236}">
                  <a16:creationId xmlns:a16="http://schemas.microsoft.com/office/drawing/2014/main" id="{8965581A-CB92-46BF-93C0-64F4B686CCD5}"/>
                </a:ext>
              </a:extLst>
            </p:cNvPr>
            <p:cNvSpPr>
              <a:spLocks noChangeAspect="1" noChangeShapeType="1"/>
            </p:cNvSpPr>
            <p:nvPr/>
          </p:nvSpPr>
          <p:spPr bwMode="auto">
            <a:xfrm flipH="1">
              <a:off x="6727473" y="5411611"/>
              <a:ext cx="560917"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2043940" name="AutoShape 36">
              <a:extLst>
                <a:ext uri="{FF2B5EF4-FFF2-40B4-BE49-F238E27FC236}">
                  <a16:creationId xmlns:a16="http://schemas.microsoft.com/office/drawing/2014/main" id="{F2813EA2-0B8B-4BA4-A934-026708E961E4}"/>
                </a:ext>
              </a:extLst>
            </p:cNvPr>
            <p:cNvSpPr>
              <a:spLocks noChangeArrowheads="1"/>
            </p:cNvSpPr>
            <p:nvPr/>
          </p:nvSpPr>
          <p:spPr bwMode="auto">
            <a:xfrm>
              <a:off x="6663973" y="3409598"/>
              <a:ext cx="1760361" cy="1121833"/>
            </a:xfrm>
            <a:prstGeom prst="cloudCallout">
              <a:avLst>
                <a:gd name="adj1" fmla="val -45190"/>
                <a:gd name="adj2" fmla="val 81287"/>
              </a:avLst>
            </a:prstGeom>
            <a:solidFill>
              <a:srgbClr val="99CCFF"/>
            </a:solidFill>
            <a:ln w="9525">
              <a:solidFill>
                <a:schemeClr val="tx1"/>
              </a:solidFill>
              <a:round/>
              <a:headEnd/>
              <a:tailEnd/>
            </a:ln>
            <a:effectLst>
              <a:outerShdw blurRad="63500" dist="107763" dir="2700000" algn="ctr" rotWithShape="0">
                <a:schemeClr val="bg2">
                  <a:alpha val="50000"/>
                </a:schemeClr>
              </a:outerShdw>
            </a:effectLst>
          </p:spPr>
          <p:txBody>
            <a:bodyPr/>
            <a:lstStyle/>
            <a:p>
              <a:pPr algn="ctr">
                <a:defRPr/>
              </a:pPr>
              <a:r>
                <a:rPr lang="en-US" sz="2222">
                  <a:latin typeface="Calibri"/>
                  <a:ea typeface="MS PGothic" charset="0"/>
                  <a:cs typeface="Calibri"/>
                </a:rPr>
                <a:t>Test ideeën</a:t>
              </a:r>
              <a:endParaRPr lang="nl-NL" sz="2222" dirty="0">
                <a:latin typeface="Calibri"/>
                <a:ea typeface="MS PGothic" charset="0"/>
                <a:cs typeface="Calibri"/>
              </a:endParaRPr>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0E078747-8809-4F0B-94FF-B8D289D9FBCC}"/>
              </a:ext>
            </a:extLst>
          </p:cNvPr>
          <p:cNvSpPr>
            <a:spLocks noGrp="1" noChangeArrowheads="1"/>
          </p:cNvSpPr>
          <p:nvPr>
            <p:ph type="title"/>
          </p:nvPr>
        </p:nvSpPr>
        <p:spPr/>
        <p:txBody>
          <a:bodyPr/>
          <a:lstStyle/>
          <a:p>
            <a:r>
              <a:rPr lang="en-US" altLang="fr-FR"/>
              <a:t>Tegenstrijdige aanpakken</a:t>
            </a:r>
            <a:endParaRPr lang="nl-NL" altLang="fr-FR"/>
          </a:p>
        </p:txBody>
      </p:sp>
      <p:sp>
        <p:nvSpPr>
          <p:cNvPr id="5" name="Text Placeholder 4">
            <a:extLst>
              <a:ext uri="{FF2B5EF4-FFF2-40B4-BE49-F238E27FC236}">
                <a16:creationId xmlns:a16="http://schemas.microsoft.com/office/drawing/2014/main" id="{BA73AB86-DDDA-4B6F-A382-62CCC685DF5C}"/>
              </a:ext>
            </a:extLst>
          </p:cNvPr>
          <p:cNvSpPr>
            <a:spLocks noGrp="1"/>
          </p:cNvSpPr>
          <p:nvPr>
            <p:ph type="body" sz="quarter" idx="10"/>
          </p:nvPr>
        </p:nvSpPr>
        <p:spPr>
          <a:xfrm>
            <a:off x="431800" y="1433513"/>
            <a:ext cx="4362278" cy="5184775"/>
          </a:xfrm>
        </p:spPr>
        <p:txBody>
          <a:bodyPr/>
          <a:lstStyle/>
          <a:p>
            <a:pPr lvl="1"/>
            <a:r>
              <a:rPr lang="en-US" altLang="fr-FR"/>
              <a:t>In testen uitschrijven, krijg je het effect van een voorbereide speech, of het lezen van muzieknoten. Het is een soort begeleiden van vooraf uitgedachte scenario’s.</a:t>
            </a:r>
          </a:p>
          <a:p>
            <a:pPr lvl="1"/>
            <a:endParaRPr lang="en-US" altLang="fr-FR"/>
          </a:p>
          <a:p>
            <a:pPr lvl="1"/>
            <a:r>
              <a:rPr lang="en-US" altLang="fr-FR"/>
              <a:t>In verkennend testen is het een conversatie hebben, of ge speelt jazz. Het is een gestructureerd begeleiden.</a:t>
            </a:r>
          </a:p>
          <a:p>
            <a:pPr lvl="1"/>
            <a:endParaRPr lang="en-US" altLang="fr-FR"/>
          </a:p>
          <a:p>
            <a:pPr lvl="1"/>
            <a:r>
              <a:rPr lang="nl-NL" altLang="fr-FR"/>
              <a:t>In Ad hoc testen, doe je maar wat.</a:t>
            </a:r>
          </a:p>
          <a:p>
            <a:endParaRPr lang="en-US"/>
          </a:p>
        </p:txBody>
      </p:sp>
      <p:grpSp>
        <p:nvGrpSpPr>
          <p:cNvPr id="21" name="Group 3">
            <a:extLst>
              <a:ext uri="{FF2B5EF4-FFF2-40B4-BE49-F238E27FC236}">
                <a16:creationId xmlns:a16="http://schemas.microsoft.com/office/drawing/2014/main" id="{A7F021FE-3329-46F1-8979-7A10B40B3452}"/>
              </a:ext>
            </a:extLst>
          </p:cNvPr>
          <p:cNvGrpSpPr>
            <a:grpSpLocks/>
          </p:cNvGrpSpPr>
          <p:nvPr/>
        </p:nvGrpSpPr>
        <p:grpSpPr bwMode="auto">
          <a:xfrm>
            <a:off x="4935984" y="1649236"/>
            <a:ext cx="5008822" cy="1292931"/>
            <a:chOff x="2426" y="799"/>
            <a:chExt cx="3212" cy="869"/>
          </a:xfrm>
        </p:grpSpPr>
        <p:pic>
          <p:nvPicPr>
            <p:cNvPr id="22" name="Picture 6" descr="head_brain_transparent_lookleft">
              <a:extLst>
                <a:ext uri="{FF2B5EF4-FFF2-40B4-BE49-F238E27FC236}">
                  <a16:creationId xmlns:a16="http://schemas.microsoft.com/office/drawing/2014/main" id="{387D1252-31FD-4E25-88B6-204EB1CA04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 y="799"/>
              <a:ext cx="672" cy="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AutoShape 7">
              <a:extLst>
                <a:ext uri="{FF2B5EF4-FFF2-40B4-BE49-F238E27FC236}">
                  <a16:creationId xmlns:a16="http://schemas.microsoft.com/office/drawing/2014/main" id="{B2F9A0B2-FF88-46D0-A2CB-029CA7827D12}"/>
                </a:ext>
              </a:extLst>
            </p:cNvPr>
            <p:cNvSpPr>
              <a:spLocks noChangeAspect="1" noChangeArrowheads="1"/>
            </p:cNvSpPr>
            <p:nvPr/>
          </p:nvSpPr>
          <p:spPr bwMode="auto">
            <a:xfrm>
              <a:off x="3642" y="1017"/>
              <a:ext cx="798" cy="508"/>
            </a:xfrm>
            <a:prstGeom prst="cube">
              <a:avLst>
                <a:gd name="adj" fmla="val 25000"/>
              </a:avLst>
            </a:prstGeom>
            <a:solidFill>
              <a:schemeClr val="accent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endParaRPr lang="fr-FR" altLang="fr-FR" sz="4667">
                <a:latin typeface="Times" panose="02020603050405020304" pitchFamily="18" charset="0"/>
              </a:endParaRPr>
            </a:p>
          </p:txBody>
        </p:sp>
        <p:pic>
          <p:nvPicPr>
            <p:cNvPr id="24" name="Picture 8" descr="head_brain_transparent_lookleft">
              <a:extLst>
                <a:ext uri="{FF2B5EF4-FFF2-40B4-BE49-F238E27FC236}">
                  <a16:creationId xmlns:a16="http://schemas.microsoft.com/office/drawing/2014/main" id="{05378F55-503B-4770-9DCB-C550B1DD0F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6" y="799"/>
              <a:ext cx="672" cy="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Line 9">
              <a:extLst>
                <a:ext uri="{FF2B5EF4-FFF2-40B4-BE49-F238E27FC236}">
                  <a16:creationId xmlns:a16="http://schemas.microsoft.com/office/drawing/2014/main" id="{2A17AA63-3C63-4A74-B273-116CB8675DDC}"/>
                </a:ext>
              </a:extLst>
            </p:cNvPr>
            <p:cNvSpPr>
              <a:spLocks noChangeAspect="1" noChangeShapeType="1"/>
            </p:cNvSpPr>
            <p:nvPr/>
          </p:nvSpPr>
          <p:spPr bwMode="auto">
            <a:xfrm>
              <a:off x="3189" y="1298"/>
              <a:ext cx="363"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26" name="Line 10">
              <a:extLst>
                <a:ext uri="{FF2B5EF4-FFF2-40B4-BE49-F238E27FC236}">
                  <a16:creationId xmlns:a16="http://schemas.microsoft.com/office/drawing/2014/main" id="{90BF1473-1070-45EB-A8ED-EA7CF1C6F00E}"/>
                </a:ext>
              </a:extLst>
            </p:cNvPr>
            <p:cNvSpPr>
              <a:spLocks noChangeAspect="1" noChangeShapeType="1"/>
            </p:cNvSpPr>
            <p:nvPr/>
          </p:nvSpPr>
          <p:spPr bwMode="auto">
            <a:xfrm>
              <a:off x="4549" y="1298"/>
              <a:ext cx="363"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27" name="Text Box 11">
              <a:extLst>
                <a:ext uri="{FF2B5EF4-FFF2-40B4-BE49-F238E27FC236}">
                  <a16:creationId xmlns:a16="http://schemas.microsoft.com/office/drawing/2014/main" id="{2FA62FE2-B766-40C6-9158-D5F13FCC5B70}"/>
                </a:ext>
              </a:extLst>
            </p:cNvPr>
            <p:cNvSpPr txBox="1">
              <a:spLocks noChangeAspect="1" noChangeArrowheads="1"/>
            </p:cNvSpPr>
            <p:nvPr/>
          </p:nvSpPr>
          <p:spPr bwMode="auto">
            <a:xfrm>
              <a:off x="3642" y="1148"/>
              <a:ext cx="677"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US" altLang="fr-FR" sz="1400">
                  <a:solidFill>
                    <a:schemeClr val="tx1"/>
                  </a:solidFill>
                  <a:latin typeface="Calibri" panose="020F0502020204030204" pitchFamily="34" charset="0"/>
                </a:rPr>
                <a:t>Test</a:t>
              </a:r>
            </a:p>
            <a:p>
              <a:pPr algn="ctr"/>
              <a:r>
                <a:rPr lang="en-US" altLang="fr-FR" sz="1400">
                  <a:solidFill>
                    <a:schemeClr val="tx1"/>
                  </a:solidFill>
                  <a:latin typeface="Calibri" panose="020F0502020204030204" pitchFamily="34" charset="0"/>
                </a:rPr>
                <a:t>Uitschrijven</a:t>
              </a:r>
              <a:endParaRPr lang="nl-NL" altLang="fr-FR" sz="1400">
                <a:solidFill>
                  <a:schemeClr val="tx1"/>
                </a:solidFill>
                <a:latin typeface="Calibri" panose="020F0502020204030204" pitchFamily="34" charset="0"/>
              </a:endParaRPr>
            </a:p>
          </p:txBody>
        </p:sp>
      </p:grpSp>
      <p:grpSp>
        <p:nvGrpSpPr>
          <p:cNvPr id="28" name="Group 27">
            <a:extLst>
              <a:ext uri="{FF2B5EF4-FFF2-40B4-BE49-F238E27FC236}">
                <a16:creationId xmlns:a16="http://schemas.microsoft.com/office/drawing/2014/main" id="{52A5500E-264F-49F9-BE86-5C5AEA935AA0}"/>
              </a:ext>
            </a:extLst>
          </p:cNvPr>
          <p:cNvGrpSpPr/>
          <p:nvPr/>
        </p:nvGrpSpPr>
        <p:grpSpPr>
          <a:xfrm>
            <a:off x="5383390" y="3409598"/>
            <a:ext cx="3584222" cy="2561166"/>
            <a:chOff x="5383390" y="3409598"/>
            <a:chExt cx="3584222" cy="2561166"/>
          </a:xfrm>
        </p:grpSpPr>
        <p:pic>
          <p:nvPicPr>
            <p:cNvPr id="29" name="Picture 25" descr="head_brain_transparent_lookleft">
              <a:extLst>
                <a:ext uri="{FF2B5EF4-FFF2-40B4-BE49-F238E27FC236}">
                  <a16:creationId xmlns:a16="http://schemas.microsoft.com/office/drawing/2014/main" id="{F7E3A3D1-1BC2-42D6-90BB-7A09DA2EA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3390" y="4437944"/>
              <a:ext cx="1185333" cy="1532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AutoShape 26">
              <a:extLst>
                <a:ext uri="{FF2B5EF4-FFF2-40B4-BE49-F238E27FC236}">
                  <a16:creationId xmlns:a16="http://schemas.microsoft.com/office/drawing/2014/main" id="{F8FBD14F-1F14-4E0C-A43D-7746A0041C9D}"/>
                </a:ext>
              </a:extLst>
            </p:cNvPr>
            <p:cNvSpPr>
              <a:spLocks noChangeAspect="1" noChangeArrowheads="1"/>
            </p:cNvSpPr>
            <p:nvPr/>
          </p:nvSpPr>
          <p:spPr bwMode="auto">
            <a:xfrm>
              <a:off x="7560029" y="4755444"/>
              <a:ext cx="1407583" cy="896056"/>
            </a:xfrm>
            <a:prstGeom prst="cube">
              <a:avLst>
                <a:gd name="adj" fmla="val 25000"/>
              </a:avLst>
            </a:prstGeom>
            <a:solidFill>
              <a:schemeClr val="accent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endParaRPr lang="fr-FR" altLang="fr-FR" sz="4667">
                <a:latin typeface="Times" panose="02020603050405020304" pitchFamily="18" charset="0"/>
              </a:endParaRPr>
            </a:p>
          </p:txBody>
        </p:sp>
        <p:sp>
          <p:nvSpPr>
            <p:cNvPr id="31" name="Text Box 30">
              <a:extLst>
                <a:ext uri="{FF2B5EF4-FFF2-40B4-BE49-F238E27FC236}">
                  <a16:creationId xmlns:a16="http://schemas.microsoft.com/office/drawing/2014/main" id="{E4E422D4-6623-4197-BEFA-E1272D6955DD}"/>
                </a:ext>
              </a:extLst>
            </p:cNvPr>
            <p:cNvSpPr txBox="1">
              <a:spLocks noChangeAspect="1" noChangeArrowheads="1"/>
            </p:cNvSpPr>
            <p:nvPr/>
          </p:nvSpPr>
          <p:spPr bwMode="auto">
            <a:xfrm>
              <a:off x="7560028" y="5050014"/>
              <a:ext cx="1092158" cy="43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r>
                <a:rPr lang="en-US" altLang="fr-FR" sz="2222">
                  <a:solidFill>
                    <a:schemeClr val="tx1"/>
                  </a:solidFill>
                  <a:latin typeface="Calibri" panose="020F0502020204030204" pitchFamily="34" charset="0"/>
                </a:rPr>
                <a:t>Product</a:t>
              </a:r>
              <a:endParaRPr lang="nl-NL" altLang="fr-FR" sz="2222">
                <a:solidFill>
                  <a:schemeClr val="tx1"/>
                </a:solidFill>
                <a:latin typeface="Calibri" panose="020F0502020204030204" pitchFamily="34" charset="0"/>
              </a:endParaRPr>
            </a:p>
          </p:txBody>
        </p:sp>
        <p:sp>
          <p:nvSpPr>
            <p:cNvPr id="32" name="Line 32">
              <a:extLst>
                <a:ext uri="{FF2B5EF4-FFF2-40B4-BE49-F238E27FC236}">
                  <a16:creationId xmlns:a16="http://schemas.microsoft.com/office/drawing/2014/main" id="{DD245F5C-65D2-436C-BF62-36024AF5E70F}"/>
                </a:ext>
              </a:extLst>
            </p:cNvPr>
            <p:cNvSpPr>
              <a:spLocks noChangeAspect="1" noChangeShapeType="1"/>
            </p:cNvSpPr>
            <p:nvPr/>
          </p:nvSpPr>
          <p:spPr bwMode="auto">
            <a:xfrm>
              <a:off x="6727473" y="5171722"/>
              <a:ext cx="640292"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33" name="Line 33">
              <a:extLst>
                <a:ext uri="{FF2B5EF4-FFF2-40B4-BE49-F238E27FC236}">
                  <a16:creationId xmlns:a16="http://schemas.microsoft.com/office/drawing/2014/main" id="{54F8E66C-8434-458F-8E06-000CECCBBCAE}"/>
                </a:ext>
              </a:extLst>
            </p:cNvPr>
            <p:cNvSpPr>
              <a:spLocks noChangeAspect="1" noChangeShapeType="1"/>
            </p:cNvSpPr>
            <p:nvPr/>
          </p:nvSpPr>
          <p:spPr bwMode="auto">
            <a:xfrm flipH="1">
              <a:off x="6727473" y="5411611"/>
              <a:ext cx="560917"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34" name="AutoShape 36">
              <a:extLst>
                <a:ext uri="{FF2B5EF4-FFF2-40B4-BE49-F238E27FC236}">
                  <a16:creationId xmlns:a16="http://schemas.microsoft.com/office/drawing/2014/main" id="{779A86C5-239F-458C-8EF5-F57CCC277C7F}"/>
                </a:ext>
              </a:extLst>
            </p:cNvPr>
            <p:cNvSpPr>
              <a:spLocks noChangeArrowheads="1"/>
            </p:cNvSpPr>
            <p:nvPr/>
          </p:nvSpPr>
          <p:spPr bwMode="auto">
            <a:xfrm>
              <a:off x="6663973" y="3409598"/>
              <a:ext cx="1760361" cy="1121833"/>
            </a:xfrm>
            <a:prstGeom prst="cloudCallout">
              <a:avLst>
                <a:gd name="adj1" fmla="val -45190"/>
                <a:gd name="adj2" fmla="val 81287"/>
              </a:avLst>
            </a:prstGeom>
            <a:solidFill>
              <a:srgbClr val="99CCFF"/>
            </a:solidFill>
            <a:ln w="9525">
              <a:solidFill>
                <a:schemeClr val="tx1"/>
              </a:solidFill>
              <a:round/>
              <a:headEnd/>
              <a:tailEnd/>
            </a:ln>
            <a:effectLst>
              <a:outerShdw blurRad="63500" dist="107763" dir="2700000" algn="ctr" rotWithShape="0">
                <a:schemeClr val="bg2">
                  <a:alpha val="50000"/>
                </a:schemeClr>
              </a:outerShdw>
            </a:effectLst>
          </p:spPr>
          <p:txBody>
            <a:bodyPr/>
            <a:lstStyle/>
            <a:p>
              <a:pPr algn="ctr">
                <a:defRPr/>
              </a:pPr>
              <a:r>
                <a:rPr lang="en-US" sz="2222">
                  <a:latin typeface="Calibri"/>
                  <a:ea typeface="MS PGothic" charset="0"/>
                  <a:cs typeface="Calibri"/>
                </a:rPr>
                <a:t>Test ideeën</a:t>
              </a:r>
              <a:endParaRPr lang="nl-NL" sz="2222" dirty="0">
                <a:latin typeface="Calibri"/>
                <a:ea typeface="MS PGothic" charset="0"/>
                <a:cs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0E078747-8809-4F0B-94FF-B8D289D9FBCC}"/>
              </a:ext>
            </a:extLst>
          </p:cNvPr>
          <p:cNvSpPr>
            <a:spLocks noGrp="1" noChangeArrowheads="1"/>
          </p:cNvSpPr>
          <p:nvPr>
            <p:ph type="title"/>
          </p:nvPr>
        </p:nvSpPr>
        <p:spPr/>
        <p:txBody>
          <a:bodyPr/>
          <a:lstStyle/>
          <a:p>
            <a:r>
              <a:rPr lang="en-US" altLang="fr-FR"/>
              <a:t>Tegenstrijdige aanpakken</a:t>
            </a:r>
            <a:endParaRPr lang="nl-NL" altLang="fr-FR"/>
          </a:p>
        </p:txBody>
      </p:sp>
      <p:sp>
        <p:nvSpPr>
          <p:cNvPr id="5" name="Text Placeholder 4">
            <a:extLst>
              <a:ext uri="{FF2B5EF4-FFF2-40B4-BE49-F238E27FC236}">
                <a16:creationId xmlns:a16="http://schemas.microsoft.com/office/drawing/2014/main" id="{BA73AB86-DDDA-4B6F-A382-62CCC685DF5C}"/>
              </a:ext>
            </a:extLst>
          </p:cNvPr>
          <p:cNvSpPr>
            <a:spLocks noGrp="1"/>
          </p:cNvSpPr>
          <p:nvPr>
            <p:ph type="body" sz="quarter" idx="10"/>
          </p:nvPr>
        </p:nvSpPr>
        <p:spPr>
          <a:xfrm>
            <a:off x="431800" y="1433513"/>
            <a:ext cx="4311921" cy="5184775"/>
          </a:xfrm>
        </p:spPr>
        <p:txBody>
          <a:bodyPr/>
          <a:lstStyle/>
          <a:p>
            <a:pPr lvl="1"/>
            <a:r>
              <a:rPr lang="en-US" altLang="fr-FR"/>
              <a:t>In testen uitschrijven, benadruk je beslissingen en wie verantwoordelijk is.</a:t>
            </a:r>
          </a:p>
          <a:p>
            <a:pPr lvl="1"/>
            <a:endParaRPr lang="en-US" altLang="fr-FR"/>
          </a:p>
          <a:p>
            <a:pPr lvl="1"/>
            <a:r>
              <a:rPr lang="en-US" altLang="fr-FR"/>
              <a:t>In verkennend testen benadruk je het product leren en aanpasbaarheid.</a:t>
            </a:r>
          </a:p>
          <a:p>
            <a:pPr lvl="1"/>
            <a:endParaRPr lang="nl-NL" altLang="fr-FR"/>
          </a:p>
          <a:p>
            <a:pPr lvl="1"/>
            <a:r>
              <a:rPr lang="nl-NL" altLang="fr-FR"/>
              <a:t>In Ad hoc testen, doe je maar wat.</a:t>
            </a:r>
          </a:p>
          <a:p>
            <a:endParaRPr lang="en-US"/>
          </a:p>
        </p:txBody>
      </p:sp>
      <p:grpSp>
        <p:nvGrpSpPr>
          <p:cNvPr id="21" name="Group 3">
            <a:extLst>
              <a:ext uri="{FF2B5EF4-FFF2-40B4-BE49-F238E27FC236}">
                <a16:creationId xmlns:a16="http://schemas.microsoft.com/office/drawing/2014/main" id="{A7F021FE-3329-46F1-8979-7A10B40B3452}"/>
              </a:ext>
            </a:extLst>
          </p:cNvPr>
          <p:cNvGrpSpPr>
            <a:grpSpLocks/>
          </p:cNvGrpSpPr>
          <p:nvPr/>
        </p:nvGrpSpPr>
        <p:grpSpPr bwMode="auto">
          <a:xfrm>
            <a:off x="4935984" y="1649236"/>
            <a:ext cx="5008822" cy="1292931"/>
            <a:chOff x="2426" y="799"/>
            <a:chExt cx="3212" cy="869"/>
          </a:xfrm>
        </p:grpSpPr>
        <p:pic>
          <p:nvPicPr>
            <p:cNvPr id="22" name="Picture 6" descr="head_brain_transparent_lookleft">
              <a:extLst>
                <a:ext uri="{FF2B5EF4-FFF2-40B4-BE49-F238E27FC236}">
                  <a16:creationId xmlns:a16="http://schemas.microsoft.com/office/drawing/2014/main" id="{387D1252-31FD-4E25-88B6-204EB1CA04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6" y="799"/>
              <a:ext cx="672" cy="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AutoShape 7">
              <a:extLst>
                <a:ext uri="{FF2B5EF4-FFF2-40B4-BE49-F238E27FC236}">
                  <a16:creationId xmlns:a16="http://schemas.microsoft.com/office/drawing/2014/main" id="{B2F9A0B2-FF88-46D0-A2CB-029CA7827D12}"/>
                </a:ext>
              </a:extLst>
            </p:cNvPr>
            <p:cNvSpPr>
              <a:spLocks noChangeAspect="1" noChangeArrowheads="1"/>
            </p:cNvSpPr>
            <p:nvPr/>
          </p:nvSpPr>
          <p:spPr bwMode="auto">
            <a:xfrm>
              <a:off x="3642" y="1017"/>
              <a:ext cx="798" cy="508"/>
            </a:xfrm>
            <a:prstGeom prst="cube">
              <a:avLst>
                <a:gd name="adj" fmla="val 25000"/>
              </a:avLst>
            </a:prstGeom>
            <a:solidFill>
              <a:schemeClr val="accent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endParaRPr lang="fr-FR" altLang="fr-FR" sz="4667">
                <a:latin typeface="Times" panose="02020603050405020304" pitchFamily="18" charset="0"/>
              </a:endParaRPr>
            </a:p>
          </p:txBody>
        </p:sp>
        <p:pic>
          <p:nvPicPr>
            <p:cNvPr id="24" name="Picture 8" descr="head_brain_transparent_lookleft">
              <a:extLst>
                <a:ext uri="{FF2B5EF4-FFF2-40B4-BE49-F238E27FC236}">
                  <a16:creationId xmlns:a16="http://schemas.microsoft.com/office/drawing/2014/main" id="{05378F55-503B-4770-9DCB-C550B1DD0F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6" y="799"/>
              <a:ext cx="672" cy="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Line 9">
              <a:extLst>
                <a:ext uri="{FF2B5EF4-FFF2-40B4-BE49-F238E27FC236}">
                  <a16:creationId xmlns:a16="http://schemas.microsoft.com/office/drawing/2014/main" id="{2A17AA63-3C63-4A74-B273-116CB8675DDC}"/>
                </a:ext>
              </a:extLst>
            </p:cNvPr>
            <p:cNvSpPr>
              <a:spLocks noChangeAspect="1" noChangeShapeType="1"/>
            </p:cNvSpPr>
            <p:nvPr/>
          </p:nvSpPr>
          <p:spPr bwMode="auto">
            <a:xfrm>
              <a:off x="3189" y="1298"/>
              <a:ext cx="363"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26" name="Line 10">
              <a:extLst>
                <a:ext uri="{FF2B5EF4-FFF2-40B4-BE49-F238E27FC236}">
                  <a16:creationId xmlns:a16="http://schemas.microsoft.com/office/drawing/2014/main" id="{90BF1473-1070-45EB-A8ED-EA7CF1C6F00E}"/>
                </a:ext>
              </a:extLst>
            </p:cNvPr>
            <p:cNvSpPr>
              <a:spLocks noChangeAspect="1" noChangeShapeType="1"/>
            </p:cNvSpPr>
            <p:nvPr/>
          </p:nvSpPr>
          <p:spPr bwMode="auto">
            <a:xfrm>
              <a:off x="4549" y="1298"/>
              <a:ext cx="363"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27" name="Text Box 11">
              <a:extLst>
                <a:ext uri="{FF2B5EF4-FFF2-40B4-BE49-F238E27FC236}">
                  <a16:creationId xmlns:a16="http://schemas.microsoft.com/office/drawing/2014/main" id="{2FA62FE2-B766-40C6-9158-D5F13FCC5B70}"/>
                </a:ext>
              </a:extLst>
            </p:cNvPr>
            <p:cNvSpPr txBox="1">
              <a:spLocks noChangeAspect="1" noChangeArrowheads="1"/>
            </p:cNvSpPr>
            <p:nvPr/>
          </p:nvSpPr>
          <p:spPr bwMode="auto">
            <a:xfrm>
              <a:off x="3642" y="1148"/>
              <a:ext cx="677"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a:r>
                <a:rPr lang="en-US" altLang="fr-FR" sz="1400">
                  <a:solidFill>
                    <a:schemeClr val="tx1"/>
                  </a:solidFill>
                  <a:latin typeface="Calibri" panose="020F0502020204030204" pitchFamily="34" charset="0"/>
                </a:rPr>
                <a:t>Test</a:t>
              </a:r>
            </a:p>
            <a:p>
              <a:pPr algn="ctr"/>
              <a:r>
                <a:rPr lang="en-US" altLang="fr-FR" sz="1400">
                  <a:solidFill>
                    <a:schemeClr val="tx1"/>
                  </a:solidFill>
                  <a:latin typeface="Calibri" panose="020F0502020204030204" pitchFamily="34" charset="0"/>
                </a:rPr>
                <a:t>Uitschrijven</a:t>
              </a:r>
              <a:endParaRPr lang="nl-NL" altLang="fr-FR" sz="1400">
                <a:solidFill>
                  <a:schemeClr val="tx1"/>
                </a:solidFill>
                <a:latin typeface="Calibri" panose="020F0502020204030204" pitchFamily="34" charset="0"/>
              </a:endParaRPr>
            </a:p>
          </p:txBody>
        </p:sp>
      </p:grpSp>
      <p:grpSp>
        <p:nvGrpSpPr>
          <p:cNvPr id="28" name="Group 27">
            <a:extLst>
              <a:ext uri="{FF2B5EF4-FFF2-40B4-BE49-F238E27FC236}">
                <a16:creationId xmlns:a16="http://schemas.microsoft.com/office/drawing/2014/main" id="{52A5500E-264F-49F9-BE86-5C5AEA935AA0}"/>
              </a:ext>
            </a:extLst>
          </p:cNvPr>
          <p:cNvGrpSpPr/>
          <p:nvPr/>
        </p:nvGrpSpPr>
        <p:grpSpPr>
          <a:xfrm>
            <a:off x="5383390" y="3409598"/>
            <a:ext cx="3584222" cy="2561166"/>
            <a:chOff x="5383390" y="3409598"/>
            <a:chExt cx="3584222" cy="2561166"/>
          </a:xfrm>
        </p:grpSpPr>
        <p:pic>
          <p:nvPicPr>
            <p:cNvPr id="29" name="Picture 25" descr="head_brain_transparent_lookleft">
              <a:extLst>
                <a:ext uri="{FF2B5EF4-FFF2-40B4-BE49-F238E27FC236}">
                  <a16:creationId xmlns:a16="http://schemas.microsoft.com/office/drawing/2014/main" id="{F7E3A3D1-1BC2-42D6-90BB-7A09DA2EA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3390" y="4437944"/>
              <a:ext cx="1185333" cy="1532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AutoShape 26">
              <a:extLst>
                <a:ext uri="{FF2B5EF4-FFF2-40B4-BE49-F238E27FC236}">
                  <a16:creationId xmlns:a16="http://schemas.microsoft.com/office/drawing/2014/main" id="{F8FBD14F-1F14-4E0C-A43D-7746A0041C9D}"/>
                </a:ext>
              </a:extLst>
            </p:cNvPr>
            <p:cNvSpPr>
              <a:spLocks noChangeAspect="1" noChangeArrowheads="1"/>
            </p:cNvSpPr>
            <p:nvPr/>
          </p:nvSpPr>
          <p:spPr bwMode="auto">
            <a:xfrm>
              <a:off x="7560029" y="4755444"/>
              <a:ext cx="1407583" cy="896056"/>
            </a:xfrm>
            <a:prstGeom prst="cube">
              <a:avLst>
                <a:gd name="adj" fmla="val 25000"/>
              </a:avLst>
            </a:prstGeom>
            <a:solidFill>
              <a:schemeClr val="accent1"/>
            </a:solidFill>
            <a:ln w="9525">
              <a:solidFill>
                <a:schemeClr val="tx1"/>
              </a:solid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endParaRPr lang="fr-FR" altLang="fr-FR" sz="4667">
                <a:latin typeface="Times" panose="02020603050405020304" pitchFamily="18" charset="0"/>
              </a:endParaRPr>
            </a:p>
          </p:txBody>
        </p:sp>
        <p:sp>
          <p:nvSpPr>
            <p:cNvPr id="31" name="Text Box 30">
              <a:extLst>
                <a:ext uri="{FF2B5EF4-FFF2-40B4-BE49-F238E27FC236}">
                  <a16:creationId xmlns:a16="http://schemas.microsoft.com/office/drawing/2014/main" id="{E4E422D4-6623-4197-BEFA-E1272D6955DD}"/>
                </a:ext>
              </a:extLst>
            </p:cNvPr>
            <p:cNvSpPr txBox="1">
              <a:spLocks noChangeAspect="1" noChangeArrowheads="1"/>
            </p:cNvSpPr>
            <p:nvPr/>
          </p:nvSpPr>
          <p:spPr bwMode="auto">
            <a:xfrm>
              <a:off x="7560028" y="5050014"/>
              <a:ext cx="1092158" cy="434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r>
                <a:rPr lang="en-US" altLang="fr-FR" sz="2222">
                  <a:solidFill>
                    <a:schemeClr val="tx1"/>
                  </a:solidFill>
                  <a:latin typeface="Calibri" panose="020F0502020204030204" pitchFamily="34" charset="0"/>
                </a:rPr>
                <a:t>Product</a:t>
              </a:r>
              <a:endParaRPr lang="nl-NL" altLang="fr-FR" sz="2222">
                <a:solidFill>
                  <a:schemeClr val="tx1"/>
                </a:solidFill>
                <a:latin typeface="Calibri" panose="020F0502020204030204" pitchFamily="34" charset="0"/>
              </a:endParaRPr>
            </a:p>
          </p:txBody>
        </p:sp>
        <p:sp>
          <p:nvSpPr>
            <p:cNvPr id="32" name="Line 32">
              <a:extLst>
                <a:ext uri="{FF2B5EF4-FFF2-40B4-BE49-F238E27FC236}">
                  <a16:creationId xmlns:a16="http://schemas.microsoft.com/office/drawing/2014/main" id="{DD245F5C-65D2-436C-BF62-36024AF5E70F}"/>
                </a:ext>
              </a:extLst>
            </p:cNvPr>
            <p:cNvSpPr>
              <a:spLocks noChangeAspect="1" noChangeShapeType="1"/>
            </p:cNvSpPr>
            <p:nvPr/>
          </p:nvSpPr>
          <p:spPr bwMode="auto">
            <a:xfrm>
              <a:off x="6727473" y="5171722"/>
              <a:ext cx="640292"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33" name="Line 33">
              <a:extLst>
                <a:ext uri="{FF2B5EF4-FFF2-40B4-BE49-F238E27FC236}">
                  <a16:creationId xmlns:a16="http://schemas.microsoft.com/office/drawing/2014/main" id="{54F8E66C-8434-458F-8E06-000CECCBBCAE}"/>
                </a:ext>
              </a:extLst>
            </p:cNvPr>
            <p:cNvSpPr>
              <a:spLocks noChangeAspect="1" noChangeShapeType="1"/>
            </p:cNvSpPr>
            <p:nvPr/>
          </p:nvSpPr>
          <p:spPr bwMode="auto">
            <a:xfrm flipH="1">
              <a:off x="6727473" y="5411611"/>
              <a:ext cx="560917" cy="0"/>
            </a:xfrm>
            <a:prstGeom prst="line">
              <a:avLst/>
            </a:prstGeom>
            <a:noFill/>
            <a:ln w="508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en-US" sz="2000"/>
            </a:p>
          </p:txBody>
        </p:sp>
        <p:sp>
          <p:nvSpPr>
            <p:cNvPr id="34" name="AutoShape 36">
              <a:extLst>
                <a:ext uri="{FF2B5EF4-FFF2-40B4-BE49-F238E27FC236}">
                  <a16:creationId xmlns:a16="http://schemas.microsoft.com/office/drawing/2014/main" id="{779A86C5-239F-458C-8EF5-F57CCC277C7F}"/>
                </a:ext>
              </a:extLst>
            </p:cNvPr>
            <p:cNvSpPr>
              <a:spLocks noChangeArrowheads="1"/>
            </p:cNvSpPr>
            <p:nvPr/>
          </p:nvSpPr>
          <p:spPr bwMode="auto">
            <a:xfrm>
              <a:off x="6663973" y="3409598"/>
              <a:ext cx="1760361" cy="1121833"/>
            </a:xfrm>
            <a:prstGeom prst="cloudCallout">
              <a:avLst>
                <a:gd name="adj1" fmla="val -45190"/>
                <a:gd name="adj2" fmla="val 81287"/>
              </a:avLst>
            </a:prstGeom>
            <a:solidFill>
              <a:srgbClr val="99CCFF"/>
            </a:solidFill>
            <a:ln w="9525">
              <a:solidFill>
                <a:schemeClr val="tx1"/>
              </a:solidFill>
              <a:round/>
              <a:headEnd/>
              <a:tailEnd/>
            </a:ln>
            <a:effectLst>
              <a:outerShdw blurRad="63500" dist="107763" dir="2700000" algn="ctr" rotWithShape="0">
                <a:schemeClr val="bg2">
                  <a:alpha val="50000"/>
                </a:schemeClr>
              </a:outerShdw>
            </a:effectLst>
          </p:spPr>
          <p:txBody>
            <a:bodyPr/>
            <a:lstStyle/>
            <a:p>
              <a:pPr algn="ctr">
                <a:defRPr/>
              </a:pPr>
              <a:r>
                <a:rPr lang="en-US" sz="2222">
                  <a:latin typeface="Calibri"/>
                  <a:ea typeface="MS PGothic" charset="0"/>
                  <a:cs typeface="Calibri"/>
                </a:rPr>
                <a:t>Test ideeën</a:t>
              </a:r>
              <a:endParaRPr lang="nl-NL" sz="2222" dirty="0">
                <a:latin typeface="Calibri"/>
                <a:ea typeface="MS PGothic" charset="0"/>
                <a:cs typeface="Calibri"/>
              </a:endParaRPr>
            </a:p>
          </p:txBody>
        </p:sp>
      </p:grpSp>
    </p:spTree>
    <p:extLst>
      <p:ext uri="{BB962C8B-B14F-4D97-AF65-F5344CB8AC3E}">
        <p14:creationId xmlns:p14="http://schemas.microsoft.com/office/powerpoint/2010/main" val="269299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65F0CFC-F9D4-4E8D-8E86-B4C884BE95DA}"/>
              </a:ext>
            </a:extLst>
          </p:cNvPr>
          <p:cNvSpPr>
            <a:spLocks noGrp="1"/>
          </p:cNvSpPr>
          <p:nvPr>
            <p:ph type="title"/>
          </p:nvPr>
        </p:nvSpPr>
        <p:spPr/>
        <p:txBody>
          <a:bodyPr/>
          <a:lstStyle/>
          <a:p>
            <a:r>
              <a:rPr lang="en-GB"/>
              <a:t>Samenvatting</a:t>
            </a:r>
            <a:endParaRPr lang="en-US"/>
          </a:p>
        </p:txBody>
      </p:sp>
      <p:sp>
        <p:nvSpPr>
          <p:cNvPr id="7" name="Text Placeholder 6">
            <a:extLst>
              <a:ext uri="{FF2B5EF4-FFF2-40B4-BE49-F238E27FC236}">
                <a16:creationId xmlns:a16="http://schemas.microsoft.com/office/drawing/2014/main" id="{15D3DC18-4FDF-4ED7-9807-CE1CDB6BA10A}"/>
              </a:ext>
            </a:extLst>
          </p:cNvPr>
          <p:cNvSpPr>
            <a:spLocks noGrp="1"/>
          </p:cNvSpPr>
          <p:nvPr>
            <p:ph type="body" sz="quarter" idx="10"/>
          </p:nvPr>
        </p:nvSpPr>
        <p:spPr/>
        <p:txBody>
          <a:bodyPr/>
          <a:lstStyle/>
          <a:p>
            <a:r>
              <a:rPr lang="en-GB"/>
              <a:t>Uitgeschreven testen</a:t>
            </a:r>
          </a:p>
          <a:p>
            <a:pPr lvl="1"/>
            <a:r>
              <a:rPr lang="en-GB"/>
              <a:t>Beslissing</a:t>
            </a:r>
          </a:p>
          <a:p>
            <a:pPr lvl="1"/>
            <a:r>
              <a:rPr lang="en-GB"/>
              <a:t>Bevestiging</a:t>
            </a:r>
          </a:p>
          <a:p>
            <a:pPr lvl="1"/>
            <a:r>
              <a:rPr lang="en-GB"/>
              <a:t>Verantwoordelijkheid</a:t>
            </a:r>
          </a:p>
          <a:p>
            <a:pPr lvl="1"/>
            <a:r>
              <a:rPr lang="en-GB"/>
              <a:t>Herhaalbaarheid</a:t>
            </a:r>
          </a:p>
          <a:p>
            <a:pPr lvl="1"/>
            <a:r>
              <a:rPr lang="en-GB"/>
              <a:t>Moeilijker aanpasbaar</a:t>
            </a:r>
          </a:p>
          <a:p>
            <a:r>
              <a:rPr lang="en-GB"/>
              <a:t>Verkennend testen</a:t>
            </a:r>
          </a:p>
          <a:p>
            <a:pPr lvl="1"/>
            <a:r>
              <a:rPr lang="en-GB"/>
              <a:t>Product verkennen</a:t>
            </a:r>
          </a:p>
          <a:p>
            <a:pPr lvl="1"/>
            <a:r>
              <a:rPr lang="en-GB"/>
              <a:t>Product ontdekken</a:t>
            </a:r>
          </a:p>
          <a:p>
            <a:pPr lvl="1"/>
            <a:r>
              <a:rPr lang="en-GB"/>
              <a:t>Product aanleren en ‘expertise’ vinden</a:t>
            </a:r>
          </a:p>
          <a:p>
            <a:pPr lvl="1"/>
            <a:r>
              <a:rPr lang="en-GB"/>
              <a:t>Gemakkelijker aanpasbaar</a:t>
            </a:r>
          </a:p>
          <a:p>
            <a:r>
              <a:rPr lang="en-GB"/>
              <a:t>Add Hoc testen</a:t>
            </a:r>
          </a:p>
          <a:p>
            <a:pPr lvl="1"/>
            <a:r>
              <a:rPr lang="en-GB"/>
              <a:t>Je doet maar wat</a:t>
            </a:r>
          </a:p>
          <a:p>
            <a:pPr lvl="1"/>
            <a:endParaRPr 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3"/>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65F0CFC-F9D4-4E8D-8E86-B4C884BE95DA}"/>
              </a:ext>
            </a:extLst>
          </p:cNvPr>
          <p:cNvSpPr>
            <a:spLocks noGrp="1"/>
          </p:cNvSpPr>
          <p:nvPr>
            <p:ph type="title"/>
          </p:nvPr>
        </p:nvSpPr>
        <p:spPr/>
        <p:txBody>
          <a:bodyPr/>
          <a:lstStyle/>
          <a:p>
            <a:r>
              <a:rPr lang="nl-BE"/>
              <a:t>Checken versus Testen</a:t>
            </a:r>
          </a:p>
        </p:txBody>
      </p:sp>
      <p:sp>
        <p:nvSpPr>
          <p:cNvPr id="7" name="Text Placeholder 6">
            <a:extLst>
              <a:ext uri="{FF2B5EF4-FFF2-40B4-BE49-F238E27FC236}">
                <a16:creationId xmlns:a16="http://schemas.microsoft.com/office/drawing/2014/main" id="{15D3DC18-4FDF-4ED7-9807-CE1CDB6BA10A}"/>
              </a:ext>
            </a:extLst>
          </p:cNvPr>
          <p:cNvSpPr>
            <a:spLocks noGrp="1"/>
          </p:cNvSpPr>
          <p:nvPr>
            <p:ph type="body" sz="quarter" idx="10"/>
          </p:nvPr>
        </p:nvSpPr>
        <p:spPr/>
        <p:txBody>
          <a:bodyPr/>
          <a:lstStyle/>
          <a:p>
            <a:r>
              <a:rPr lang="nl-BE" dirty="0"/>
              <a:t>Uitgeschreven testen</a:t>
            </a:r>
          </a:p>
          <a:p>
            <a:pPr lvl="1"/>
            <a:r>
              <a:rPr lang="nl-BE" dirty="0"/>
              <a:t>Is checken</a:t>
            </a:r>
          </a:p>
          <a:p>
            <a:pPr lvl="1"/>
            <a:r>
              <a:rPr lang="nl-BE" dirty="0"/>
              <a:t>Je volgt een procedure / algoritme (doe dit, doe dat)</a:t>
            </a:r>
          </a:p>
          <a:p>
            <a:r>
              <a:rPr lang="nl-BE" dirty="0"/>
              <a:t>Verkennend testen</a:t>
            </a:r>
          </a:p>
          <a:p>
            <a:pPr lvl="1"/>
            <a:r>
              <a:rPr lang="nl-BE" dirty="0"/>
              <a:t>Is echt testen</a:t>
            </a:r>
          </a:p>
          <a:p>
            <a:pPr lvl="1"/>
            <a:r>
              <a:rPr lang="nl-BE" dirty="0"/>
              <a:t>Je gaat een product uitproberen om de werking ervan te kennen</a:t>
            </a:r>
          </a:p>
          <a:p>
            <a:pPr lvl="2"/>
            <a:r>
              <a:rPr lang="nl-BE" dirty="0"/>
              <a:t>Je stelt vast</a:t>
            </a:r>
          </a:p>
          <a:p>
            <a:pPr lvl="3"/>
            <a:r>
              <a:rPr lang="nl-BE" dirty="0"/>
              <a:t>Interactie met het product door dingen te doen</a:t>
            </a:r>
          </a:p>
          <a:p>
            <a:pPr lvl="2"/>
            <a:r>
              <a:rPr lang="nl-BE" dirty="0"/>
              <a:t>Je evalueert</a:t>
            </a:r>
          </a:p>
          <a:p>
            <a:pPr lvl="3"/>
            <a:r>
              <a:rPr lang="nl-BE" dirty="0"/>
              <a:t>Je kijkt of het product correct reageert op de interactie</a:t>
            </a:r>
          </a:p>
          <a:p>
            <a:pPr lvl="4"/>
            <a:r>
              <a:rPr lang="nl-BE" dirty="0"/>
              <a:t>(Algoritmisch, je weet wat te verwachten)</a:t>
            </a:r>
          </a:p>
          <a:p>
            <a:pPr lvl="2"/>
            <a:r>
              <a:rPr lang="nl-BE" dirty="0"/>
              <a:t>Je rapporteert</a:t>
            </a:r>
          </a:p>
          <a:p>
            <a:pPr lvl="3"/>
            <a:r>
              <a:rPr lang="nl-BE" dirty="0"/>
              <a:t>De resultaten worden gecommuniceerd</a:t>
            </a:r>
          </a:p>
        </p:txBody>
      </p:sp>
    </p:spTree>
    <p:extLst>
      <p:ext uri="{BB962C8B-B14F-4D97-AF65-F5344CB8AC3E}">
        <p14:creationId xmlns:p14="http://schemas.microsoft.com/office/powerpoint/2010/main" val="9892049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xEl>
                                              <p:pRg st="11" end="11"/>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3"/>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3" descr="million-dollar question">
            <a:extLst>
              <a:ext uri="{FF2B5EF4-FFF2-40B4-BE49-F238E27FC236}">
                <a16:creationId xmlns:a16="http://schemas.microsoft.com/office/drawing/2014/main" id="{01388A2C-64DF-487D-8BD6-5B4DC7C56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19389"/>
            <a:ext cx="10160000" cy="5690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Rectangle 5">
            <a:extLst>
              <a:ext uri="{FF2B5EF4-FFF2-40B4-BE49-F238E27FC236}">
                <a16:creationId xmlns:a16="http://schemas.microsoft.com/office/drawing/2014/main" id="{4742BA6C-3A19-4FB2-93E2-2A89BB3B102A}"/>
              </a:ext>
            </a:extLst>
          </p:cNvPr>
          <p:cNvSpPr>
            <a:spLocks noChangeArrowheads="1"/>
          </p:cNvSpPr>
          <p:nvPr/>
        </p:nvSpPr>
        <p:spPr bwMode="auto">
          <a:xfrm>
            <a:off x="2439459" y="5917848"/>
            <a:ext cx="959556"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889">
                <a:solidFill>
                  <a:schemeClr val="bg1"/>
                </a:solidFill>
                <a:latin typeface="Candara" panose="020E0502030303020204" pitchFamily="34" charset="0"/>
              </a:rPr>
              <a:t>50/50</a:t>
            </a:r>
            <a:endParaRPr lang="nl-NL" altLang="fr-FR" sz="1889">
              <a:solidFill>
                <a:schemeClr val="bg1"/>
              </a:solidFill>
              <a:latin typeface="Candara" panose="020E0502030303020204" pitchFamily="34" charset="0"/>
            </a:endParaRPr>
          </a:p>
        </p:txBody>
      </p:sp>
      <p:sp>
        <p:nvSpPr>
          <p:cNvPr id="56325" name="Rectangle 6">
            <a:extLst>
              <a:ext uri="{FF2B5EF4-FFF2-40B4-BE49-F238E27FC236}">
                <a16:creationId xmlns:a16="http://schemas.microsoft.com/office/drawing/2014/main" id="{71307475-33E4-4068-9A95-0D7B3465B04E}"/>
              </a:ext>
            </a:extLst>
          </p:cNvPr>
          <p:cNvSpPr>
            <a:spLocks noChangeArrowheads="1"/>
          </p:cNvSpPr>
          <p:nvPr/>
        </p:nvSpPr>
        <p:spPr bwMode="auto">
          <a:xfrm>
            <a:off x="2439459" y="6454070"/>
            <a:ext cx="959556"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889">
                <a:solidFill>
                  <a:schemeClr val="bg1"/>
                </a:solidFill>
                <a:latin typeface="Candara" panose="020E0502030303020204" pitchFamily="34" charset="0"/>
              </a:rPr>
              <a:t>80/20</a:t>
            </a:r>
            <a:endParaRPr lang="nl-NL" altLang="fr-FR" sz="1889">
              <a:solidFill>
                <a:schemeClr val="bg1"/>
              </a:solidFill>
              <a:latin typeface="Candara" panose="020E0502030303020204" pitchFamily="34" charset="0"/>
            </a:endParaRPr>
          </a:p>
        </p:txBody>
      </p:sp>
      <p:sp>
        <p:nvSpPr>
          <p:cNvPr id="56326" name="Rectangle 7">
            <a:extLst>
              <a:ext uri="{FF2B5EF4-FFF2-40B4-BE49-F238E27FC236}">
                <a16:creationId xmlns:a16="http://schemas.microsoft.com/office/drawing/2014/main" id="{664F4F80-27D1-4096-BD1B-BB65235F4064}"/>
              </a:ext>
            </a:extLst>
          </p:cNvPr>
          <p:cNvSpPr>
            <a:spLocks noChangeArrowheads="1"/>
          </p:cNvSpPr>
          <p:nvPr/>
        </p:nvSpPr>
        <p:spPr bwMode="auto">
          <a:xfrm>
            <a:off x="5598583" y="5937250"/>
            <a:ext cx="959556"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889">
                <a:solidFill>
                  <a:schemeClr val="bg1"/>
                </a:solidFill>
                <a:latin typeface="Candara" panose="020E0502030303020204" pitchFamily="34" charset="0"/>
              </a:rPr>
              <a:t>20/80</a:t>
            </a:r>
            <a:endParaRPr lang="nl-NL" altLang="fr-FR" sz="1889">
              <a:solidFill>
                <a:schemeClr val="bg1"/>
              </a:solidFill>
              <a:latin typeface="Candara" panose="020E0502030303020204" pitchFamily="34" charset="0"/>
            </a:endParaRPr>
          </a:p>
        </p:txBody>
      </p:sp>
      <p:sp>
        <p:nvSpPr>
          <p:cNvPr id="56327" name="Rectangle 8">
            <a:extLst>
              <a:ext uri="{FF2B5EF4-FFF2-40B4-BE49-F238E27FC236}">
                <a16:creationId xmlns:a16="http://schemas.microsoft.com/office/drawing/2014/main" id="{140DA6F0-0AD2-4016-B92D-8F2ABFCC8683}"/>
              </a:ext>
            </a:extLst>
          </p:cNvPr>
          <p:cNvSpPr>
            <a:spLocks noChangeArrowheads="1"/>
          </p:cNvSpPr>
          <p:nvPr/>
        </p:nvSpPr>
        <p:spPr bwMode="auto">
          <a:xfrm>
            <a:off x="5545667" y="6417028"/>
            <a:ext cx="1040694"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endParaRPr lang="nl-NL" altLang="fr-FR" sz="1889">
              <a:solidFill>
                <a:schemeClr val="bg1"/>
              </a:solidFill>
              <a:latin typeface="Candara" panose="020E0502030303020204" pitchFamily="34" charset="0"/>
            </a:endParaRPr>
          </a:p>
        </p:txBody>
      </p:sp>
      <p:sp>
        <p:nvSpPr>
          <p:cNvPr id="56328" name="Rectangle 9">
            <a:extLst>
              <a:ext uri="{FF2B5EF4-FFF2-40B4-BE49-F238E27FC236}">
                <a16:creationId xmlns:a16="http://schemas.microsoft.com/office/drawing/2014/main" id="{A8ED26ED-6F4A-4688-A855-9350E55DBD35}"/>
              </a:ext>
            </a:extLst>
          </p:cNvPr>
          <p:cNvSpPr>
            <a:spLocks noChangeArrowheads="1"/>
          </p:cNvSpPr>
          <p:nvPr/>
        </p:nvSpPr>
        <p:spPr bwMode="auto">
          <a:xfrm>
            <a:off x="5559779" y="6450542"/>
            <a:ext cx="1040694"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889">
                <a:solidFill>
                  <a:schemeClr val="bg1"/>
                </a:solidFill>
                <a:latin typeface="Candara" panose="020E0502030303020204" pitchFamily="34" charset="0"/>
              </a:rPr>
              <a:t>other</a:t>
            </a:r>
            <a:endParaRPr lang="nl-NL" altLang="fr-FR" sz="1889">
              <a:solidFill>
                <a:schemeClr val="bg1"/>
              </a:solidFill>
              <a:latin typeface="Candara" panose="020E0502030303020204" pitchFamily="34" charset="0"/>
            </a:endParaRPr>
          </a:p>
        </p:txBody>
      </p:sp>
      <p:sp>
        <p:nvSpPr>
          <p:cNvPr id="56329" name="Rectangle 2">
            <a:extLst>
              <a:ext uri="{FF2B5EF4-FFF2-40B4-BE49-F238E27FC236}">
                <a16:creationId xmlns:a16="http://schemas.microsoft.com/office/drawing/2014/main" id="{10A957BD-3B5B-441C-91BD-B437740AB346}"/>
              </a:ext>
            </a:extLst>
          </p:cNvPr>
          <p:cNvSpPr txBox="1">
            <a:spLocks noChangeArrowheads="1"/>
          </p:cNvSpPr>
          <p:nvPr/>
        </p:nvSpPr>
        <p:spPr bwMode="auto">
          <a:xfrm>
            <a:off x="407459" y="449792"/>
            <a:ext cx="9313333" cy="59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r>
              <a:rPr lang="nl-BE" altLang="fr-FR" sz="3556" b="1">
                <a:solidFill>
                  <a:srgbClr val="61808B"/>
                </a:solidFill>
                <a:latin typeface="Calibri" panose="020F0502020204030204" pitchFamily="34" charset="0"/>
              </a:rPr>
              <a:t>De vraag van 1 miljoen</a:t>
            </a:r>
            <a:endParaRPr lang="en-US" altLang="fr-FR" sz="3556" b="1">
              <a:solidFill>
                <a:srgbClr val="61808B"/>
              </a:solidFill>
              <a:latin typeface="Calibri" panose="020F0502020204030204" pitchFamily="34" charset="0"/>
            </a:endParaRPr>
          </a:p>
        </p:txBody>
      </p:sp>
      <p:sp>
        <p:nvSpPr>
          <p:cNvPr id="2" name="Text Placeholder 1">
            <a:extLst>
              <a:ext uri="{FF2B5EF4-FFF2-40B4-BE49-F238E27FC236}">
                <a16:creationId xmlns:a16="http://schemas.microsoft.com/office/drawing/2014/main" id="{3A3FC382-DA7E-499C-8E78-F70B691AE9E5}"/>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C95468B6-7D0C-42A6-9CA1-892CA394708B}"/>
              </a:ext>
            </a:extLst>
          </p:cNvPr>
          <p:cNvSpPr>
            <a:spLocks noGrp="1"/>
          </p:cNvSpPr>
          <p:nvPr>
            <p:ph type="body" sz="quarter" idx="11"/>
          </p:nvPr>
        </p:nvSpPr>
        <p:spPr/>
        <p:txBody>
          <a:bodyPr/>
          <a:lstStyle/>
          <a:p>
            <a:endParaRPr lang="en-US"/>
          </a:p>
        </p:txBody>
      </p:sp>
      <p:sp>
        <p:nvSpPr>
          <p:cNvPr id="4" name="Rectangle 4">
            <a:extLst>
              <a:ext uri="{FF2B5EF4-FFF2-40B4-BE49-F238E27FC236}">
                <a16:creationId xmlns:a16="http://schemas.microsoft.com/office/drawing/2014/main" id="{D6CBAE13-3E6E-4A25-AA03-DA4C841E4DF4}"/>
              </a:ext>
            </a:extLst>
          </p:cNvPr>
          <p:cNvSpPr>
            <a:spLocks noChangeArrowheads="1"/>
          </p:cNvSpPr>
          <p:nvPr/>
        </p:nvSpPr>
        <p:spPr bwMode="auto">
          <a:xfrm>
            <a:off x="760237" y="5319889"/>
            <a:ext cx="85654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400">
                <a:solidFill>
                  <a:schemeClr val="bg1"/>
                </a:solidFill>
                <a:latin typeface="Candara" panose="020E0502030303020204" pitchFamily="34" charset="0"/>
              </a:rPr>
              <a:t>Wat is de ideale verdeling tussen verkennend en uitgeschreven testen?  </a:t>
            </a:r>
            <a:endParaRPr lang="nl-NL" altLang="fr-FR" sz="1400">
              <a:solidFill>
                <a:schemeClr val="bg1"/>
              </a:solidFill>
              <a:latin typeface="Candara" panose="020E0502030303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3" descr="million-dollar question">
            <a:extLst>
              <a:ext uri="{FF2B5EF4-FFF2-40B4-BE49-F238E27FC236}">
                <a16:creationId xmlns:a16="http://schemas.microsoft.com/office/drawing/2014/main" id="{B72ABF8F-850D-46D2-9C75-7E16E29561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19389"/>
            <a:ext cx="10160000" cy="5690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1" name="Rectangle 4">
            <a:extLst>
              <a:ext uri="{FF2B5EF4-FFF2-40B4-BE49-F238E27FC236}">
                <a16:creationId xmlns:a16="http://schemas.microsoft.com/office/drawing/2014/main" id="{688C1F39-9A96-49CF-8792-DF76EEDFBDD4}"/>
              </a:ext>
            </a:extLst>
          </p:cNvPr>
          <p:cNvSpPr>
            <a:spLocks noChangeArrowheads="1"/>
          </p:cNvSpPr>
          <p:nvPr/>
        </p:nvSpPr>
        <p:spPr bwMode="auto">
          <a:xfrm>
            <a:off x="760237" y="5319889"/>
            <a:ext cx="85654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400">
                <a:solidFill>
                  <a:schemeClr val="bg1"/>
                </a:solidFill>
                <a:latin typeface="Candara" panose="020E0502030303020204" pitchFamily="34" charset="0"/>
              </a:rPr>
              <a:t>Wat is de ideale verdeling tussen verkennend en uitgeschreven testen?  </a:t>
            </a:r>
            <a:endParaRPr lang="nl-NL" altLang="fr-FR" sz="1400">
              <a:solidFill>
                <a:schemeClr val="bg1"/>
              </a:solidFill>
              <a:latin typeface="Candara" panose="020E0502030303020204" pitchFamily="34" charset="0"/>
            </a:endParaRPr>
          </a:p>
        </p:txBody>
      </p:sp>
      <p:sp>
        <p:nvSpPr>
          <p:cNvPr id="58372" name="Rectangle 5">
            <a:extLst>
              <a:ext uri="{FF2B5EF4-FFF2-40B4-BE49-F238E27FC236}">
                <a16:creationId xmlns:a16="http://schemas.microsoft.com/office/drawing/2014/main" id="{E2BA58DF-7E95-4391-9B63-2E81C7DD81C3}"/>
              </a:ext>
            </a:extLst>
          </p:cNvPr>
          <p:cNvSpPr>
            <a:spLocks noChangeArrowheads="1"/>
          </p:cNvSpPr>
          <p:nvPr/>
        </p:nvSpPr>
        <p:spPr bwMode="auto">
          <a:xfrm>
            <a:off x="2439459" y="5917848"/>
            <a:ext cx="959556"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889">
                <a:solidFill>
                  <a:schemeClr val="bg1"/>
                </a:solidFill>
                <a:latin typeface="Candara" panose="020E0502030303020204" pitchFamily="34" charset="0"/>
              </a:rPr>
              <a:t>50/50</a:t>
            </a:r>
            <a:endParaRPr lang="nl-NL" altLang="fr-FR" sz="1889">
              <a:solidFill>
                <a:schemeClr val="bg1"/>
              </a:solidFill>
              <a:latin typeface="Candara" panose="020E0502030303020204" pitchFamily="34" charset="0"/>
            </a:endParaRPr>
          </a:p>
        </p:txBody>
      </p:sp>
      <p:sp>
        <p:nvSpPr>
          <p:cNvPr id="58373" name="Rectangle 6">
            <a:extLst>
              <a:ext uri="{FF2B5EF4-FFF2-40B4-BE49-F238E27FC236}">
                <a16:creationId xmlns:a16="http://schemas.microsoft.com/office/drawing/2014/main" id="{F4210727-C428-4706-B95E-6061E7716382}"/>
              </a:ext>
            </a:extLst>
          </p:cNvPr>
          <p:cNvSpPr>
            <a:spLocks noChangeArrowheads="1"/>
          </p:cNvSpPr>
          <p:nvPr/>
        </p:nvSpPr>
        <p:spPr bwMode="auto">
          <a:xfrm>
            <a:off x="2439459" y="6454070"/>
            <a:ext cx="959556"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889">
                <a:solidFill>
                  <a:schemeClr val="bg1"/>
                </a:solidFill>
                <a:latin typeface="Candara" panose="020E0502030303020204" pitchFamily="34" charset="0"/>
              </a:rPr>
              <a:t>80/20</a:t>
            </a:r>
            <a:endParaRPr lang="nl-NL" altLang="fr-FR" sz="1889">
              <a:solidFill>
                <a:schemeClr val="bg1"/>
              </a:solidFill>
              <a:latin typeface="Candara" panose="020E0502030303020204" pitchFamily="34" charset="0"/>
            </a:endParaRPr>
          </a:p>
        </p:txBody>
      </p:sp>
      <p:sp>
        <p:nvSpPr>
          <p:cNvPr id="58374" name="Rectangle 7">
            <a:extLst>
              <a:ext uri="{FF2B5EF4-FFF2-40B4-BE49-F238E27FC236}">
                <a16:creationId xmlns:a16="http://schemas.microsoft.com/office/drawing/2014/main" id="{354A9965-F7BF-4A35-9173-9BF7E08D0CD2}"/>
              </a:ext>
            </a:extLst>
          </p:cNvPr>
          <p:cNvSpPr>
            <a:spLocks noChangeArrowheads="1"/>
          </p:cNvSpPr>
          <p:nvPr/>
        </p:nvSpPr>
        <p:spPr bwMode="auto">
          <a:xfrm>
            <a:off x="5598583" y="5937250"/>
            <a:ext cx="959556"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889">
                <a:solidFill>
                  <a:schemeClr val="bg1"/>
                </a:solidFill>
                <a:latin typeface="Candara" panose="020E0502030303020204" pitchFamily="34" charset="0"/>
              </a:rPr>
              <a:t>20/80</a:t>
            </a:r>
            <a:endParaRPr lang="nl-NL" altLang="fr-FR" sz="1889">
              <a:solidFill>
                <a:schemeClr val="bg1"/>
              </a:solidFill>
              <a:latin typeface="Candara" panose="020E0502030303020204" pitchFamily="34" charset="0"/>
            </a:endParaRPr>
          </a:p>
        </p:txBody>
      </p:sp>
      <p:sp>
        <p:nvSpPr>
          <p:cNvPr id="58375" name="AutoShape 10">
            <a:extLst>
              <a:ext uri="{FF2B5EF4-FFF2-40B4-BE49-F238E27FC236}">
                <a16:creationId xmlns:a16="http://schemas.microsoft.com/office/drawing/2014/main" id="{BD8F32CA-B31B-49A4-9C3F-E0C0322D43B9}"/>
              </a:ext>
            </a:extLst>
          </p:cNvPr>
          <p:cNvSpPr>
            <a:spLocks noChangeArrowheads="1"/>
          </p:cNvSpPr>
          <p:nvPr/>
        </p:nvSpPr>
        <p:spPr bwMode="auto">
          <a:xfrm>
            <a:off x="5159376" y="6454069"/>
            <a:ext cx="2961569" cy="383055"/>
          </a:xfrm>
          <a:prstGeom prst="hexagon">
            <a:avLst>
              <a:gd name="adj" fmla="val 20571"/>
              <a:gd name="vf" fmla="val 115470"/>
            </a:avLst>
          </a:prstGeom>
          <a:solidFill>
            <a:srgbClr val="009900"/>
          </a:solidFill>
          <a:ln w="9525">
            <a:noFill/>
            <a:miter lim="800000"/>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endParaRPr lang="fr-FR" altLang="fr-FR" sz="4667">
              <a:latin typeface="Times" panose="02020603050405020304" pitchFamily="18" charset="0"/>
            </a:endParaRPr>
          </a:p>
        </p:txBody>
      </p:sp>
      <p:sp>
        <p:nvSpPr>
          <p:cNvPr id="58376" name="Rectangle 8">
            <a:extLst>
              <a:ext uri="{FF2B5EF4-FFF2-40B4-BE49-F238E27FC236}">
                <a16:creationId xmlns:a16="http://schemas.microsoft.com/office/drawing/2014/main" id="{8AE624CB-73BB-4CCF-AB4D-6C790574EC68}"/>
              </a:ext>
            </a:extLst>
          </p:cNvPr>
          <p:cNvSpPr>
            <a:spLocks noChangeArrowheads="1"/>
          </p:cNvSpPr>
          <p:nvPr/>
        </p:nvSpPr>
        <p:spPr bwMode="auto">
          <a:xfrm>
            <a:off x="5413376" y="6468181"/>
            <a:ext cx="2474936"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20000"/>
              </a:spcBef>
              <a:buClr>
                <a:srgbClr val="FD1503"/>
              </a:buClr>
            </a:pPr>
            <a:r>
              <a:rPr lang="en-US" altLang="fr-FR" sz="1889">
                <a:solidFill>
                  <a:schemeClr val="bg1"/>
                </a:solidFill>
                <a:latin typeface="Candara" panose="020E0502030303020204" pitchFamily="34" charset="0"/>
              </a:rPr>
              <a:t>Het hangt ervan af!</a:t>
            </a:r>
            <a:endParaRPr lang="nl-NL" altLang="fr-FR" sz="1889">
              <a:solidFill>
                <a:schemeClr val="bg1"/>
              </a:solidFill>
              <a:latin typeface="Candara" panose="020E0502030303020204" pitchFamily="34" charset="0"/>
            </a:endParaRPr>
          </a:p>
        </p:txBody>
      </p:sp>
      <p:sp>
        <p:nvSpPr>
          <p:cNvPr id="58377" name="Text Box 12">
            <a:extLst>
              <a:ext uri="{FF2B5EF4-FFF2-40B4-BE49-F238E27FC236}">
                <a16:creationId xmlns:a16="http://schemas.microsoft.com/office/drawing/2014/main" id="{84866626-04B1-4B7E-BF1B-0DD6CC1E3A79}"/>
              </a:ext>
            </a:extLst>
          </p:cNvPr>
          <p:cNvSpPr txBox="1">
            <a:spLocks noChangeArrowheads="1"/>
          </p:cNvSpPr>
          <p:nvPr/>
        </p:nvSpPr>
        <p:spPr bwMode="auto">
          <a:xfrm>
            <a:off x="5198181" y="6454070"/>
            <a:ext cx="550333" cy="383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50000"/>
              </a:spcBef>
            </a:pPr>
            <a:r>
              <a:rPr lang="en-US" altLang="fr-FR" sz="1889" b="1">
                <a:solidFill>
                  <a:srgbClr val="F09628"/>
                </a:solidFill>
                <a:latin typeface="Tahoma" panose="020B0604030504040204" pitchFamily="34" charset="0"/>
              </a:rPr>
              <a:t>E:</a:t>
            </a:r>
            <a:endParaRPr lang="nl-NL" altLang="fr-FR" sz="1889" b="1">
              <a:solidFill>
                <a:srgbClr val="F09628"/>
              </a:solidFill>
              <a:latin typeface="Tahoma" panose="020B0604030504040204" pitchFamily="34" charset="0"/>
            </a:endParaRPr>
          </a:p>
        </p:txBody>
      </p:sp>
      <p:sp>
        <p:nvSpPr>
          <p:cNvPr id="58378" name="Rectangle 2">
            <a:extLst>
              <a:ext uri="{FF2B5EF4-FFF2-40B4-BE49-F238E27FC236}">
                <a16:creationId xmlns:a16="http://schemas.microsoft.com/office/drawing/2014/main" id="{99018842-844F-45DC-BFD6-A893FD916D7C}"/>
              </a:ext>
            </a:extLst>
          </p:cNvPr>
          <p:cNvSpPr txBox="1">
            <a:spLocks noChangeArrowheads="1"/>
          </p:cNvSpPr>
          <p:nvPr/>
        </p:nvSpPr>
        <p:spPr bwMode="auto">
          <a:xfrm>
            <a:off x="407459" y="449792"/>
            <a:ext cx="9313333" cy="592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r>
              <a:rPr lang="nl-BE" altLang="fr-FR" sz="3556" b="1">
                <a:solidFill>
                  <a:srgbClr val="61808B"/>
                </a:solidFill>
                <a:latin typeface="Calibri" panose="020F0502020204030204" pitchFamily="34" charset="0"/>
              </a:rPr>
              <a:t>De vraag van 1 miljoen</a:t>
            </a:r>
            <a:endParaRPr lang="en-US" altLang="fr-FR" sz="3556" b="1">
              <a:solidFill>
                <a:srgbClr val="61808B"/>
              </a:solidFill>
              <a:latin typeface="Calibri" panose="020F0502020204030204" pitchFamily="34" charset="0"/>
            </a:endParaRPr>
          </a:p>
        </p:txBody>
      </p:sp>
      <p:sp>
        <p:nvSpPr>
          <p:cNvPr id="2" name="Text Placeholder 1">
            <a:extLst>
              <a:ext uri="{FF2B5EF4-FFF2-40B4-BE49-F238E27FC236}">
                <a16:creationId xmlns:a16="http://schemas.microsoft.com/office/drawing/2014/main" id="{AABDD2EC-B74B-4DA1-BCA4-5E0F23F67C54}"/>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8982A26A-B179-4E9C-8108-808A14F8BED1}"/>
              </a:ext>
            </a:extLst>
          </p:cNvPr>
          <p:cNvSpPr>
            <a:spLocks noGrp="1"/>
          </p:cNvSpPr>
          <p:nvPr>
            <p:ph type="body" sz="quarter" idx="11"/>
          </p:nvPr>
        </p:nvSpPr>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2E3C3F8-3104-4D8A-B359-67B3E151DE63}"/>
              </a:ext>
            </a:extLst>
          </p:cNvPr>
          <p:cNvSpPr>
            <a:spLocks noGrp="1" noChangeArrowheads="1"/>
          </p:cNvSpPr>
          <p:nvPr>
            <p:ph type="title"/>
          </p:nvPr>
        </p:nvSpPr>
        <p:spPr/>
        <p:txBody>
          <a:bodyPr/>
          <a:lstStyle/>
          <a:p>
            <a:r>
              <a:rPr lang="en-US" altLang="fr-FR"/>
              <a:t>Het hangt ervan af</a:t>
            </a:r>
            <a:endParaRPr lang="nl-NL" altLang="fr-FR"/>
          </a:p>
        </p:txBody>
      </p:sp>
      <p:sp>
        <p:nvSpPr>
          <p:cNvPr id="60419" name="Rectangle 3">
            <a:extLst>
              <a:ext uri="{FF2B5EF4-FFF2-40B4-BE49-F238E27FC236}">
                <a16:creationId xmlns:a16="http://schemas.microsoft.com/office/drawing/2014/main" id="{1874C005-3B94-4D41-A66F-E54F0BF1E576}"/>
              </a:ext>
            </a:extLst>
          </p:cNvPr>
          <p:cNvSpPr>
            <a:spLocks noGrp="1" noChangeArrowheads="1"/>
          </p:cNvSpPr>
          <p:nvPr>
            <p:ph type="body" sz="quarter" idx="10"/>
          </p:nvPr>
        </p:nvSpPr>
        <p:spPr/>
        <p:txBody>
          <a:bodyPr/>
          <a:lstStyle/>
          <a:p>
            <a:r>
              <a:rPr lang="nl-NL" altLang="fr-FR"/>
              <a:t>Verschillende test methodes dienen verschillende informatie objectieven</a:t>
            </a:r>
          </a:p>
          <a:p>
            <a:r>
              <a:rPr lang="nl-NL" altLang="fr-FR"/>
              <a:t>Wat wil je weten / doen?</a:t>
            </a:r>
          </a:p>
          <a:p>
            <a:pPr lvl="1"/>
            <a:r>
              <a:rPr lang="nl-NL" altLang="fr-FR"/>
              <a:t>Vinden van defecten / issues?</a:t>
            </a:r>
          </a:p>
          <a:p>
            <a:pPr lvl="1"/>
            <a:r>
              <a:rPr lang="nl-NL" altLang="fr-FR"/>
              <a:t>Het aantal gevonden fouten maximaliseren?</a:t>
            </a:r>
          </a:p>
          <a:p>
            <a:pPr lvl="1"/>
            <a:r>
              <a:rPr lang="nl-NL" altLang="fr-FR"/>
              <a:t>Afblokken van vroegtijdige (niet rijpe) releases?</a:t>
            </a:r>
          </a:p>
          <a:p>
            <a:pPr lvl="1"/>
            <a:r>
              <a:rPr lang="en-US" altLang="fr-FR"/>
              <a:t>Managers helpen van beslissingen te nemen?</a:t>
            </a:r>
          </a:p>
          <a:p>
            <a:pPr lvl="1"/>
            <a:r>
              <a:rPr lang="en-US" altLang="fr-FR"/>
              <a:t>Minimaliseren van de technische kost?</a:t>
            </a:r>
          </a:p>
          <a:p>
            <a:pPr lvl="1"/>
            <a:r>
              <a:rPr lang="nl-NL" altLang="fr-FR"/>
              <a:t>Voldoet het aan de specificaties?</a:t>
            </a:r>
          </a:p>
          <a:p>
            <a:pPr lvl="1"/>
            <a:r>
              <a:rPr lang="nl-NL" altLang="fr-FR"/>
              <a:t>Voldoet het aan de wetgeving?</a:t>
            </a:r>
          </a:p>
          <a:p>
            <a:pPr lvl="1"/>
            <a:r>
              <a:rPr lang="nl-NL" altLang="fr-FR"/>
              <a:t>Beperken van de kans op rechtzaken?</a:t>
            </a:r>
          </a:p>
          <a:p>
            <a:pPr lvl="1"/>
            <a:r>
              <a:rPr lang="en-US" altLang="fr-FR"/>
              <a:t>Vinden of een product correct werkt?</a:t>
            </a:r>
            <a:endParaRPr lang="nl-NL" altLang="fr-F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4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4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04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04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041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041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041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041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bldLvl="3"/>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3971021-EFE9-4937-9ACD-DEBA2E790205}"/>
              </a:ext>
            </a:extLst>
          </p:cNvPr>
          <p:cNvSpPr>
            <a:spLocks noGrp="1" noChangeArrowheads="1"/>
          </p:cNvSpPr>
          <p:nvPr>
            <p:ph type="title"/>
          </p:nvPr>
        </p:nvSpPr>
        <p:spPr/>
        <p:txBody>
          <a:bodyPr/>
          <a:lstStyle/>
          <a:p>
            <a:r>
              <a:rPr lang="en-US" altLang="fr-FR"/>
              <a:t>Uitgeschreven versus Verkennend testen</a:t>
            </a:r>
            <a:endParaRPr lang="nl-NL" altLang="fr-FR"/>
          </a:p>
        </p:txBody>
      </p:sp>
      <p:sp>
        <p:nvSpPr>
          <p:cNvPr id="62467" name="Rectangle 3">
            <a:extLst>
              <a:ext uri="{FF2B5EF4-FFF2-40B4-BE49-F238E27FC236}">
                <a16:creationId xmlns:a16="http://schemas.microsoft.com/office/drawing/2014/main" id="{25A5B7C7-28B1-4373-8386-7981CF6C7B02}"/>
              </a:ext>
            </a:extLst>
          </p:cNvPr>
          <p:cNvSpPr>
            <a:spLocks noGrp="1" noChangeArrowheads="1"/>
          </p:cNvSpPr>
          <p:nvPr>
            <p:ph type="body" sz="quarter" idx="10"/>
          </p:nvPr>
        </p:nvSpPr>
        <p:spPr/>
        <p:txBody>
          <a:bodyPr/>
          <a:lstStyle/>
          <a:p>
            <a:r>
              <a:rPr lang="en-US" altLang="fr-FR"/>
              <a:t>Beide hebben hun voordelen en nadelen</a:t>
            </a:r>
          </a:p>
          <a:p>
            <a:r>
              <a:rPr lang="en-US" altLang="fr-FR"/>
              <a:t>Welke je kiest hangt af van wat je wilt bereiken</a:t>
            </a:r>
          </a:p>
          <a:p>
            <a:r>
              <a:rPr lang="en-US" altLang="fr-FR"/>
              <a:t>Ideaal is het een mix</a:t>
            </a:r>
          </a:p>
          <a:p>
            <a:pPr lvl="1"/>
            <a:r>
              <a:rPr lang="en-US" altLang="fr-FR"/>
              <a:t>Verkennend testen</a:t>
            </a:r>
          </a:p>
          <a:p>
            <a:pPr lvl="2"/>
            <a:r>
              <a:rPr lang="en-US" altLang="fr-FR"/>
              <a:t>Vinden van risico’s en problemen in een vroeg stadium</a:t>
            </a:r>
          </a:p>
          <a:p>
            <a:pPr lvl="2"/>
            <a:r>
              <a:rPr lang="en-US" altLang="fr-FR"/>
              <a:t>Tonen waar een software product werkt en waar niet</a:t>
            </a:r>
          </a:p>
          <a:p>
            <a:pPr lvl="1"/>
            <a:r>
              <a:rPr lang="en-US" altLang="fr-FR"/>
              <a:t>Uitgeschreven testen</a:t>
            </a:r>
          </a:p>
          <a:p>
            <a:pPr lvl="2"/>
            <a:r>
              <a:rPr lang="en-US" altLang="fr-FR"/>
              <a:t>Bevestigen van het gedrag van functionaliteiten (requirements) </a:t>
            </a:r>
          </a:p>
          <a:p>
            <a:pPr lvl="2"/>
            <a:r>
              <a:rPr lang="en-US" altLang="fr-FR"/>
              <a:t>Een soort checklijst</a:t>
            </a:r>
          </a:p>
          <a:p>
            <a:pPr lvl="2"/>
            <a:r>
              <a:rPr lang="en-US" altLang="fr-FR"/>
              <a:t>Een soort inventaris van uitvoerbare testen</a:t>
            </a:r>
          </a:p>
          <a:p>
            <a:pPr lvl="1"/>
            <a:r>
              <a:rPr lang="en-US" altLang="fr-FR"/>
              <a:t>Ad hoc testen</a:t>
            </a:r>
          </a:p>
          <a:p>
            <a:pPr lvl="2"/>
            <a:r>
              <a:rPr lang="en-US" altLang="fr-FR"/>
              <a:t>Moet leiden naar verkennend testen of uitgeschreven testen</a:t>
            </a:r>
            <a:endParaRPr lang="nl-NL" alt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4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4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4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4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4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246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2467">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2467">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2467">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246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bldLvl="3"/>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3971021-EFE9-4937-9ACD-DEBA2E790205}"/>
              </a:ext>
            </a:extLst>
          </p:cNvPr>
          <p:cNvSpPr>
            <a:spLocks noGrp="1" noChangeArrowheads="1"/>
          </p:cNvSpPr>
          <p:nvPr>
            <p:ph type="title"/>
          </p:nvPr>
        </p:nvSpPr>
        <p:spPr/>
        <p:txBody>
          <a:bodyPr/>
          <a:lstStyle/>
          <a:p>
            <a:r>
              <a:rPr lang="nl-BE" altLang="fr-FR"/>
              <a:t>Uitgeschreven versus Verkennend testen</a:t>
            </a:r>
          </a:p>
        </p:txBody>
      </p:sp>
      <p:sp>
        <p:nvSpPr>
          <p:cNvPr id="3" name="Text Placeholder 2">
            <a:extLst>
              <a:ext uri="{FF2B5EF4-FFF2-40B4-BE49-F238E27FC236}">
                <a16:creationId xmlns:a16="http://schemas.microsoft.com/office/drawing/2014/main" id="{E0630D2C-EDD3-4B0B-B760-18DD67F21444}"/>
              </a:ext>
            </a:extLst>
          </p:cNvPr>
          <p:cNvSpPr>
            <a:spLocks noGrp="1"/>
          </p:cNvSpPr>
          <p:nvPr>
            <p:ph type="body" sz="quarter" idx="10"/>
          </p:nvPr>
        </p:nvSpPr>
        <p:spPr/>
        <p:txBody>
          <a:bodyPr/>
          <a:lstStyle/>
          <a:p>
            <a:r>
              <a:rPr lang="nl-BE" dirty="0"/>
              <a:t>Bron: Dan Ashby</a:t>
            </a:r>
          </a:p>
        </p:txBody>
      </p:sp>
      <p:pic>
        <p:nvPicPr>
          <p:cNvPr id="6" name="Picture 4">
            <a:extLst>
              <a:ext uri="{FF2B5EF4-FFF2-40B4-BE49-F238E27FC236}">
                <a16:creationId xmlns:a16="http://schemas.microsoft.com/office/drawing/2014/main" id="{6E98EA16-224B-48F1-B663-DB5D76E9BF43}"/>
              </a:ext>
            </a:extLst>
          </p:cNvPr>
          <p:cNvPicPr>
            <a:picLocks noChangeAspect="1" noChangeArrowheads="1"/>
          </p:cNvPicPr>
          <p:nvPr/>
        </p:nvPicPr>
        <p:blipFill>
          <a:blip r:embed="rId3"/>
          <a:srcRect/>
          <a:stretch>
            <a:fillRect/>
          </a:stretch>
        </p:blipFill>
        <p:spPr bwMode="auto">
          <a:xfrm>
            <a:off x="2991768" y="2027371"/>
            <a:ext cx="6120680" cy="4590917"/>
          </a:xfrm>
          <a:prstGeom prst="rect">
            <a:avLst/>
          </a:prstGeom>
          <a:noFill/>
          <a:ln>
            <a:noFill/>
          </a:ln>
          <a:effectLst>
            <a:outerShdw blurRad="63500" dist="107763" dir="2700000" algn="ctr" rotWithShape="0">
              <a:srgbClr val="000000">
                <a:alpha val="50000"/>
              </a:srgbClr>
            </a:outerShdw>
          </a:effectLst>
        </p:spPr>
      </p:pic>
    </p:spTree>
    <p:extLst>
      <p:ext uri="{BB962C8B-B14F-4D97-AF65-F5344CB8AC3E}">
        <p14:creationId xmlns:p14="http://schemas.microsoft.com/office/powerpoint/2010/main" val="3159723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95A592F1-4FE6-40E1-8FDC-3171E9749CBD}"/>
              </a:ext>
            </a:extLst>
          </p:cNvPr>
          <p:cNvSpPr>
            <a:spLocks noGrp="1" noChangeArrowheads="1"/>
          </p:cNvSpPr>
          <p:nvPr>
            <p:ph type="title"/>
          </p:nvPr>
        </p:nvSpPr>
        <p:spPr/>
        <p:txBody>
          <a:bodyPr/>
          <a:lstStyle/>
          <a:p>
            <a:r>
              <a:rPr lang="en-GB" altLang="fr-FR"/>
              <a:t>Het ‘probleem’ van verkennend testen</a:t>
            </a:r>
            <a:endParaRPr lang="en-US" altLang="fr-FR"/>
          </a:p>
        </p:txBody>
      </p:sp>
      <p:sp>
        <p:nvSpPr>
          <p:cNvPr id="68611" name="Content Placeholder 2">
            <a:extLst>
              <a:ext uri="{FF2B5EF4-FFF2-40B4-BE49-F238E27FC236}">
                <a16:creationId xmlns:a16="http://schemas.microsoft.com/office/drawing/2014/main" id="{D9E1C810-D314-4012-A1B0-3095138592F7}"/>
              </a:ext>
            </a:extLst>
          </p:cNvPr>
          <p:cNvSpPr>
            <a:spLocks noGrp="1"/>
          </p:cNvSpPr>
          <p:nvPr>
            <p:ph type="body" sz="quarter" idx="10"/>
          </p:nvPr>
        </p:nvSpPr>
        <p:spPr/>
        <p:txBody>
          <a:bodyPr/>
          <a:lstStyle/>
          <a:p>
            <a:endParaRPr lang="en-US" altLang="fr-FR"/>
          </a:p>
          <a:p>
            <a:r>
              <a:rPr lang="en-US" altLang="fr-FR"/>
              <a:t>Verkennend testen</a:t>
            </a:r>
          </a:p>
          <a:p>
            <a:pPr lvl="1"/>
            <a:r>
              <a:rPr lang="en-US" altLang="fr-FR"/>
              <a:t>De ‘natuur’ van verkennend testen is het feit dat je als tester je gemakkelijk kan aanpassen. Je ziet als doel dat je de software wilt ‘leren kennen’, maakt dat deze methode heel veel gebruikt wordt, vooral als de tijd kort is.</a:t>
            </a:r>
          </a:p>
          <a:p>
            <a:r>
              <a:rPr lang="en-US" altLang="fr-FR"/>
              <a:t>Maar</a:t>
            </a:r>
          </a:p>
          <a:p>
            <a:pPr lvl="1"/>
            <a:r>
              <a:rPr lang="en-US" altLang="fr-FR"/>
              <a:t>Het wordt vaak afgestoten en als een foute methode beschouwd, door deze die ervan uitgaan dat verkennend testen niet reproduceerbaar, niet meetbaar is.</a:t>
            </a:r>
          </a:p>
        </p:txBody>
      </p:sp>
      <p:sp>
        <p:nvSpPr>
          <p:cNvPr id="68612" name="Text Box 13">
            <a:extLst>
              <a:ext uri="{FF2B5EF4-FFF2-40B4-BE49-F238E27FC236}">
                <a16:creationId xmlns:a16="http://schemas.microsoft.com/office/drawing/2014/main" id="{7905E6BD-8214-4A17-93D4-1722881E9C60}"/>
              </a:ext>
            </a:extLst>
          </p:cNvPr>
          <p:cNvSpPr txBox="1">
            <a:spLocks noChangeArrowheads="1"/>
          </p:cNvSpPr>
          <p:nvPr/>
        </p:nvSpPr>
        <p:spPr bwMode="auto">
          <a:xfrm>
            <a:off x="5356932" y="6930320"/>
            <a:ext cx="5083528" cy="287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5000"/>
              </a:lnSpc>
              <a:spcBef>
                <a:spcPct val="50000"/>
              </a:spcBef>
            </a:pPr>
            <a:r>
              <a:rPr lang="en-GB" altLang="fr-FR" sz="1333" i="1">
                <a:solidFill>
                  <a:srgbClr val="4B6771"/>
                </a:solidFill>
                <a:latin typeface="Calibri" panose="020F0502020204030204" pitchFamily="34" charset="0"/>
              </a:rPr>
              <a:t>© Jon Bach 2014 – Exploratory testing is now in session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6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86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86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86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bldLvl="3"/>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1" name="Rectangle 5">
            <a:extLst>
              <a:ext uri="{FF2B5EF4-FFF2-40B4-BE49-F238E27FC236}">
                <a16:creationId xmlns:a16="http://schemas.microsoft.com/office/drawing/2014/main" id="{D980C51D-D2AD-4A1B-9030-392A2290E8C8}"/>
              </a:ext>
            </a:extLst>
          </p:cNvPr>
          <p:cNvSpPr>
            <a:spLocks noChangeArrowheads="1"/>
          </p:cNvSpPr>
          <p:nvPr/>
        </p:nvSpPr>
        <p:spPr bwMode="auto">
          <a:xfrm>
            <a:off x="1319389" y="1569862"/>
            <a:ext cx="8080376" cy="1097801"/>
          </a:xfrm>
          <a:prstGeom prst="rect">
            <a:avLst/>
          </a:prstGeom>
          <a:solidFill>
            <a:schemeClr val="accent1"/>
          </a:solidFill>
          <a:ln>
            <a:noFill/>
          </a:ln>
          <a:effectLst>
            <a:outerShdw blurRad="63500" dist="107763" dir="2700000" algn="ctr" rotWithShape="0">
              <a:srgbClr val="000000">
                <a:alpha val="50000"/>
              </a:srgbClr>
            </a:outerShdw>
          </a:effec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lnSpc>
                <a:spcPct val="90000"/>
              </a:lnSpc>
              <a:spcBef>
                <a:spcPct val="50000"/>
              </a:spcBef>
              <a:buFont typeface="Wingdings" panose="05000000000000000000" pitchFamily="2" charset="2"/>
              <a:buNone/>
              <a:defRPr/>
            </a:pPr>
            <a:r>
              <a:rPr lang="nl-BE" altLang="fr-FR" sz="3111" dirty="0">
                <a:solidFill>
                  <a:srgbClr val="FFFFFF"/>
                </a:solidFill>
                <a:latin typeface="Calibri" panose="020F0502020204030204" pitchFamily="34" charset="0"/>
              </a:rPr>
              <a:t> </a:t>
            </a:r>
            <a:r>
              <a:rPr lang="nl-BE" altLang="en-US" sz="2667" dirty="0">
                <a:solidFill>
                  <a:srgbClr val="FFFFFF"/>
                </a:solidFill>
                <a:latin typeface="Calibri" panose="020F0502020204030204" pitchFamily="34" charset="0"/>
              </a:rPr>
              <a:t>“</a:t>
            </a:r>
            <a:r>
              <a:rPr lang="nl-BE" altLang="fr-FR" sz="2667" dirty="0">
                <a:solidFill>
                  <a:srgbClr val="FFFFFF"/>
                </a:solidFill>
                <a:latin typeface="Calibri" panose="020F0502020204030204" pitchFamily="34" charset="0"/>
              </a:rPr>
              <a:t>Brain-</a:t>
            </a:r>
            <a:r>
              <a:rPr lang="nl-BE" altLang="fr-FR" sz="2667" dirty="0" err="1">
                <a:solidFill>
                  <a:srgbClr val="FFFFFF"/>
                </a:solidFill>
                <a:latin typeface="Calibri" panose="020F0502020204030204" pitchFamily="34" charset="0"/>
              </a:rPr>
              <a:t>engaged</a:t>
            </a:r>
            <a:r>
              <a:rPr lang="nl-BE" altLang="fr-FR" sz="2667" dirty="0">
                <a:solidFill>
                  <a:srgbClr val="FFFFFF"/>
                </a:solidFill>
                <a:latin typeface="Calibri" panose="020F0502020204030204" pitchFamily="34" charset="0"/>
              </a:rPr>
              <a:t> </a:t>
            </a:r>
            <a:r>
              <a:rPr lang="nl-BE" altLang="fr-FR" sz="2667" dirty="0" err="1">
                <a:solidFill>
                  <a:srgbClr val="FFFFFF"/>
                </a:solidFill>
                <a:latin typeface="Calibri" panose="020F0502020204030204" pitchFamily="34" charset="0"/>
              </a:rPr>
              <a:t>testing</a:t>
            </a:r>
            <a:r>
              <a:rPr lang="nl-BE" altLang="en-US" sz="2667" dirty="0">
                <a:solidFill>
                  <a:srgbClr val="FFFFFF"/>
                </a:solidFill>
                <a:latin typeface="Calibri" panose="020F0502020204030204" pitchFamily="34" charset="0"/>
              </a:rPr>
              <a:t>”</a:t>
            </a:r>
            <a:endParaRPr lang="nl-BE" altLang="fr-FR" sz="2667" dirty="0">
              <a:solidFill>
                <a:srgbClr val="FFFFFF"/>
              </a:solidFill>
              <a:latin typeface="Calibri" panose="020F0502020204030204" pitchFamily="34" charset="0"/>
            </a:endParaRPr>
          </a:p>
          <a:p>
            <a:pPr algn="r" eaLnBrk="1" hangingPunct="1">
              <a:lnSpc>
                <a:spcPct val="90000"/>
              </a:lnSpc>
              <a:spcBef>
                <a:spcPct val="50000"/>
              </a:spcBef>
              <a:buFont typeface="Wingdings" panose="05000000000000000000" pitchFamily="2" charset="2"/>
              <a:buNone/>
              <a:defRPr/>
            </a:pPr>
            <a:r>
              <a:rPr lang="nl-BE" altLang="fr-FR" sz="2667" dirty="0" err="1">
                <a:solidFill>
                  <a:srgbClr val="FFFFFF"/>
                </a:solidFill>
                <a:latin typeface="Calibri" panose="020F0502020204030204" pitchFamily="34" charset="0"/>
              </a:rPr>
              <a:t>Cem</a:t>
            </a:r>
            <a:r>
              <a:rPr lang="nl-BE" altLang="fr-FR" sz="2667" dirty="0">
                <a:solidFill>
                  <a:srgbClr val="FFFFFF"/>
                </a:solidFill>
                <a:latin typeface="Calibri" panose="020F0502020204030204" pitchFamily="34" charset="0"/>
              </a:rPr>
              <a:t> </a:t>
            </a:r>
            <a:r>
              <a:rPr lang="nl-BE" altLang="fr-FR" sz="2667" dirty="0" err="1">
                <a:solidFill>
                  <a:srgbClr val="FFFFFF"/>
                </a:solidFill>
                <a:latin typeface="Calibri" panose="020F0502020204030204" pitchFamily="34" charset="0"/>
              </a:rPr>
              <a:t>Kaner</a:t>
            </a:r>
            <a:endParaRPr lang="nl-BE" altLang="fr-FR" sz="2667" dirty="0">
              <a:solidFill>
                <a:srgbClr val="FFFFFF"/>
              </a:solidFill>
              <a:latin typeface="Calibri" panose="020F0502020204030204" pitchFamily="34" charset="0"/>
            </a:endParaRPr>
          </a:p>
        </p:txBody>
      </p:sp>
      <p:pic>
        <p:nvPicPr>
          <p:cNvPr id="723972" name="Picture 8" descr="http://i4.ambrybox.com/060411/1302086190293.jpg">
            <a:extLst>
              <a:ext uri="{FF2B5EF4-FFF2-40B4-BE49-F238E27FC236}">
                <a16:creationId xmlns:a16="http://schemas.microsoft.com/office/drawing/2014/main" id="{DF9D92A9-593E-4F3B-A855-B923B209A9C4}"/>
              </a:ext>
            </a:extLst>
          </p:cNvPr>
          <p:cNvPicPr>
            <a:picLocks noChangeAspect="1" noChangeArrowheads="1"/>
          </p:cNvPicPr>
          <p:nvPr/>
        </p:nvPicPr>
        <p:blipFill>
          <a:blip r:embed="rId3"/>
          <a:srcRect/>
          <a:stretch>
            <a:fillRect/>
          </a:stretch>
        </p:blipFill>
        <p:spPr bwMode="auto">
          <a:xfrm>
            <a:off x="3720043" y="1409348"/>
            <a:ext cx="1160639" cy="1458736"/>
          </a:xfrm>
          <a:prstGeom prst="rect">
            <a:avLst/>
          </a:prstGeom>
          <a:noFill/>
          <a:ln>
            <a:noFill/>
          </a:ln>
          <a:effectLst>
            <a:outerShdw blurRad="63500" dist="107763" dir="2700000" algn="ctr" rotWithShape="0">
              <a:srgbClr val="000000">
                <a:alpha val="50000"/>
              </a:srgbClr>
            </a:outerShdw>
          </a:effectLst>
        </p:spPr>
      </p:pic>
      <p:sp>
        <p:nvSpPr>
          <p:cNvPr id="723973" name="Rectangle 4">
            <a:extLst>
              <a:ext uri="{FF2B5EF4-FFF2-40B4-BE49-F238E27FC236}">
                <a16:creationId xmlns:a16="http://schemas.microsoft.com/office/drawing/2014/main" id="{37B05A0E-D6FE-443A-AC42-273A38B621D3}"/>
              </a:ext>
            </a:extLst>
          </p:cNvPr>
          <p:cNvSpPr>
            <a:spLocks noChangeArrowheads="1"/>
          </p:cNvSpPr>
          <p:nvPr/>
        </p:nvSpPr>
        <p:spPr bwMode="auto">
          <a:xfrm>
            <a:off x="818445" y="3153834"/>
            <a:ext cx="8600722" cy="1405769"/>
          </a:xfrm>
          <a:prstGeom prst="rect">
            <a:avLst/>
          </a:prstGeom>
          <a:solidFill>
            <a:schemeClr val="accent1"/>
          </a:solidFill>
          <a:ln>
            <a:noFill/>
          </a:ln>
          <a:effectLst>
            <a:outerShdw blurRad="63500" dist="107763" dir="2700000" algn="ctr" rotWithShape="0">
              <a:srgbClr val="000000">
                <a:alpha val="50000"/>
              </a:srgbClr>
            </a:outerShdw>
          </a:effec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lnSpc>
                <a:spcPct val="90000"/>
              </a:lnSpc>
              <a:spcBef>
                <a:spcPct val="50000"/>
              </a:spcBef>
              <a:buFont typeface="Wingdings" panose="05000000000000000000" pitchFamily="2" charset="2"/>
              <a:buNone/>
              <a:defRPr/>
            </a:pPr>
            <a:r>
              <a:rPr lang="en-GB" altLang="fr-FR" sz="2667" dirty="0">
                <a:solidFill>
                  <a:srgbClr val="FFFFFF"/>
                </a:solidFill>
                <a:latin typeface="Calibri" panose="020F0502020204030204" pitchFamily="34" charset="0"/>
              </a:rPr>
              <a:t>"Exploratory testing is simultaneous learning, </a:t>
            </a:r>
            <a:br>
              <a:rPr lang="en-GB" altLang="fr-FR" sz="2667" dirty="0">
                <a:solidFill>
                  <a:srgbClr val="FFFFFF"/>
                </a:solidFill>
                <a:latin typeface="Calibri" panose="020F0502020204030204" pitchFamily="34" charset="0"/>
              </a:rPr>
            </a:br>
            <a:r>
              <a:rPr lang="en-GB" altLang="fr-FR" sz="2667" dirty="0">
                <a:solidFill>
                  <a:srgbClr val="FFFFFF"/>
                </a:solidFill>
                <a:latin typeface="Calibri" panose="020F0502020204030204" pitchFamily="34" charset="0"/>
              </a:rPr>
              <a:t>test design and test execution</a:t>
            </a:r>
            <a:r>
              <a:rPr lang="en-GB" altLang="en-US" sz="2667" dirty="0">
                <a:solidFill>
                  <a:srgbClr val="FFFFFF"/>
                </a:solidFill>
                <a:latin typeface="Calibri" panose="020F0502020204030204" pitchFamily="34" charset="0"/>
              </a:rPr>
              <a:t>”</a:t>
            </a:r>
            <a:endParaRPr lang="nb-NO" altLang="ja-JP" sz="2667" dirty="0">
              <a:solidFill>
                <a:srgbClr val="FFFFFF"/>
              </a:solidFill>
              <a:latin typeface="Calibri" panose="020F0502020204030204" pitchFamily="34" charset="0"/>
            </a:endParaRPr>
          </a:p>
          <a:p>
            <a:pPr algn="r" eaLnBrk="1" hangingPunct="1">
              <a:lnSpc>
                <a:spcPct val="90000"/>
              </a:lnSpc>
              <a:spcBef>
                <a:spcPct val="50000"/>
              </a:spcBef>
              <a:buFont typeface="Wingdings" panose="05000000000000000000" pitchFamily="2" charset="2"/>
              <a:buNone/>
              <a:defRPr/>
            </a:pPr>
            <a:r>
              <a:rPr lang="en-GB" altLang="fr-FR" sz="2667" dirty="0">
                <a:solidFill>
                  <a:srgbClr val="FFFFFF"/>
                </a:solidFill>
                <a:latin typeface="Calibri" panose="020F0502020204030204" pitchFamily="34" charset="0"/>
              </a:rPr>
              <a:t>James Bach</a:t>
            </a:r>
            <a:endParaRPr lang="en-US" altLang="fr-FR" sz="2667" dirty="0">
              <a:solidFill>
                <a:srgbClr val="FFFFFF"/>
              </a:solidFill>
              <a:latin typeface="Calibri" panose="020F0502020204030204" pitchFamily="34" charset="0"/>
            </a:endParaRPr>
          </a:p>
        </p:txBody>
      </p:sp>
      <p:sp>
        <p:nvSpPr>
          <p:cNvPr id="723974" name="Rectangle 5">
            <a:extLst>
              <a:ext uri="{FF2B5EF4-FFF2-40B4-BE49-F238E27FC236}">
                <a16:creationId xmlns:a16="http://schemas.microsoft.com/office/drawing/2014/main" id="{A2B935C4-E96E-4A49-B023-174DFABEA947}"/>
              </a:ext>
            </a:extLst>
          </p:cNvPr>
          <p:cNvSpPr>
            <a:spLocks noChangeArrowheads="1"/>
          </p:cNvSpPr>
          <p:nvPr/>
        </p:nvSpPr>
        <p:spPr bwMode="auto">
          <a:xfrm>
            <a:off x="839611" y="5169959"/>
            <a:ext cx="8600722" cy="1036374"/>
          </a:xfrm>
          <a:prstGeom prst="rect">
            <a:avLst/>
          </a:prstGeom>
          <a:solidFill>
            <a:schemeClr val="accent1"/>
          </a:solidFill>
          <a:ln>
            <a:noFill/>
          </a:ln>
          <a:effectLst>
            <a:outerShdw blurRad="63500" dist="107763" dir="2700000" algn="ctr" rotWithShape="0">
              <a:srgbClr val="000000">
                <a:alpha val="50000"/>
              </a:srgbClr>
            </a:outerShdw>
          </a:effec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lnSpc>
                <a:spcPct val="90000"/>
              </a:lnSpc>
              <a:spcBef>
                <a:spcPct val="50000"/>
              </a:spcBef>
              <a:buFont typeface="Wingdings" panose="05000000000000000000" pitchFamily="2" charset="2"/>
              <a:buNone/>
              <a:defRPr/>
            </a:pPr>
            <a:r>
              <a:rPr lang="nb-NO" altLang="en-US" sz="2667">
                <a:solidFill>
                  <a:srgbClr val="FFFFFF"/>
                </a:solidFill>
                <a:latin typeface="Calibri" panose="020F0502020204030204" pitchFamily="34" charset="0"/>
              </a:rPr>
              <a:t>”</a:t>
            </a:r>
            <a:r>
              <a:rPr lang="nb-NO" altLang="fr-FR" sz="2667">
                <a:solidFill>
                  <a:srgbClr val="FFFFFF"/>
                </a:solidFill>
                <a:latin typeface="Calibri" panose="020F0502020204030204" pitchFamily="34" charset="0"/>
              </a:rPr>
              <a:t>Scientific thinking in real time</a:t>
            </a:r>
            <a:r>
              <a:rPr lang="nb-NO" altLang="en-US" sz="2667">
                <a:solidFill>
                  <a:srgbClr val="FFFFFF"/>
                </a:solidFill>
                <a:latin typeface="Calibri" panose="020F0502020204030204" pitchFamily="34" charset="0"/>
              </a:rPr>
              <a:t>”</a:t>
            </a:r>
            <a:endParaRPr lang="en-GB" altLang="ja-JP" sz="2667">
              <a:solidFill>
                <a:srgbClr val="FFFFFF"/>
              </a:solidFill>
              <a:latin typeface="Calibri" panose="020F0502020204030204" pitchFamily="34" charset="0"/>
            </a:endParaRPr>
          </a:p>
          <a:p>
            <a:pPr algn="r" eaLnBrk="1" hangingPunct="1">
              <a:lnSpc>
                <a:spcPct val="90000"/>
              </a:lnSpc>
              <a:spcBef>
                <a:spcPct val="50000"/>
              </a:spcBef>
              <a:buFont typeface="Wingdings" panose="05000000000000000000" pitchFamily="2" charset="2"/>
              <a:buNone/>
              <a:defRPr/>
            </a:pPr>
            <a:r>
              <a:rPr lang="en-GB" altLang="fr-FR" sz="2667">
                <a:solidFill>
                  <a:srgbClr val="FFFFFF"/>
                </a:solidFill>
                <a:latin typeface="Calibri" panose="020F0502020204030204" pitchFamily="34" charset="0"/>
              </a:rPr>
              <a:t>James Bach</a:t>
            </a:r>
            <a:endParaRPr lang="en-US" altLang="fr-FR" sz="2667">
              <a:solidFill>
                <a:srgbClr val="FFFFFF"/>
              </a:solidFill>
              <a:latin typeface="Calibri" panose="020F0502020204030204" pitchFamily="34" charset="0"/>
            </a:endParaRPr>
          </a:p>
        </p:txBody>
      </p:sp>
      <p:sp>
        <p:nvSpPr>
          <p:cNvPr id="12294" name="Rectangle 9">
            <a:extLst>
              <a:ext uri="{FF2B5EF4-FFF2-40B4-BE49-F238E27FC236}">
                <a16:creationId xmlns:a16="http://schemas.microsoft.com/office/drawing/2014/main" id="{83E3BA48-94C2-4320-B2AF-5A873974AF58}"/>
              </a:ext>
            </a:extLst>
          </p:cNvPr>
          <p:cNvSpPr>
            <a:spLocks noChangeArrowheads="1"/>
          </p:cNvSpPr>
          <p:nvPr/>
        </p:nvSpPr>
        <p:spPr bwMode="auto">
          <a:xfrm>
            <a:off x="1934987" y="5605639"/>
            <a:ext cx="1107996" cy="584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eaLnBrk="1" hangingPunct="1">
              <a:lnSpc>
                <a:spcPct val="90000"/>
              </a:lnSpc>
              <a:spcBef>
                <a:spcPct val="50000"/>
              </a:spcBef>
            </a:pPr>
            <a:r>
              <a:rPr lang="nl-BE" altLang="fr-FR" sz="3556">
                <a:solidFill>
                  <a:schemeClr val="bg1"/>
                </a:solidFill>
                <a:latin typeface="Calibri" panose="020F0502020204030204" pitchFamily="34" charset="0"/>
              </a:rPr>
              <a:t>2001</a:t>
            </a:r>
          </a:p>
        </p:txBody>
      </p:sp>
      <p:sp>
        <p:nvSpPr>
          <p:cNvPr id="12295" name="Rectangle 8">
            <a:extLst>
              <a:ext uri="{FF2B5EF4-FFF2-40B4-BE49-F238E27FC236}">
                <a16:creationId xmlns:a16="http://schemas.microsoft.com/office/drawing/2014/main" id="{A4A70EE8-9551-4D7C-B348-C9EFCCC7A2F9}"/>
              </a:ext>
            </a:extLst>
          </p:cNvPr>
          <p:cNvSpPr>
            <a:spLocks noChangeArrowheads="1"/>
          </p:cNvSpPr>
          <p:nvPr/>
        </p:nvSpPr>
        <p:spPr bwMode="auto">
          <a:xfrm>
            <a:off x="1934987" y="3954639"/>
            <a:ext cx="1107996" cy="584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eaLnBrk="1" hangingPunct="1">
              <a:lnSpc>
                <a:spcPct val="90000"/>
              </a:lnSpc>
              <a:spcBef>
                <a:spcPct val="50000"/>
              </a:spcBef>
            </a:pPr>
            <a:r>
              <a:rPr lang="nl-BE" altLang="fr-FR" sz="3556">
                <a:solidFill>
                  <a:schemeClr val="bg1"/>
                </a:solidFill>
                <a:latin typeface="Calibri" panose="020F0502020204030204" pitchFamily="34" charset="0"/>
              </a:rPr>
              <a:t>1995</a:t>
            </a:r>
          </a:p>
        </p:txBody>
      </p:sp>
      <p:pic>
        <p:nvPicPr>
          <p:cNvPr id="723977" name="Picture 12" descr="jamesbach">
            <a:extLst>
              <a:ext uri="{FF2B5EF4-FFF2-40B4-BE49-F238E27FC236}">
                <a16:creationId xmlns:a16="http://schemas.microsoft.com/office/drawing/2014/main" id="{D3A0C5B7-CC72-49E4-A6DC-B2BE78A071AE}"/>
              </a:ext>
            </a:extLst>
          </p:cNvPr>
          <p:cNvPicPr>
            <a:picLocks noChangeAspect="1" noChangeArrowheads="1"/>
          </p:cNvPicPr>
          <p:nvPr/>
        </p:nvPicPr>
        <p:blipFill>
          <a:blip r:embed="rId4"/>
          <a:srcRect/>
          <a:stretch>
            <a:fillRect/>
          </a:stretch>
        </p:blipFill>
        <p:spPr bwMode="auto">
          <a:xfrm>
            <a:off x="599722" y="3716514"/>
            <a:ext cx="1307042" cy="1213556"/>
          </a:xfrm>
          <a:prstGeom prst="rect">
            <a:avLst/>
          </a:prstGeom>
          <a:noFill/>
          <a:ln>
            <a:noFill/>
          </a:ln>
          <a:effectLst>
            <a:outerShdw blurRad="63500" dist="107763" dir="2700000" algn="ctr" rotWithShape="0">
              <a:srgbClr val="000000">
                <a:alpha val="50000"/>
              </a:srgbClr>
            </a:outerShdw>
          </a:effectLst>
        </p:spPr>
      </p:pic>
      <p:pic>
        <p:nvPicPr>
          <p:cNvPr id="723978" name="Picture 13" descr="jamesbach">
            <a:extLst>
              <a:ext uri="{FF2B5EF4-FFF2-40B4-BE49-F238E27FC236}">
                <a16:creationId xmlns:a16="http://schemas.microsoft.com/office/drawing/2014/main" id="{9A0ABB34-F741-452E-9A56-2FF72299A6D9}"/>
              </a:ext>
            </a:extLst>
          </p:cNvPr>
          <p:cNvPicPr>
            <a:picLocks noChangeAspect="1" noChangeArrowheads="1"/>
          </p:cNvPicPr>
          <p:nvPr/>
        </p:nvPicPr>
        <p:blipFill>
          <a:blip r:embed="rId4"/>
          <a:srcRect/>
          <a:stretch>
            <a:fillRect/>
          </a:stretch>
        </p:blipFill>
        <p:spPr bwMode="auto">
          <a:xfrm>
            <a:off x="599722" y="5397500"/>
            <a:ext cx="1307042" cy="1213556"/>
          </a:xfrm>
          <a:prstGeom prst="rect">
            <a:avLst/>
          </a:prstGeom>
          <a:noFill/>
          <a:ln>
            <a:noFill/>
          </a:ln>
          <a:effectLst>
            <a:outerShdw blurRad="63500" dist="107763" dir="2700000" algn="ctr" rotWithShape="0">
              <a:srgbClr val="000000">
                <a:alpha val="50000"/>
              </a:srgbClr>
            </a:outerShdw>
          </a:effectLst>
        </p:spPr>
      </p:pic>
      <p:pic>
        <p:nvPicPr>
          <p:cNvPr id="723979" name="Picture 14" descr="Dr_-Cem-Kaner-245x3001">
            <a:extLst>
              <a:ext uri="{FF2B5EF4-FFF2-40B4-BE49-F238E27FC236}">
                <a16:creationId xmlns:a16="http://schemas.microsoft.com/office/drawing/2014/main" id="{1D8817EB-00D8-48C3-8C59-DC5B12BAAEFC}"/>
              </a:ext>
            </a:extLst>
          </p:cNvPr>
          <p:cNvPicPr>
            <a:picLocks noChangeAspect="1" noChangeArrowheads="1"/>
          </p:cNvPicPr>
          <p:nvPr/>
        </p:nvPicPr>
        <p:blipFill>
          <a:blip r:embed="rId5"/>
          <a:srcRect/>
          <a:stretch>
            <a:fillRect/>
          </a:stretch>
        </p:blipFill>
        <p:spPr bwMode="auto">
          <a:xfrm>
            <a:off x="599723" y="1409348"/>
            <a:ext cx="1280583" cy="1508124"/>
          </a:xfrm>
          <a:prstGeom prst="rect">
            <a:avLst/>
          </a:prstGeom>
          <a:noFill/>
          <a:ln>
            <a:noFill/>
          </a:ln>
          <a:effectLst>
            <a:outerShdw blurRad="63500" dist="107763" dir="2700000" algn="ctr" rotWithShape="0">
              <a:srgbClr val="000000">
                <a:alpha val="50000"/>
              </a:srgbClr>
            </a:outerShdw>
          </a:effectLst>
        </p:spPr>
      </p:pic>
      <p:sp>
        <p:nvSpPr>
          <p:cNvPr id="12299" name="Rectangle 16">
            <a:extLst>
              <a:ext uri="{FF2B5EF4-FFF2-40B4-BE49-F238E27FC236}">
                <a16:creationId xmlns:a16="http://schemas.microsoft.com/office/drawing/2014/main" id="{B8F22BD2-FFB2-489F-A1AB-BB9695CF55B1}"/>
              </a:ext>
            </a:extLst>
          </p:cNvPr>
          <p:cNvSpPr>
            <a:spLocks noChangeArrowheads="1"/>
          </p:cNvSpPr>
          <p:nvPr/>
        </p:nvSpPr>
        <p:spPr bwMode="auto">
          <a:xfrm>
            <a:off x="1934987" y="2049639"/>
            <a:ext cx="1107996" cy="584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eaLnBrk="1" hangingPunct="1">
              <a:lnSpc>
                <a:spcPct val="90000"/>
              </a:lnSpc>
              <a:spcBef>
                <a:spcPct val="50000"/>
              </a:spcBef>
            </a:pPr>
            <a:r>
              <a:rPr lang="nl-BE" altLang="fr-FR" sz="3556">
                <a:solidFill>
                  <a:schemeClr val="bg1"/>
                </a:solidFill>
                <a:latin typeface="Calibri" panose="020F0502020204030204" pitchFamily="34" charset="0"/>
              </a:rPr>
              <a:t>1988</a:t>
            </a:r>
          </a:p>
        </p:txBody>
      </p:sp>
      <p:sp>
        <p:nvSpPr>
          <p:cNvPr id="2" name="Title 1">
            <a:extLst>
              <a:ext uri="{FF2B5EF4-FFF2-40B4-BE49-F238E27FC236}">
                <a16:creationId xmlns:a16="http://schemas.microsoft.com/office/drawing/2014/main" id="{BC2D74FE-4E20-4C89-868D-854FBBA65659}"/>
              </a:ext>
            </a:extLst>
          </p:cNvPr>
          <p:cNvSpPr>
            <a:spLocks noGrp="1"/>
          </p:cNvSpPr>
          <p:nvPr>
            <p:ph type="title"/>
          </p:nvPr>
        </p:nvSpPr>
        <p:spPr/>
        <p:txBody>
          <a:bodyPr/>
          <a:lstStyle/>
          <a:p>
            <a:r>
              <a:rPr lang="nl-BE" dirty="0"/>
              <a:t>Stap voor stap naar Verkennend Testen</a:t>
            </a:r>
          </a:p>
        </p:txBody>
      </p:sp>
      <p:sp>
        <p:nvSpPr>
          <p:cNvPr id="3" name="Text Placeholder 2">
            <a:extLst>
              <a:ext uri="{FF2B5EF4-FFF2-40B4-BE49-F238E27FC236}">
                <a16:creationId xmlns:a16="http://schemas.microsoft.com/office/drawing/2014/main" id="{7A19F570-10DA-4397-97D6-C81CA7457472}"/>
              </a:ext>
            </a:extLst>
          </p:cNvPr>
          <p:cNvSpPr>
            <a:spLocks noGrp="1"/>
          </p:cNvSpPr>
          <p:nvPr>
            <p:ph type="body" sz="quarter" idx="10"/>
          </p:nvPr>
        </p:nvSpPr>
        <p:spPr/>
        <p:txBody>
          <a:bodyPr/>
          <a:lstStyle/>
          <a:p>
            <a:endParaRPr lang="nl-BE"/>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39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2397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239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397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2397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2397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239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971" grpId="0" animBg="1"/>
      <p:bldP spid="723973" grpId="0" animBg="1"/>
      <p:bldP spid="72397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EB7D5A-6F97-4D8D-A37D-9340EC0E8D0C}"/>
              </a:ext>
            </a:extLst>
          </p:cNvPr>
          <p:cNvSpPr>
            <a:spLocks noGrp="1"/>
          </p:cNvSpPr>
          <p:nvPr>
            <p:ph type="title"/>
          </p:nvPr>
        </p:nvSpPr>
        <p:spPr/>
        <p:txBody>
          <a:bodyPr/>
          <a:lstStyle/>
          <a:p>
            <a:r>
              <a:rPr lang="nl-BE" dirty="0"/>
              <a:t>Stap voor stap naar Verkennend Testen</a:t>
            </a:r>
          </a:p>
        </p:txBody>
      </p:sp>
      <p:sp>
        <p:nvSpPr>
          <p:cNvPr id="15" name="Rectangle 5">
            <a:extLst>
              <a:ext uri="{FF2B5EF4-FFF2-40B4-BE49-F238E27FC236}">
                <a16:creationId xmlns:a16="http://schemas.microsoft.com/office/drawing/2014/main" id="{34F7F63D-4D54-4BDB-898C-E7AE0A2CE726}"/>
              </a:ext>
            </a:extLst>
          </p:cNvPr>
          <p:cNvSpPr>
            <a:spLocks noChangeArrowheads="1"/>
          </p:cNvSpPr>
          <p:nvPr/>
        </p:nvSpPr>
        <p:spPr bwMode="auto">
          <a:xfrm>
            <a:off x="1011758" y="1628775"/>
            <a:ext cx="8388722" cy="1612900"/>
          </a:xfrm>
          <a:prstGeom prst="rect">
            <a:avLst/>
          </a:prstGeom>
          <a:solidFill>
            <a:schemeClr val="accent1"/>
          </a:solidFill>
          <a:ln>
            <a:noFill/>
          </a:ln>
          <a:effectLst>
            <a:outerShdw blurRad="63500" dist="107763" dir="2700000" algn="ctr" rotWithShape="0">
              <a:srgbClr val="000000">
                <a:alpha val="50000"/>
              </a:srgbClr>
            </a:outerShdw>
          </a:effectLst>
        </p:spPr>
        <p:txBody>
          <a:bodyPr wrap="square">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a:lnSpc>
                <a:spcPct val="90000"/>
              </a:lnSpc>
              <a:spcBef>
                <a:spcPct val="50000"/>
              </a:spcBef>
              <a:defRPr/>
            </a:pPr>
            <a:r>
              <a:rPr lang="ja-JP" altLang="en-US" sz="2400" dirty="0">
                <a:solidFill>
                  <a:srgbClr val="FFFFFF"/>
                </a:solidFill>
                <a:latin typeface="Calibri" panose="020F0502020204030204" pitchFamily="34" charset="0"/>
                <a:sym typeface="Arial Italic" panose="020B0604020202090204" pitchFamily="34" charset="0"/>
              </a:rPr>
              <a:t>”</a:t>
            </a:r>
            <a:r>
              <a:rPr lang="en-US" altLang="ja-JP" sz="2400" dirty="0">
                <a:solidFill>
                  <a:srgbClr val="FFFFFF"/>
                </a:solidFill>
                <a:latin typeface="Calibri" panose="020F0502020204030204" pitchFamily="34" charset="0"/>
                <a:sym typeface="Arial Italic" panose="020B0604020202090204" pitchFamily="34" charset="0"/>
              </a:rPr>
              <a:t>To the extent that the next test we do is influenced by </a:t>
            </a:r>
            <a:br>
              <a:rPr lang="en-US" altLang="ja-JP" sz="2400" dirty="0">
                <a:solidFill>
                  <a:srgbClr val="FFFFFF"/>
                </a:solidFill>
                <a:latin typeface="Calibri" panose="020F0502020204030204" pitchFamily="34" charset="0"/>
                <a:sym typeface="Arial Italic" panose="020B0604020202090204" pitchFamily="34" charset="0"/>
              </a:rPr>
            </a:br>
            <a:r>
              <a:rPr lang="en-US" altLang="ja-JP" sz="2400" dirty="0">
                <a:solidFill>
                  <a:srgbClr val="FFFFFF"/>
                </a:solidFill>
                <a:latin typeface="Calibri" panose="020F0502020204030204" pitchFamily="34" charset="0"/>
                <a:sym typeface="Arial Italic" panose="020B0604020202090204" pitchFamily="34" charset="0"/>
              </a:rPr>
              <a:t>the result of the last test we did, we are doing </a:t>
            </a:r>
            <a:br>
              <a:rPr lang="en-US" altLang="ja-JP" sz="2400" dirty="0">
                <a:solidFill>
                  <a:srgbClr val="FFFFFF"/>
                </a:solidFill>
                <a:latin typeface="Calibri" panose="020F0502020204030204" pitchFamily="34" charset="0"/>
                <a:sym typeface="Arial Italic" panose="020B0604020202090204" pitchFamily="34" charset="0"/>
              </a:rPr>
            </a:br>
            <a:r>
              <a:rPr lang="en-US" altLang="ja-JP" sz="2400" dirty="0">
                <a:solidFill>
                  <a:srgbClr val="FFFFFF"/>
                </a:solidFill>
                <a:latin typeface="Calibri" panose="020F0502020204030204" pitchFamily="34" charset="0"/>
                <a:sym typeface="Arial Italic" panose="020B0604020202090204" pitchFamily="34" charset="0"/>
              </a:rPr>
              <a:t>exploratory testing.</a:t>
            </a:r>
            <a:r>
              <a:rPr lang="ja-JP" altLang="en-US" sz="2400" dirty="0">
                <a:solidFill>
                  <a:srgbClr val="FFFFFF"/>
                </a:solidFill>
                <a:latin typeface="Calibri" panose="020F0502020204030204" pitchFamily="34" charset="0"/>
                <a:sym typeface="Arial Italic" panose="020B0604020202090204" pitchFamily="34" charset="0"/>
              </a:rPr>
              <a:t>“</a:t>
            </a:r>
            <a:endParaRPr lang="nl-BE" altLang="ja-JP" b="1" i="1" dirty="0">
              <a:solidFill>
                <a:schemeClr val="bg1"/>
              </a:solidFill>
            </a:endParaRPr>
          </a:p>
          <a:p>
            <a:pPr algn="r" eaLnBrk="1" hangingPunct="1">
              <a:lnSpc>
                <a:spcPct val="90000"/>
              </a:lnSpc>
              <a:spcBef>
                <a:spcPct val="50000"/>
              </a:spcBef>
              <a:defRPr/>
            </a:pPr>
            <a:r>
              <a:rPr lang="nl-BE" altLang="fr-FR" sz="2400" dirty="0">
                <a:solidFill>
                  <a:srgbClr val="FFFFFF"/>
                </a:solidFill>
                <a:latin typeface="Calibri" panose="020F0502020204030204" pitchFamily="34" charset="0"/>
              </a:rPr>
              <a:t>James Bach</a:t>
            </a:r>
          </a:p>
        </p:txBody>
      </p:sp>
      <p:sp>
        <p:nvSpPr>
          <p:cNvPr id="16" name="Rectangle 5">
            <a:extLst>
              <a:ext uri="{FF2B5EF4-FFF2-40B4-BE49-F238E27FC236}">
                <a16:creationId xmlns:a16="http://schemas.microsoft.com/office/drawing/2014/main" id="{5ADD35AB-EF1C-4A1C-B75B-C8D4C55673F8}"/>
              </a:ext>
            </a:extLst>
          </p:cNvPr>
          <p:cNvSpPr>
            <a:spLocks noChangeArrowheads="1"/>
          </p:cNvSpPr>
          <p:nvPr/>
        </p:nvSpPr>
        <p:spPr bwMode="auto">
          <a:xfrm>
            <a:off x="1011758" y="3732213"/>
            <a:ext cx="8388722" cy="1281112"/>
          </a:xfrm>
          <a:prstGeom prst="rect">
            <a:avLst/>
          </a:prstGeom>
          <a:solidFill>
            <a:schemeClr val="accent1"/>
          </a:solidFill>
          <a:ln>
            <a:noFill/>
          </a:ln>
          <a:effectLst>
            <a:outerShdw blurRad="63500" dist="107763" dir="2700000" algn="ctr" rotWithShape="0">
              <a:srgbClr val="000000">
                <a:alpha val="50000"/>
              </a:srgbClr>
            </a:outerShdw>
          </a:effectLst>
        </p:spPr>
        <p:txBody>
          <a:bodyPr wrap="square">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a:lnSpc>
                <a:spcPct val="90000"/>
              </a:lnSpc>
              <a:spcBef>
                <a:spcPct val="50000"/>
              </a:spcBef>
              <a:buFont typeface="Wingdings" panose="05000000000000000000" pitchFamily="2" charset="2"/>
              <a:buNone/>
              <a:defRPr/>
            </a:pPr>
            <a:r>
              <a:rPr lang="nb-NO" altLang="en-US" sz="2400" dirty="0">
                <a:solidFill>
                  <a:srgbClr val="FFFFFF"/>
                </a:solidFill>
                <a:latin typeface="Calibri" panose="020F0502020204030204" pitchFamily="34" charset="0"/>
              </a:rPr>
              <a:t>”</a:t>
            </a:r>
            <a:r>
              <a:rPr lang="en-US" altLang="ja-JP" sz="2400" dirty="0">
                <a:solidFill>
                  <a:srgbClr val="FFFFFF"/>
                </a:solidFill>
                <a:latin typeface="Calibri" panose="020F0502020204030204" pitchFamily="34" charset="0"/>
                <a:sym typeface="Arial Italic" panose="020B0604020202090204" pitchFamily="34" charset="0"/>
              </a:rPr>
              <a:t>Simultaneous test design, test execution </a:t>
            </a:r>
            <a:br>
              <a:rPr lang="en-US" altLang="ja-JP" sz="2400" dirty="0">
                <a:solidFill>
                  <a:srgbClr val="FFFFFF"/>
                </a:solidFill>
                <a:latin typeface="Calibri" panose="020F0502020204030204" pitchFamily="34" charset="0"/>
                <a:sym typeface="Arial Italic" panose="020B0604020202090204" pitchFamily="34" charset="0"/>
              </a:rPr>
            </a:br>
            <a:r>
              <a:rPr lang="en-US" altLang="ja-JP" sz="2400" dirty="0">
                <a:solidFill>
                  <a:srgbClr val="FFFFFF"/>
                </a:solidFill>
                <a:latin typeface="Calibri" panose="020F0502020204030204" pitchFamily="34" charset="0"/>
                <a:sym typeface="Arial Italic" panose="020B0604020202090204" pitchFamily="34" charset="0"/>
              </a:rPr>
              <a:t>and learning, with an emphasis on learning</a:t>
            </a:r>
            <a:r>
              <a:rPr lang="nb-NO" altLang="en-US" sz="2400" dirty="0">
                <a:solidFill>
                  <a:srgbClr val="FFFFFF"/>
                </a:solidFill>
                <a:latin typeface="Calibri" panose="020F0502020204030204" pitchFamily="34" charset="0"/>
              </a:rPr>
              <a:t>”</a:t>
            </a:r>
            <a:endParaRPr lang="nb-NO" altLang="ja-JP" sz="2400" dirty="0">
              <a:solidFill>
                <a:srgbClr val="FFFFFF"/>
              </a:solidFill>
              <a:latin typeface="Calibri" panose="020F0502020204030204" pitchFamily="34" charset="0"/>
            </a:endParaRPr>
          </a:p>
          <a:p>
            <a:pPr algn="r" eaLnBrk="1" hangingPunct="1">
              <a:lnSpc>
                <a:spcPct val="90000"/>
              </a:lnSpc>
              <a:spcBef>
                <a:spcPct val="50000"/>
              </a:spcBef>
              <a:defRPr/>
            </a:pPr>
            <a:r>
              <a:rPr lang="en-GB" altLang="fr-FR" sz="2400" dirty="0" err="1">
                <a:solidFill>
                  <a:srgbClr val="FFFFFF"/>
                </a:solidFill>
                <a:latin typeface="Calibri" panose="020F0502020204030204" pitchFamily="34" charset="0"/>
              </a:rPr>
              <a:t>Cem</a:t>
            </a:r>
            <a:r>
              <a:rPr lang="en-GB" altLang="fr-FR" sz="2400" dirty="0">
                <a:solidFill>
                  <a:srgbClr val="FFFFFF"/>
                </a:solidFill>
                <a:latin typeface="Calibri" panose="020F0502020204030204" pitchFamily="34" charset="0"/>
              </a:rPr>
              <a:t> </a:t>
            </a:r>
            <a:r>
              <a:rPr lang="en-GB" altLang="fr-FR" sz="2400" dirty="0" err="1">
                <a:solidFill>
                  <a:srgbClr val="FFFFFF"/>
                </a:solidFill>
                <a:latin typeface="Calibri" panose="020F0502020204030204" pitchFamily="34" charset="0"/>
              </a:rPr>
              <a:t>Kaner</a:t>
            </a:r>
            <a:endParaRPr lang="en-US" altLang="fr-FR" sz="2400" dirty="0">
              <a:solidFill>
                <a:srgbClr val="FFFFFF"/>
              </a:solidFill>
              <a:latin typeface="Calibri" panose="020F0502020204030204" pitchFamily="34" charset="0"/>
            </a:endParaRPr>
          </a:p>
        </p:txBody>
      </p:sp>
      <p:sp>
        <p:nvSpPr>
          <p:cNvPr id="17" name="Rectangle 9">
            <a:extLst>
              <a:ext uri="{FF2B5EF4-FFF2-40B4-BE49-F238E27FC236}">
                <a16:creationId xmlns:a16="http://schemas.microsoft.com/office/drawing/2014/main" id="{6FE41C9F-BCC6-4A5D-AE37-5967E929BAA1}"/>
              </a:ext>
            </a:extLst>
          </p:cNvPr>
          <p:cNvSpPr>
            <a:spLocks noChangeArrowheads="1"/>
          </p:cNvSpPr>
          <p:nvPr/>
        </p:nvSpPr>
        <p:spPr bwMode="auto">
          <a:xfrm>
            <a:off x="1875358" y="4468813"/>
            <a:ext cx="1017588" cy="544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eaLnBrk="1" hangingPunct="1">
              <a:lnSpc>
                <a:spcPct val="90000"/>
              </a:lnSpc>
              <a:spcBef>
                <a:spcPct val="50000"/>
              </a:spcBef>
            </a:pPr>
            <a:r>
              <a:rPr lang="nl-BE" altLang="fr-FR" sz="3200">
                <a:solidFill>
                  <a:schemeClr val="bg1"/>
                </a:solidFill>
                <a:latin typeface="Calibri" panose="020F0502020204030204" pitchFamily="34" charset="0"/>
              </a:rPr>
              <a:t>2005</a:t>
            </a:r>
          </a:p>
        </p:txBody>
      </p:sp>
      <p:pic>
        <p:nvPicPr>
          <p:cNvPr id="18" name="Picture 12" descr="jamesbach">
            <a:extLst>
              <a:ext uri="{FF2B5EF4-FFF2-40B4-BE49-F238E27FC236}">
                <a16:creationId xmlns:a16="http://schemas.microsoft.com/office/drawing/2014/main" id="{6AC1811B-3395-46D5-91F1-C1424FDD033A}"/>
              </a:ext>
            </a:extLst>
          </p:cNvPr>
          <p:cNvPicPr>
            <a:picLocks noChangeAspect="1" noChangeArrowheads="1"/>
          </p:cNvPicPr>
          <p:nvPr/>
        </p:nvPicPr>
        <p:blipFill>
          <a:blip r:embed="rId3"/>
          <a:srcRect/>
          <a:stretch>
            <a:fillRect/>
          </a:stretch>
        </p:blipFill>
        <p:spPr bwMode="auto">
          <a:xfrm>
            <a:off x="579958" y="2336800"/>
            <a:ext cx="1176338" cy="1092200"/>
          </a:xfrm>
          <a:prstGeom prst="rect">
            <a:avLst/>
          </a:prstGeom>
          <a:noFill/>
          <a:ln>
            <a:noFill/>
          </a:ln>
          <a:effectLst>
            <a:outerShdw blurRad="63500" dist="107763" dir="2700000" algn="ctr" rotWithShape="0">
              <a:srgbClr val="000000">
                <a:alpha val="50000"/>
              </a:srgbClr>
            </a:outerShdw>
          </a:effectLst>
        </p:spPr>
      </p:pic>
      <p:sp>
        <p:nvSpPr>
          <p:cNvPr id="19" name="Rectangle 16">
            <a:extLst>
              <a:ext uri="{FF2B5EF4-FFF2-40B4-BE49-F238E27FC236}">
                <a16:creationId xmlns:a16="http://schemas.microsoft.com/office/drawing/2014/main" id="{B4E75AB0-842B-4065-B6EA-40267F51B186}"/>
              </a:ext>
            </a:extLst>
          </p:cNvPr>
          <p:cNvSpPr>
            <a:spLocks noChangeArrowheads="1"/>
          </p:cNvSpPr>
          <p:nvPr/>
        </p:nvSpPr>
        <p:spPr bwMode="auto">
          <a:xfrm>
            <a:off x="1867421" y="2708275"/>
            <a:ext cx="1016000" cy="544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eaLnBrk="1" hangingPunct="1">
              <a:lnSpc>
                <a:spcPct val="90000"/>
              </a:lnSpc>
              <a:spcBef>
                <a:spcPct val="50000"/>
              </a:spcBef>
            </a:pPr>
            <a:r>
              <a:rPr lang="nl-BE" altLang="fr-FR" sz="3200">
                <a:solidFill>
                  <a:schemeClr val="bg1"/>
                </a:solidFill>
                <a:latin typeface="Calibri" panose="020F0502020204030204" pitchFamily="34" charset="0"/>
              </a:rPr>
              <a:t>2001</a:t>
            </a:r>
          </a:p>
        </p:txBody>
      </p:sp>
      <p:pic>
        <p:nvPicPr>
          <p:cNvPr id="20" name="Picture 14" descr="Dr_-Cem-Kaner-245x3001">
            <a:extLst>
              <a:ext uri="{FF2B5EF4-FFF2-40B4-BE49-F238E27FC236}">
                <a16:creationId xmlns:a16="http://schemas.microsoft.com/office/drawing/2014/main" id="{5D365622-9BEF-4733-9F52-5DFCE471D83B}"/>
              </a:ext>
            </a:extLst>
          </p:cNvPr>
          <p:cNvPicPr>
            <a:picLocks noChangeAspect="1" noChangeArrowheads="1"/>
          </p:cNvPicPr>
          <p:nvPr/>
        </p:nvPicPr>
        <p:blipFill>
          <a:blip r:embed="rId4"/>
          <a:srcRect/>
          <a:stretch>
            <a:fillRect/>
          </a:stretch>
        </p:blipFill>
        <p:spPr bwMode="auto">
          <a:xfrm>
            <a:off x="579958" y="4076700"/>
            <a:ext cx="1223963" cy="1357313"/>
          </a:xfrm>
          <a:prstGeom prst="rect">
            <a:avLst/>
          </a:prstGeom>
          <a:noFill/>
          <a:ln>
            <a:noFill/>
          </a:ln>
          <a:effectLst>
            <a:outerShdw blurRad="63500" dist="107763" dir="2700000" algn="ctr" rotWithShape="0">
              <a:srgbClr val="000000">
                <a:alpha val="50000"/>
              </a:srgbClr>
            </a:outerShdw>
          </a:effectLst>
        </p:spPr>
      </p:pic>
    </p:spTree>
    <p:extLst>
      <p:ext uri="{BB962C8B-B14F-4D97-AF65-F5344CB8AC3E}">
        <p14:creationId xmlns:p14="http://schemas.microsoft.com/office/powerpoint/2010/main" val="717003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A3465867-77EC-4995-B791-901548756D10}"/>
              </a:ext>
            </a:extLst>
          </p:cNvPr>
          <p:cNvSpPr txBox="1">
            <a:spLocks noGrp="1"/>
          </p:cNvSpPr>
          <p:nvPr/>
        </p:nvSpPr>
        <p:spPr bwMode="auto">
          <a:xfrm>
            <a:off x="9046987" y="7201960"/>
            <a:ext cx="735541" cy="31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lnSpc>
                <a:spcPct val="95000"/>
              </a:lnSpc>
              <a:spcBef>
                <a:spcPct val="50000"/>
              </a:spcBef>
            </a:pPr>
            <a:fld id="{99192F7F-4F19-4883-BE83-8A3BACE413B4}" type="slidenum">
              <a:rPr lang="en-US" altLang="fr-FR" sz="1333">
                <a:solidFill>
                  <a:srgbClr val="FAE9B8"/>
                </a:solidFill>
                <a:latin typeface="Arial" panose="020B0604020202020204" pitchFamily="34" charset="0"/>
              </a:rPr>
              <a:pPr algn="r" eaLnBrk="1" hangingPunct="1">
                <a:lnSpc>
                  <a:spcPct val="95000"/>
                </a:lnSpc>
                <a:spcBef>
                  <a:spcPct val="50000"/>
                </a:spcBef>
              </a:pPr>
              <a:t>21</a:t>
            </a:fld>
            <a:endParaRPr lang="en-US" altLang="fr-FR" sz="1333">
              <a:solidFill>
                <a:srgbClr val="FAE9B8"/>
              </a:solidFill>
              <a:latin typeface="Arial" panose="020B0604020202020204" pitchFamily="34" charset="0"/>
            </a:endParaRPr>
          </a:p>
        </p:txBody>
      </p:sp>
      <p:grpSp>
        <p:nvGrpSpPr>
          <p:cNvPr id="24581" name="Group 4">
            <a:extLst>
              <a:ext uri="{FF2B5EF4-FFF2-40B4-BE49-F238E27FC236}">
                <a16:creationId xmlns:a16="http://schemas.microsoft.com/office/drawing/2014/main" id="{2136C9E6-1766-4472-92D4-841ADA9CAD24}"/>
              </a:ext>
            </a:extLst>
          </p:cNvPr>
          <p:cNvGrpSpPr>
            <a:grpSpLocks/>
          </p:cNvGrpSpPr>
          <p:nvPr/>
        </p:nvGrpSpPr>
        <p:grpSpPr bwMode="auto">
          <a:xfrm>
            <a:off x="2658182" y="1762125"/>
            <a:ext cx="3217332" cy="3048001"/>
            <a:chOff x="960" y="1544"/>
            <a:chExt cx="1824" cy="1728"/>
          </a:xfrm>
          <a:solidFill>
            <a:schemeClr val="bg2">
              <a:alpha val="45000"/>
            </a:schemeClr>
          </a:solidFill>
        </p:grpSpPr>
        <p:sp>
          <p:nvSpPr>
            <p:cNvPr id="24595" name="Oval 5">
              <a:extLst>
                <a:ext uri="{FF2B5EF4-FFF2-40B4-BE49-F238E27FC236}">
                  <a16:creationId xmlns:a16="http://schemas.microsoft.com/office/drawing/2014/main" id="{B0D8EC03-0EA4-4B9A-8BC2-8386921E791A}"/>
                </a:ext>
              </a:extLst>
            </p:cNvPr>
            <p:cNvSpPr>
              <a:spLocks noChangeArrowheads="1"/>
            </p:cNvSpPr>
            <p:nvPr/>
          </p:nvSpPr>
          <p:spPr bwMode="auto">
            <a:xfrm>
              <a:off x="960" y="1544"/>
              <a:ext cx="1824" cy="1728"/>
            </a:xfrm>
            <a:prstGeom prst="ellipse">
              <a:avLst/>
            </a:prstGeom>
            <a:grpFill/>
            <a:ln w="25400" algn="ctr">
              <a:solidFill>
                <a:schemeClr val="tx1"/>
              </a:solidFill>
              <a:round/>
              <a:headEnd/>
              <a:tailEnd/>
            </a:ln>
          </p:spPr>
          <p:txBody>
            <a:bodyPr anchor="ctr"/>
            <a:lstStyle/>
            <a:p>
              <a:pPr marL="324552" indent="-324552" algn="ctr">
                <a:lnSpc>
                  <a:spcPct val="90000"/>
                </a:lnSpc>
                <a:spcBef>
                  <a:spcPct val="50000"/>
                </a:spcBef>
                <a:defRPr/>
              </a:pPr>
              <a:endParaRPr lang="en-GB" sz="1111">
                <a:latin typeface="Tahoma" pitchFamily="34" charset="0"/>
              </a:endParaRPr>
            </a:p>
          </p:txBody>
        </p:sp>
        <p:sp>
          <p:nvSpPr>
            <p:cNvPr id="24596" name="Text Box 6">
              <a:extLst>
                <a:ext uri="{FF2B5EF4-FFF2-40B4-BE49-F238E27FC236}">
                  <a16:creationId xmlns:a16="http://schemas.microsoft.com/office/drawing/2014/main" id="{EF0392A9-79D2-4E7B-A5E4-E676F31AA4AC}"/>
                </a:ext>
              </a:extLst>
            </p:cNvPr>
            <p:cNvSpPr txBox="1">
              <a:spLocks noChangeArrowheads="1"/>
            </p:cNvSpPr>
            <p:nvPr/>
          </p:nvSpPr>
          <p:spPr bwMode="auto">
            <a:xfrm>
              <a:off x="1078" y="2022"/>
              <a:ext cx="1704" cy="541"/>
            </a:xfrm>
            <a:prstGeom prst="rect">
              <a:avLst/>
            </a:prstGeom>
            <a:noFill/>
            <a:ln>
              <a:noFill/>
            </a:ln>
          </p:spPr>
          <p:txBody>
            <a:bodyPr>
              <a:spAutoFit/>
            </a:bodyPr>
            <a:lstStyle>
              <a:lvl1pPr marL="292100" indent="-292100" eaLnBrk="0" hangingPunct="0">
                <a:defRPr sz="1200" b="1">
                  <a:solidFill>
                    <a:schemeClr val="tx2"/>
                  </a:solidFill>
                  <a:latin typeface="Arial" pitchFamily="34" charset="0"/>
                </a:defRPr>
              </a:lvl1pPr>
              <a:lvl2pPr marL="742950" indent="-285750" eaLnBrk="0" hangingPunct="0">
                <a:defRPr sz="1200" b="1">
                  <a:solidFill>
                    <a:schemeClr val="tx2"/>
                  </a:solidFill>
                  <a:latin typeface="Arial" pitchFamily="34" charset="0"/>
                </a:defRPr>
              </a:lvl2pPr>
              <a:lvl3pPr marL="1143000" indent="-228600" eaLnBrk="0" hangingPunct="0">
                <a:defRPr sz="1200" b="1">
                  <a:solidFill>
                    <a:schemeClr val="tx2"/>
                  </a:solidFill>
                  <a:latin typeface="Arial" pitchFamily="34" charset="0"/>
                </a:defRPr>
              </a:lvl3pPr>
              <a:lvl4pPr marL="1600200" indent="-228600" eaLnBrk="0" hangingPunct="0">
                <a:defRPr sz="1200" b="1">
                  <a:solidFill>
                    <a:schemeClr val="tx2"/>
                  </a:solidFill>
                  <a:latin typeface="Arial" pitchFamily="34" charset="0"/>
                </a:defRPr>
              </a:lvl4pPr>
              <a:lvl5pPr marL="2057400" indent="-228600" eaLnBrk="0" hangingPunct="0">
                <a:defRPr sz="1200" b="1">
                  <a:solidFill>
                    <a:schemeClr val="tx2"/>
                  </a:solidFill>
                  <a:latin typeface="Arial" pitchFamily="34" charset="0"/>
                </a:defRPr>
              </a:lvl5pPr>
              <a:lvl6pPr marL="2514600" indent="-228600" eaLnBrk="0" fontAlgn="base" hangingPunct="0">
                <a:spcBef>
                  <a:spcPct val="0"/>
                </a:spcBef>
                <a:spcAft>
                  <a:spcPct val="0"/>
                </a:spcAft>
                <a:defRPr sz="1200" b="1">
                  <a:solidFill>
                    <a:schemeClr val="tx2"/>
                  </a:solidFill>
                  <a:latin typeface="Arial" pitchFamily="34" charset="0"/>
                </a:defRPr>
              </a:lvl6pPr>
              <a:lvl7pPr marL="2971800" indent="-228600" eaLnBrk="0" fontAlgn="base" hangingPunct="0">
                <a:spcBef>
                  <a:spcPct val="0"/>
                </a:spcBef>
                <a:spcAft>
                  <a:spcPct val="0"/>
                </a:spcAft>
                <a:defRPr sz="1200" b="1">
                  <a:solidFill>
                    <a:schemeClr val="tx2"/>
                  </a:solidFill>
                  <a:latin typeface="Arial" pitchFamily="34" charset="0"/>
                </a:defRPr>
              </a:lvl7pPr>
              <a:lvl8pPr marL="3429000" indent="-228600" eaLnBrk="0" fontAlgn="base" hangingPunct="0">
                <a:spcBef>
                  <a:spcPct val="0"/>
                </a:spcBef>
                <a:spcAft>
                  <a:spcPct val="0"/>
                </a:spcAft>
                <a:defRPr sz="1200" b="1">
                  <a:solidFill>
                    <a:schemeClr val="tx2"/>
                  </a:solidFill>
                  <a:latin typeface="Arial" pitchFamily="34" charset="0"/>
                </a:defRPr>
              </a:lvl8pPr>
              <a:lvl9pPr marL="3886200" indent="-228600" eaLnBrk="0" fontAlgn="base" hangingPunct="0">
                <a:spcBef>
                  <a:spcPct val="0"/>
                </a:spcBef>
                <a:spcAft>
                  <a:spcPct val="0"/>
                </a:spcAft>
                <a:defRPr sz="1200" b="1">
                  <a:solidFill>
                    <a:schemeClr val="tx2"/>
                  </a:solidFill>
                  <a:latin typeface="Arial" pitchFamily="34" charset="0"/>
                </a:defRPr>
              </a:lvl9pPr>
            </a:lstStyle>
            <a:p>
              <a:pPr marL="0" indent="0" eaLnBrk="1" hangingPunct="1">
                <a:lnSpc>
                  <a:spcPct val="90000"/>
                </a:lnSpc>
                <a:spcBef>
                  <a:spcPct val="50000"/>
                </a:spcBef>
                <a:buFont typeface="Wingdings" pitchFamily="2" charset="2"/>
                <a:buNone/>
                <a:defRPr/>
              </a:pPr>
              <a:r>
                <a:rPr lang="nl-BE" sz="3111" b="0">
                  <a:solidFill>
                    <a:schemeClr val="tx1"/>
                  </a:solidFill>
                  <a:latin typeface="Calibri"/>
                  <a:cs typeface="Calibri"/>
                </a:rPr>
                <a:t>Verwachte </a:t>
              </a:r>
              <a:r>
                <a:rPr lang="en-US" sz="3111" b="0">
                  <a:solidFill>
                    <a:schemeClr val="tx1"/>
                  </a:solidFill>
                  <a:latin typeface="Calibri"/>
                  <a:cs typeface="Calibri"/>
                </a:rPr>
                <a:t>functionaliteit</a:t>
              </a:r>
              <a:endParaRPr lang="nl-BE" sz="3111" b="0">
                <a:solidFill>
                  <a:schemeClr val="tx1"/>
                </a:solidFill>
                <a:latin typeface="Calibri"/>
                <a:cs typeface="Calibri"/>
              </a:endParaRPr>
            </a:p>
          </p:txBody>
        </p:sp>
      </p:grpSp>
      <p:grpSp>
        <p:nvGrpSpPr>
          <p:cNvPr id="4" name="Group 10">
            <a:extLst>
              <a:ext uri="{FF2B5EF4-FFF2-40B4-BE49-F238E27FC236}">
                <a16:creationId xmlns:a16="http://schemas.microsoft.com/office/drawing/2014/main" id="{C0BF1352-CCF1-46D8-8F57-B0C6A28D4784}"/>
              </a:ext>
            </a:extLst>
          </p:cNvPr>
          <p:cNvGrpSpPr>
            <a:grpSpLocks/>
          </p:cNvGrpSpPr>
          <p:nvPr/>
        </p:nvGrpSpPr>
        <p:grpSpPr bwMode="auto">
          <a:xfrm>
            <a:off x="1559278" y="4044598"/>
            <a:ext cx="2300111" cy="2321277"/>
            <a:chOff x="770" y="2512"/>
            <a:chExt cx="1304" cy="1316"/>
          </a:xfrm>
        </p:grpSpPr>
        <p:sp>
          <p:nvSpPr>
            <p:cNvPr id="70670" name="Line 11">
              <a:extLst>
                <a:ext uri="{FF2B5EF4-FFF2-40B4-BE49-F238E27FC236}">
                  <a16:creationId xmlns:a16="http://schemas.microsoft.com/office/drawing/2014/main" id="{5C39DA7E-915A-410F-8102-22C763CDABDD}"/>
                </a:ext>
              </a:extLst>
            </p:cNvPr>
            <p:cNvSpPr>
              <a:spLocks noChangeShapeType="1"/>
            </p:cNvSpPr>
            <p:nvPr/>
          </p:nvSpPr>
          <p:spPr bwMode="auto">
            <a:xfrm flipH="1">
              <a:off x="1600" y="2512"/>
              <a:ext cx="424" cy="915"/>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70671" name="Text Box 12">
              <a:extLst>
                <a:ext uri="{FF2B5EF4-FFF2-40B4-BE49-F238E27FC236}">
                  <a16:creationId xmlns:a16="http://schemas.microsoft.com/office/drawing/2014/main" id="{39B7E5C6-0C75-4F51-8ED0-343903A38481}"/>
                </a:ext>
              </a:extLst>
            </p:cNvPr>
            <p:cNvSpPr txBox="1">
              <a:spLocks noChangeArrowheads="1"/>
            </p:cNvSpPr>
            <p:nvPr/>
          </p:nvSpPr>
          <p:spPr bwMode="auto">
            <a:xfrm>
              <a:off x="770" y="3427"/>
              <a:ext cx="1304"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0000"/>
                </a:lnSpc>
                <a:spcBef>
                  <a:spcPct val="50000"/>
                </a:spcBef>
                <a:buFont typeface="Wingdings" panose="05000000000000000000" pitchFamily="2" charset="2"/>
                <a:buNone/>
              </a:pPr>
              <a:r>
                <a:rPr lang="nl-BE" altLang="fr-FR" sz="2222">
                  <a:solidFill>
                    <a:srgbClr val="4B6771"/>
                  </a:solidFill>
                  <a:latin typeface="Calibri" panose="020F0502020204030204" pitchFamily="34" charset="0"/>
                </a:rPr>
                <a:t>Waarde niet opgeleverd</a:t>
              </a:r>
              <a:endParaRPr lang="en-US" altLang="fr-FR" sz="2222">
                <a:solidFill>
                  <a:srgbClr val="4B6771"/>
                </a:solidFill>
                <a:latin typeface="Calibri" panose="020F0502020204030204" pitchFamily="34" charset="0"/>
              </a:endParaRPr>
            </a:p>
          </p:txBody>
        </p:sp>
      </p:grpSp>
      <p:grpSp>
        <p:nvGrpSpPr>
          <p:cNvPr id="24582" name="Group 7">
            <a:extLst>
              <a:ext uri="{FF2B5EF4-FFF2-40B4-BE49-F238E27FC236}">
                <a16:creationId xmlns:a16="http://schemas.microsoft.com/office/drawing/2014/main" id="{9233E36D-5658-4F12-8E4A-ACD9D916B101}"/>
              </a:ext>
            </a:extLst>
          </p:cNvPr>
          <p:cNvGrpSpPr>
            <a:grpSpLocks/>
          </p:cNvGrpSpPr>
          <p:nvPr/>
        </p:nvGrpSpPr>
        <p:grpSpPr bwMode="auto">
          <a:xfrm>
            <a:off x="4302125" y="1749778"/>
            <a:ext cx="3217334" cy="3048000"/>
            <a:chOff x="960" y="1544"/>
            <a:chExt cx="1824" cy="1728"/>
          </a:xfrm>
          <a:solidFill>
            <a:schemeClr val="bg2">
              <a:alpha val="45000"/>
            </a:schemeClr>
          </a:solidFill>
        </p:grpSpPr>
        <p:sp>
          <p:nvSpPr>
            <p:cNvPr id="24593" name="Oval 8">
              <a:extLst>
                <a:ext uri="{FF2B5EF4-FFF2-40B4-BE49-F238E27FC236}">
                  <a16:creationId xmlns:a16="http://schemas.microsoft.com/office/drawing/2014/main" id="{D9C57517-38ED-4BC9-8D7A-CD9E08E0826D}"/>
                </a:ext>
              </a:extLst>
            </p:cNvPr>
            <p:cNvSpPr>
              <a:spLocks noChangeArrowheads="1"/>
            </p:cNvSpPr>
            <p:nvPr/>
          </p:nvSpPr>
          <p:spPr bwMode="auto">
            <a:xfrm>
              <a:off x="960" y="1544"/>
              <a:ext cx="1824" cy="1728"/>
            </a:xfrm>
            <a:prstGeom prst="ellipse">
              <a:avLst/>
            </a:prstGeom>
            <a:grpFill/>
            <a:ln w="25400" algn="ctr">
              <a:solidFill>
                <a:schemeClr val="tx1"/>
              </a:solidFill>
              <a:round/>
              <a:headEnd/>
              <a:tailEnd/>
            </a:ln>
          </p:spPr>
          <p:txBody>
            <a:bodyPr anchor="ctr"/>
            <a:lstStyle/>
            <a:p>
              <a:pPr marL="324552" indent="-324552" algn="ctr">
                <a:lnSpc>
                  <a:spcPct val="90000"/>
                </a:lnSpc>
                <a:spcBef>
                  <a:spcPct val="50000"/>
                </a:spcBef>
                <a:defRPr/>
              </a:pPr>
              <a:endParaRPr lang="en-GB" sz="1111">
                <a:latin typeface="Tahoma" pitchFamily="34" charset="0"/>
              </a:endParaRPr>
            </a:p>
          </p:txBody>
        </p:sp>
        <p:sp>
          <p:nvSpPr>
            <p:cNvPr id="24594" name="Text Box 9">
              <a:extLst>
                <a:ext uri="{FF2B5EF4-FFF2-40B4-BE49-F238E27FC236}">
                  <a16:creationId xmlns:a16="http://schemas.microsoft.com/office/drawing/2014/main" id="{331C5E33-E90C-4AF5-9012-393AA008FAF7}"/>
                </a:ext>
              </a:extLst>
            </p:cNvPr>
            <p:cNvSpPr txBox="1">
              <a:spLocks noChangeArrowheads="1"/>
            </p:cNvSpPr>
            <p:nvPr/>
          </p:nvSpPr>
          <p:spPr bwMode="auto">
            <a:xfrm>
              <a:off x="1024" y="2300"/>
              <a:ext cx="1704" cy="541"/>
            </a:xfrm>
            <a:prstGeom prst="rect">
              <a:avLst/>
            </a:prstGeom>
            <a:noFill/>
            <a:ln>
              <a:noFill/>
            </a:ln>
          </p:spPr>
          <p:txBody>
            <a:bodyPr>
              <a:spAutoFit/>
            </a:bodyPr>
            <a:lstStyle>
              <a:lvl1pPr marL="292100" indent="-292100" eaLnBrk="0" hangingPunct="0">
                <a:defRPr sz="1200" b="1">
                  <a:solidFill>
                    <a:schemeClr val="tx2"/>
                  </a:solidFill>
                  <a:latin typeface="Arial" pitchFamily="34" charset="0"/>
                </a:defRPr>
              </a:lvl1pPr>
              <a:lvl2pPr marL="742950" indent="-285750" eaLnBrk="0" hangingPunct="0">
                <a:defRPr sz="1200" b="1">
                  <a:solidFill>
                    <a:schemeClr val="tx2"/>
                  </a:solidFill>
                  <a:latin typeface="Arial" pitchFamily="34" charset="0"/>
                </a:defRPr>
              </a:lvl2pPr>
              <a:lvl3pPr marL="1143000" indent="-228600" eaLnBrk="0" hangingPunct="0">
                <a:defRPr sz="1200" b="1">
                  <a:solidFill>
                    <a:schemeClr val="tx2"/>
                  </a:solidFill>
                  <a:latin typeface="Arial" pitchFamily="34" charset="0"/>
                </a:defRPr>
              </a:lvl3pPr>
              <a:lvl4pPr marL="1600200" indent="-228600" eaLnBrk="0" hangingPunct="0">
                <a:defRPr sz="1200" b="1">
                  <a:solidFill>
                    <a:schemeClr val="tx2"/>
                  </a:solidFill>
                  <a:latin typeface="Arial" pitchFamily="34" charset="0"/>
                </a:defRPr>
              </a:lvl4pPr>
              <a:lvl5pPr marL="2057400" indent="-228600" eaLnBrk="0" hangingPunct="0">
                <a:defRPr sz="1200" b="1">
                  <a:solidFill>
                    <a:schemeClr val="tx2"/>
                  </a:solidFill>
                  <a:latin typeface="Arial" pitchFamily="34" charset="0"/>
                </a:defRPr>
              </a:lvl5pPr>
              <a:lvl6pPr marL="2514600" indent="-228600" eaLnBrk="0" fontAlgn="base" hangingPunct="0">
                <a:spcBef>
                  <a:spcPct val="0"/>
                </a:spcBef>
                <a:spcAft>
                  <a:spcPct val="0"/>
                </a:spcAft>
                <a:defRPr sz="1200" b="1">
                  <a:solidFill>
                    <a:schemeClr val="tx2"/>
                  </a:solidFill>
                  <a:latin typeface="Arial" pitchFamily="34" charset="0"/>
                </a:defRPr>
              </a:lvl6pPr>
              <a:lvl7pPr marL="2971800" indent="-228600" eaLnBrk="0" fontAlgn="base" hangingPunct="0">
                <a:spcBef>
                  <a:spcPct val="0"/>
                </a:spcBef>
                <a:spcAft>
                  <a:spcPct val="0"/>
                </a:spcAft>
                <a:defRPr sz="1200" b="1">
                  <a:solidFill>
                    <a:schemeClr val="tx2"/>
                  </a:solidFill>
                  <a:latin typeface="Arial" pitchFamily="34" charset="0"/>
                </a:defRPr>
              </a:lvl7pPr>
              <a:lvl8pPr marL="3429000" indent="-228600" eaLnBrk="0" fontAlgn="base" hangingPunct="0">
                <a:spcBef>
                  <a:spcPct val="0"/>
                </a:spcBef>
                <a:spcAft>
                  <a:spcPct val="0"/>
                </a:spcAft>
                <a:defRPr sz="1200" b="1">
                  <a:solidFill>
                    <a:schemeClr val="tx2"/>
                  </a:solidFill>
                  <a:latin typeface="Arial" pitchFamily="34" charset="0"/>
                </a:defRPr>
              </a:lvl8pPr>
              <a:lvl9pPr marL="3886200" indent="-228600" eaLnBrk="0" fontAlgn="base" hangingPunct="0">
                <a:spcBef>
                  <a:spcPct val="0"/>
                </a:spcBef>
                <a:spcAft>
                  <a:spcPct val="0"/>
                </a:spcAft>
                <a:defRPr sz="1200" b="1">
                  <a:solidFill>
                    <a:schemeClr val="tx2"/>
                  </a:solidFill>
                  <a:latin typeface="Arial" pitchFamily="34" charset="0"/>
                </a:defRPr>
              </a:lvl9pPr>
            </a:lstStyle>
            <a:p>
              <a:pPr algn="r" eaLnBrk="1" hangingPunct="1">
                <a:lnSpc>
                  <a:spcPct val="90000"/>
                </a:lnSpc>
                <a:spcBef>
                  <a:spcPct val="50000"/>
                </a:spcBef>
                <a:buFont typeface="Wingdings" pitchFamily="2" charset="2"/>
                <a:buNone/>
                <a:defRPr/>
              </a:pPr>
              <a:r>
                <a:rPr lang="nl-BE" sz="3111" b="0">
                  <a:solidFill>
                    <a:schemeClr val="tx1"/>
                  </a:solidFill>
                  <a:latin typeface="Calibri"/>
                  <a:cs typeface="Calibri"/>
                </a:rPr>
                <a:t>Gekregen functionaliteit</a:t>
              </a:r>
              <a:endParaRPr lang="en-US" sz="3111" b="0" dirty="0">
                <a:solidFill>
                  <a:schemeClr val="tx1"/>
                </a:solidFill>
                <a:latin typeface="Calibri"/>
                <a:cs typeface="Calibri"/>
              </a:endParaRPr>
            </a:p>
          </p:txBody>
        </p:sp>
      </p:grpSp>
      <p:grpSp>
        <p:nvGrpSpPr>
          <p:cNvPr id="6" name="Group 16">
            <a:extLst>
              <a:ext uri="{FF2B5EF4-FFF2-40B4-BE49-F238E27FC236}">
                <a16:creationId xmlns:a16="http://schemas.microsoft.com/office/drawing/2014/main" id="{B1A5B369-2BA7-4DF5-A1DC-FD1B9502B209}"/>
              </a:ext>
            </a:extLst>
          </p:cNvPr>
          <p:cNvGrpSpPr>
            <a:grpSpLocks/>
          </p:cNvGrpSpPr>
          <p:nvPr/>
        </p:nvGrpSpPr>
        <p:grpSpPr bwMode="auto">
          <a:xfrm>
            <a:off x="6113639" y="4030487"/>
            <a:ext cx="1876778" cy="2028472"/>
            <a:chOff x="3352" y="2504"/>
            <a:chExt cx="1064" cy="1150"/>
          </a:xfrm>
        </p:grpSpPr>
        <p:sp>
          <p:nvSpPr>
            <p:cNvPr id="70668" name="Line 17">
              <a:extLst>
                <a:ext uri="{FF2B5EF4-FFF2-40B4-BE49-F238E27FC236}">
                  <a16:creationId xmlns:a16="http://schemas.microsoft.com/office/drawing/2014/main" id="{3285F458-78BF-4DA4-97E5-C53CF62B2AAA}"/>
                </a:ext>
              </a:extLst>
            </p:cNvPr>
            <p:cNvSpPr>
              <a:spLocks noChangeShapeType="1"/>
            </p:cNvSpPr>
            <p:nvPr/>
          </p:nvSpPr>
          <p:spPr bwMode="auto">
            <a:xfrm>
              <a:off x="3452" y="2504"/>
              <a:ext cx="388" cy="923"/>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70669" name="Text Box 18">
              <a:extLst>
                <a:ext uri="{FF2B5EF4-FFF2-40B4-BE49-F238E27FC236}">
                  <a16:creationId xmlns:a16="http://schemas.microsoft.com/office/drawing/2014/main" id="{7F97AD5D-C36D-4E5D-8741-1CC42C49AE21}"/>
                </a:ext>
              </a:extLst>
            </p:cNvPr>
            <p:cNvSpPr txBox="1">
              <a:spLocks noChangeArrowheads="1"/>
            </p:cNvSpPr>
            <p:nvPr/>
          </p:nvSpPr>
          <p:spPr bwMode="auto">
            <a:xfrm>
              <a:off x="3352" y="3427"/>
              <a:ext cx="106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0000"/>
                </a:lnSpc>
                <a:spcBef>
                  <a:spcPct val="50000"/>
                </a:spcBef>
                <a:buFont typeface="Wingdings" panose="05000000000000000000" pitchFamily="2" charset="2"/>
                <a:buNone/>
              </a:pPr>
              <a:r>
                <a:rPr lang="nl-BE" altLang="fr-FR" sz="2222">
                  <a:solidFill>
                    <a:srgbClr val="4B6771"/>
                  </a:solidFill>
                  <a:latin typeface="Calibri" panose="020F0502020204030204" pitchFamily="34" charset="0"/>
                </a:rPr>
                <a:t>Risico vol</a:t>
              </a:r>
              <a:endParaRPr lang="en-US" altLang="fr-FR" sz="2222">
                <a:solidFill>
                  <a:srgbClr val="4B6771"/>
                </a:solidFill>
                <a:latin typeface="Calibri" panose="020F0502020204030204" pitchFamily="34" charset="0"/>
              </a:endParaRPr>
            </a:p>
          </p:txBody>
        </p:sp>
      </p:grpSp>
      <p:grpSp>
        <p:nvGrpSpPr>
          <p:cNvPr id="5" name="Group 13">
            <a:extLst>
              <a:ext uri="{FF2B5EF4-FFF2-40B4-BE49-F238E27FC236}">
                <a16:creationId xmlns:a16="http://schemas.microsoft.com/office/drawing/2014/main" id="{E6772D76-3B9F-47D9-BF41-A49BA0D9A097}"/>
              </a:ext>
            </a:extLst>
          </p:cNvPr>
          <p:cNvGrpSpPr>
            <a:grpSpLocks/>
          </p:cNvGrpSpPr>
          <p:nvPr/>
        </p:nvGrpSpPr>
        <p:grpSpPr bwMode="auto">
          <a:xfrm>
            <a:off x="4067528" y="4120446"/>
            <a:ext cx="1876778" cy="2554112"/>
            <a:chOff x="2192" y="2555"/>
            <a:chExt cx="1064" cy="1448"/>
          </a:xfrm>
        </p:grpSpPr>
        <p:sp>
          <p:nvSpPr>
            <p:cNvPr id="70666" name="Line 14">
              <a:extLst>
                <a:ext uri="{FF2B5EF4-FFF2-40B4-BE49-F238E27FC236}">
                  <a16:creationId xmlns:a16="http://schemas.microsoft.com/office/drawing/2014/main" id="{87A3A436-B447-4DEA-88F9-B915F23A6FB7}"/>
                </a:ext>
              </a:extLst>
            </p:cNvPr>
            <p:cNvSpPr>
              <a:spLocks noChangeShapeType="1"/>
            </p:cNvSpPr>
            <p:nvPr/>
          </p:nvSpPr>
          <p:spPr bwMode="auto">
            <a:xfrm rot="19800000" flipH="1">
              <a:off x="2543" y="2555"/>
              <a:ext cx="475" cy="872"/>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70667" name="Text Box 15">
              <a:extLst>
                <a:ext uri="{FF2B5EF4-FFF2-40B4-BE49-F238E27FC236}">
                  <a16:creationId xmlns:a16="http://schemas.microsoft.com/office/drawing/2014/main" id="{CADC6FC5-7020-4468-BEB9-019C14B023C1}"/>
                </a:ext>
              </a:extLst>
            </p:cNvPr>
            <p:cNvSpPr txBox="1">
              <a:spLocks noChangeArrowheads="1"/>
            </p:cNvSpPr>
            <p:nvPr/>
          </p:nvSpPr>
          <p:spPr bwMode="auto">
            <a:xfrm>
              <a:off x="2192" y="3427"/>
              <a:ext cx="106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0000"/>
                </a:lnSpc>
                <a:spcBef>
                  <a:spcPct val="50000"/>
                </a:spcBef>
                <a:buFont typeface="Wingdings" panose="05000000000000000000" pitchFamily="2" charset="2"/>
                <a:buNone/>
              </a:pPr>
              <a:r>
                <a:rPr lang="nl-BE" altLang="fr-FR" sz="2222">
                  <a:solidFill>
                    <a:schemeClr val="tx1"/>
                  </a:solidFill>
                  <a:latin typeface="Tahoma" panose="020B0604030504040204" pitchFamily="34" charset="0"/>
                </a:rPr>
                <a:t>    </a:t>
              </a:r>
              <a:r>
                <a:rPr lang="nl-BE" altLang="fr-FR" sz="2222">
                  <a:solidFill>
                    <a:srgbClr val="4B6771"/>
                  </a:solidFill>
                  <a:latin typeface="Calibri" panose="020F0502020204030204" pitchFamily="34" charset="0"/>
                </a:rPr>
                <a:t>Waarde met weinig risico</a:t>
              </a:r>
              <a:endParaRPr lang="en-US" altLang="fr-FR" sz="2222">
                <a:solidFill>
                  <a:srgbClr val="4B6771"/>
                </a:solidFill>
                <a:latin typeface="Calibri" panose="020F0502020204030204" pitchFamily="34" charset="0"/>
              </a:endParaRPr>
            </a:p>
          </p:txBody>
        </p:sp>
      </p:grpSp>
      <p:sp>
        <p:nvSpPr>
          <p:cNvPr id="7" name="Title 6">
            <a:extLst>
              <a:ext uri="{FF2B5EF4-FFF2-40B4-BE49-F238E27FC236}">
                <a16:creationId xmlns:a16="http://schemas.microsoft.com/office/drawing/2014/main" id="{06EDEB5E-0EAE-4D32-AF15-065C3D0F72C8}"/>
              </a:ext>
            </a:extLst>
          </p:cNvPr>
          <p:cNvSpPr>
            <a:spLocks noGrp="1"/>
          </p:cNvSpPr>
          <p:nvPr>
            <p:ph type="title"/>
          </p:nvPr>
        </p:nvSpPr>
        <p:spPr/>
        <p:txBody>
          <a:bodyPr/>
          <a:lstStyle/>
          <a:p>
            <a:r>
              <a:rPr lang="en-GB"/>
              <a:t>Testen in een notedop</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A3465867-77EC-4995-B791-901548756D10}"/>
              </a:ext>
            </a:extLst>
          </p:cNvPr>
          <p:cNvSpPr txBox="1">
            <a:spLocks noGrp="1"/>
          </p:cNvSpPr>
          <p:nvPr/>
        </p:nvSpPr>
        <p:spPr bwMode="auto">
          <a:xfrm>
            <a:off x="9046987" y="7201960"/>
            <a:ext cx="735541" cy="31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lnSpc>
                <a:spcPct val="95000"/>
              </a:lnSpc>
              <a:spcBef>
                <a:spcPct val="50000"/>
              </a:spcBef>
            </a:pPr>
            <a:fld id="{99192F7F-4F19-4883-BE83-8A3BACE413B4}" type="slidenum">
              <a:rPr lang="en-US" altLang="fr-FR" sz="1333">
                <a:solidFill>
                  <a:srgbClr val="FAE9B8"/>
                </a:solidFill>
                <a:latin typeface="Arial" panose="020B0604020202020204" pitchFamily="34" charset="0"/>
              </a:rPr>
              <a:pPr algn="r" eaLnBrk="1" hangingPunct="1">
                <a:lnSpc>
                  <a:spcPct val="95000"/>
                </a:lnSpc>
                <a:spcBef>
                  <a:spcPct val="50000"/>
                </a:spcBef>
              </a:pPr>
              <a:t>22</a:t>
            </a:fld>
            <a:endParaRPr lang="en-US" altLang="fr-FR" sz="1333">
              <a:solidFill>
                <a:srgbClr val="FAE9B8"/>
              </a:solidFill>
              <a:latin typeface="Arial" panose="020B0604020202020204" pitchFamily="34" charset="0"/>
            </a:endParaRPr>
          </a:p>
        </p:txBody>
      </p:sp>
      <p:grpSp>
        <p:nvGrpSpPr>
          <p:cNvPr id="24581" name="Group 4">
            <a:extLst>
              <a:ext uri="{FF2B5EF4-FFF2-40B4-BE49-F238E27FC236}">
                <a16:creationId xmlns:a16="http://schemas.microsoft.com/office/drawing/2014/main" id="{2136C9E6-1766-4472-92D4-841ADA9CAD24}"/>
              </a:ext>
            </a:extLst>
          </p:cNvPr>
          <p:cNvGrpSpPr>
            <a:grpSpLocks/>
          </p:cNvGrpSpPr>
          <p:nvPr/>
        </p:nvGrpSpPr>
        <p:grpSpPr bwMode="auto">
          <a:xfrm>
            <a:off x="2658182" y="1762125"/>
            <a:ext cx="3217332" cy="3048001"/>
            <a:chOff x="960" y="1544"/>
            <a:chExt cx="1824" cy="1728"/>
          </a:xfrm>
          <a:solidFill>
            <a:schemeClr val="bg2">
              <a:alpha val="45000"/>
            </a:schemeClr>
          </a:solidFill>
        </p:grpSpPr>
        <p:sp>
          <p:nvSpPr>
            <p:cNvPr id="24595" name="Oval 5">
              <a:extLst>
                <a:ext uri="{FF2B5EF4-FFF2-40B4-BE49-F238E27FC236}">
                  <a16:creationId xmlns:a16="http://schemas.microsoft.com/office/drawing/2014/main" id="{B0D8EC03-0EA4-4B9A-8BC2-8386921E791A}"/>
                </a:ext>
              </a:extLst>
            </p:cNvPr>
            <p:cNvSpPr>
              <a:spLocks noChangeArrowheads="1"/>
            </p:cNvSpPr>
            <p:nvPr/>
          </p:nvSpPr>
          <p:spPr bwMode="auto">
            <a:xfrm>
              <a:off x="960" y="1544"/>
              <a:ext cx="1824" cy="1728"/>
            </a:xfrm>
            <a:prstGeom prst="ellipse">
              <a:avLst/>
            </a:prstGeom>
            <a:grpFill/>
            <a:ln w="25400" algn="ctr">
              <a:solidFill>
                <a:schemeClr val="tx1"/>
              </a:solidFill>
              <a:round/>
              <a:headEnd/>
              <a:tailEnd/>
            </a:ln>
          </p:spPr>
          <p:txBody>
            <a:bodyPr anchor="ctr"/>
            <a:lstStyle/>
            <a:p>
              <a:pPr marL="324552" indent="-324552" algn="ctr">
                <a:lnSpc>
                  <a:spcPct val="90000"/>
                </a:lnSpc>
                <a:spcBef>
                  <a:spcPct val="50000"/>
                </a:spcBef>
                <a:defRPr/>
              </a:pPr>
              <a:endParaRPr lang="en-GB" sz="1111">
                <a:latin typeface="Tahoma" pitchFamily="34" charset="0"/>
              </a:endParaRPr>
            </a:p>
          </p:txBody>
        </p:sp>
        <p:sp>
          <p:nvSpPr>
            <p:cNvPr id="24596" name="Text Box 6">
              <a:extLst>
                <a:ext uri="{FF2B5EF4-FFF2-40B4-BE49-F238E27FC236}">
                  <a16:creationId xmlns:a16="http://schemas.microsoft.com/office/drawing/2014/main" id="{EF0392A9-79D2-4E7B-A5E4-E676F31AA4AC}"/>
                </a:ext>
              </a:extLst>
            </p:cNvPr>
            <p:cNvSpPr txBox="1">
              <a:spLocks noChangeArrowheads="1"/>
            </p:cNvSpPr>
            <p:nvPr/>
          </p:nvSpPr>
          <p:spPr bwMode="auto">
            <a:xfrm>
              <a:off x="1078" y="2022"/>
              <a:ext cx="1704" cy="541"/>
            </a:xfrm>
            <a:prstGeom prst="rect">
              <a:avLst/>
            </a:prstGeom>
            <a:noFill/>
            <a:ln>
              <a:noFill/>
            </a:ln>
          </p:spPr>
          <p:txBody>
            <a:bodyPr>
              <a:spAutoFit/>
            </a:bodyPr>
            <a:lstStyle>
              <a:lvl1pPr marL="292100" indent="-292100" eaLnBrk="0" hangingPunct="0">
                <a:defRPr sz="1200" b="1">
                  <a:solidFill>
                    <a:schemeClr val="tx2"/>
                  </a:solidFill>
                  <a:latin typeface="Arial" pitchFamily="34" charset="0"/>
                </a:defRPr>
              </a:lvl1pPr>
              <a:lvl2pPr marL="742950" indent="-285750" eaLnBrk="0" hangingPunct="0">
                <a:defRPr sz="1200" b="1">
                  <a:solidFill>
                    <a:schemeClr val="tx2"/>
                  </a:solidFill>
                  <a:latin typeface="Arial" pitchFamily="34" charset="0"/>
                </a:defRPr>
              </a:lvl2pPr>
              <a:lvl3pPr marL="1143000" indent="-228600" eaLnBrk="0" hangingPunct="0">
                <a:defRPr sz="1200" b="1">
                  <a:solidFill>
                    <a:schemeClr val="tx2"/>
                  </a:solidFill>
                  <a:latin typeface="Arial" pitchFamily="34" charset="0"/>
                </a:defRPr>
              </a:lvl3pPr>
              <a:lvl4pPr marL="1600200" indent="-228600" eaLnBrk="0" hangingPunct="0">
                <a:defRPr sz="1200" b="1">
                  <a:solidFill>
                    <a:schemeClr val="tx2"/>
                  </a:solidFill>
                  <a:latin typeface="Arial" pitchFamily="34" charset="0"/>
                </a:defRPr>
              </a:lvl4pPr>
              <a:lvl5pPr marL="2057400" indent="-228600" eaLnBrk="0" hangingPunct="0">
                <a:defRPr sz="1200" b="1">
                  <a:solidFill>
                    <a:schemeClr val="tx2"/>
                  </a:solidFill>
                  <a:latin typeface="Arial" pitchFamily="34" charset="0"/>
                </a:defRPr>
              </a:lvl5pPr>
              <a:lvl6pPr marL="2514600" indent="-228600" eaLnBrk="0" fontAlgn="base" hangingPunct="0">
                <a:spcBef>
                  <a:spcPct val="0"/>
                </a:spcBef>
                <a:spcAft>
                  <a:spcPct val="0"/>
                </a:spcAft>
                <a:defRPr sz="1200" b="1">
                  <a:solidFill>
                    <a:schemeClr val="tx2"/>
                  </a:solidFill>
                  <a:latin typeface="Arial" pitchFamily="34" charset="0"/>
                </a:defRPr>
              </a:lvl6pPr>
              <a:lvl7pPr marL="2971800" indent="-228600" eaLnBrk="0" fontAlgn="base" hangingPunct="0">
                <a:spcBef>
                  <a:spcPct val="0"/>
                </a:spcBef>
                <a:spcAft>
                  <a:spcPct val="0"/>
                </a:spcAft>
                <a:defRPr sz="1200" b="1">
                  <a:solidFill>
                    <a:schemeClr val="tx2"/>
                  </a:solidFill>
                  <a:latin typeface="Arial" pitchFamily="34" charset="0"/>
                </a:defRPr>
              </a:lvl7pPr>
              <a:lvl8pPr marL="3429000" indent="-228600" eaLnBrk="0" fontAlgn="base" hangingPunct="0">
                <a:spcBef>
                  <a:spcPct val="0"/>
                </a:spcBef>
                <a:spcAft>
                  <a:spcPct val="0"/>
                </a:spcAft>
                <a:defRPr sz="1200" b="1">
                  <a:solidFill>
                    <a:schemeClr val="tx2"/>
                  </a:solidFill>
                  <a:latin typeface="Arial" pitchFamily="34" charset="0"/>
                </a:defRPr>
              </a:lvl8pPr>
              <a:lvl9pPr marL="3886200" indent="-228600" eaLnBrk="0" fontAlgn="base" hangingPunct="0">
                <a:spcBef>
                  <a:spcPct val="0"/>
                </a:spcBef>
                <a:spcAft>
                  <a:spcPct val="0"/>
                </a:spcAft>
                <a:defRPr sz="1200" b="1">
                  <a:solidFill>
                    <a:schemeClr val="tx2"/>
                  </a:solidFill>
                  <a:latin typeface="Arial" pitchFamily="34" charset="0"/>
                </a:defRPr>
              </a:lvl9pPr>
            </a:lstStyle>
            <a:p>
              <a:pPr marL="0" indent="0" eaLnBrk="1" hangingPunct="1">
                <a:lnSpc>
                  <a:spcPct val="90000"/>
                </a:lnSpc>
                <a:spcBef>
                  <a:spcPct val="50000"/>
                </a:spcBef>
                <a:buFont typeface="Wingdings" pitchFamily="2" charset="2"/>
                <a:buNone/>
                <a:defRPr/>
              </a:pPr>
              <a:r>
                <a:rPr lang="nl-BE" sz="3111" b="0">
                  <a:solidFill>
                    <a:schemeClr val="tx1"/>
                  </a:solidFill>
                  <a:latin typeface="Calibri"/>
                  <a:cs typeface="Calibri"/>
                </a:rPr>
                <a:t>Verwachte </a:t>
              </a:r>
              <a:r>
                <a:rPr lang="en-US" sz="3111" b="0">
                  <a:solidFill>
                    <a:schemeClr val="tx1"/>
                  </a:solidFill>
                  <a:latin typeface="Calibri"/>
                  <a:cs typeface="Calibri"/>
                </a:rPr>
                <a:t>functionaliteit</a:t>
              </a:r>
              <a:endParaRPr lang="nl-BE" sz="3111" b="0">
                <a:solidFill>
                  <a:schemeClr val="tx1"/>
                </a:solidFill>
                <a:latin typeface="Calibri"/>
                <a:cs typeface="Calibri"/>
              </a:endParaRPr>
            </a:p>
          </p:txBody>
        </p:sp>
      </p:grpSp>
      <p:grpSp>
        <p:nvGrpSpPr>
          <p:cNvPr id="4" name="Group 10">
            <a:extLst>
              <a:ext uri="{FF2B5EF4-FFF2-40B4-BE49-F238E27FC236}">
                <a16:creationId xmlns:a16="http://schemas.microsoft.com/office/drawing/2014/main" id="{C0BF1352-CCF1-46D8-8F57-B0C6A28D4784}"/>
              </a:ext>
            </a:extLst>
          </p:cNvPr>
          <p:cNvGrpSpPr>
            <a:grpSpLocks/>
          </p:cNvGrpSpPr>
          <p:nvPr/>
        </p:nvGrpSpPr>
        <p:grpSpPr bwMode="auto">
          <a:xfrm>
            <a:off x="1559278" y="4044598"/>
            <a:ext cx="2300111" cy="2321277"/>
            <a:chOff x="770" y="2512"/>
            <a:chExt cx="1304" cy="1316"/>
          </a:xfrm>
        </p:grpSpPr>
        <p:sp>
          <p:nvSpPr>
            <p:cNvPr id="70670" name="Line 11">
              <a:extLst>
                <a:ext uri="{FF2B5EF4-FFF2-40B4-BE49-F238E27FC236}">
                  <a16:creationId xmlns:a16="http://schemas.microsoft.com/office/drawing/2014/main" id="{5C39DA7E-915A-410F-8102-22C763CDABDD}"/>
                </a:ext>
              </a:extLst>
            </p:cNvPr>
            <p:cNvSpPr>
              <a:spLocks noChangeShapeType="1"/>
            </p:cNvSpPr>
            <p:nvPr/>
          </p:nvSpPr>
          <p:spPr bwMode="auto">
            <a:xfrm flipH="1">
              <a:off x="1600" y="2512"/>
              <a:ext cx="424" cy="915"/>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70671" name="Text Box 12">
              <a:extLst>
                <a:ext uri="{FF2B5EF4-FFF2-40B4-BE49-F238E27FC236}">
                  <a16:creationId xmlns:a16="http://schemas.microsoft.com/office/drawing/2014/main" id="{39B7E5C6-0C75-4F51-8ED0-343903A38481}"/>
                </a:ext>
              </a:extLst>
            </p:cNvPr>
            <p:cNvSpPr txBox="1">
              <a:spLocks noChangeArrowheads="1"/>
            </p:cNvSpPr>
            <p:nvPr/>
          </p:nvSpPr>
          <p:spPr bwMode="auto">
            <a:xfrm>
              <a:off x="770" y="3427"/>
              <a:ext cx="1304"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0000"/>
                </a:lnSpc>
                <a:spcBef>
                  <a:spcPct val="50000"/>
                </a:spcBef>
                <a:buFont typeface="Wingdings" panose="05000000000000000000" pitchFamily="2" charset="2"/>
                <a:buNone/>
              </a:pPr>
              <a:r>
                <a:rPr lang="nl-BE" altLang="fr-FR" sz="2222">
                  <a:solidFill>
                    <a:srgbClr val="4B6771"/>
                  </a:solidFill>
                  <a:latin typeface="Calibri" panose="020F0502020204030204" pitchFamily="34" charset="0"/>
                </a:rPr>
                <a:t>Waarde niet opgeleverd</a:t>
              </a:r>
              <a:endParaRPr lang="en-US" altLang="fr-FR" sz="2222">
                <a:solidFill>
                  <a:srgbClr val="4B6771"/>
                </a:solidFill>
                <a:latin typeface="Calibri" panose="020F0502020204030204" pitchFamily="34" charset="0"/>
              </a:endParaRPr>
            </a:p>
          </p:txBody>
        </p:sp>
      </p:grpSp>
      <p:grpSp>
        <p:nvGrpSpPr>
          <p:cNvPr id="24582" name="Group 7">
            <a:extLst>
              <a:ext uri="{FF2B5EF4-FFF2-40B4-BE49-F238E27FC236}">
                <a16:creationId xmlns:a16="http://schemas.microsoft.com/office/drawing/2014/main" id="{9233E36D-5658-4F12-8E4A-ACD9D916B101}"/>
              </a:ext>
            </a:extLst>
          </p:cNvPr>
          <p:cNvGrpSpPr>
            <a:grpSpLocks/>
          </p:cNvGrpSpPr>
          <p:nvPr/>
        </p:nvGrpSpPr>
        <p:grpSpPr bwMode="auto">
          <a:xfrm>
            <a:off x="4302125" y="1749778"/>
            <a:ext cx="3217334" cy="3048000"/>
            <a:chOff x="960" y="1544"/>
            <a:chExt cx="1824" cy="1728"/>
          </a:xfrm>
          <a:solidFill>
            <a:schemeClr val="bg2">
              <a:alpha val="45000"/>
            </a:schemeClr>
          </a:solidFill>
        </p:grpSpPr>
        <p:sp>
          <p:nvSpPr>
            <p:cNvPr id="24593" name="Oval 8">
              <a:extLst>
                <a:ext uri="{FF2B5EF4-FFF2-40B4-BE49-F238E27FC236}">
                  <a16:creationId xmlns:a16="http://schemas.microsoft.com/office/drawing/2014/main" id="{D9C57517-38ED-4BC9-8D7A-CD9E08E0826D}"/>
                </a:ext>
              </a:extLst>
            </p:cNvPr>
            <p:cNvSpPr>
              <a:spLocks noChangeArrowheads="1"/>
            </p:cNvSpPr>
            <p:nvPr/>
          </p:nvSpPr>
          <p:spPr bwMode="auto">
            <a:xfrm>
              <a:off x="960" y="1544"/>
              <a:ext cx="1824" cy="1728"/>
            </a:xfrm>
            <a:prstGeom prst="ellipse">
              <a:avLst/>
            </a:prstGeom>
            <a:grpFill/>
            <a:ln w="25400" algn="ctr">
              <a:solidFill>
                <a:schemeClr val="tx1"/>
              </a:solidFill>
              <a:round/>
              <a:headEnd/>
              <a:tailEnd/>
            </a:ln>
          </p:spPr>
          <p:txBody>
            <a:bodyPr anchor="ctr"/>
            <a:lstStyle/>
            <a:p>
              <a:pPr marL="324552" indent="-324552" algn="ctr">
                <a:lnSpc>
                  <a:spcPct val="90000"/>
                </a:lnSpc>
                <a:spcBef>
                  <a:spcPct val="50000"/>
                </a:spcBef>
                <a:defRPr/>
              </a:pPr>
              <a:endParaRPr lang="en-GB" sz="1111">
                <a:latin typeface="Tahoma" pitchFamily="34" charset="0"/>
              </a:endParaRPr>
            </a:p>
          </p:txBody>
        </p:sp>
        <p:sp>
          <p:nvSpPr>
            <p:cNvPr id="24594" name="Text Box 9">
              <a:extLst>
                <a:ext uri="{FF2B5EF4-FFF2-40B4-BE49-F238E27FC236}">
                  <a16:creationId xmlns:a16="http://schemas.microsoft.com/office/drawing/2014/main" id="{331C5E33-E90C-4AF5-9012-393AA008FAF7}"/>
                </a:ext>
              </a:extLst>
            </p:cNvPr>
            <p:cNvSpPr txBox="1">
              <a:spLocks noChangeArrowheads="1"/>
            </p:cNvSpPr>
            <p:nvPr/>
          </p:nvSpPr>
          <p:spPr bwMode="auto">
            <a:xfrm>
              <a:off x="1024" y="2300"/>
              <a:ext cx="1704" cy="541"/>
            </a:xfrm>
            <a:prstGeom prst="rect">
              <a:avLst/>
            </a:prstGeom>
            <a:noFill/>
            <a:ln>
              <a:noFill/>
            </a:ln>
          </p:spPr>
          <p:txBody>
            <a:bodyPr>
              <a:spAutoFit/>
            </a:bodyPr>
            <a:lstStyle>
              <a:lvl1pPr marL="292100" indent="-292100" eaLnBrk="0" hangingPunct="0">
                <a:defRPr sz="1200" b="1">
                  <a:solidFill>
                    <a:schemeClr val="tx2"/>
                  </a:solidFill>
                  <a:latin typeface="Arial" pitchFamily="34" charset="0"/>
                </a:defRPr>
              </a:lvl1pPr>
              <a:lvl2pPr marL="742950" indent="-285750" eaLnBrk="0" hangingPunct="0">
                <a:defRPr sz="1200" b="1">
                  <a:solidFill>
                    <a:schemeClr val="tx2"/>
                  </a:solidFill>
                  <a:latin typeface="Arial" pitchFamily="34" charset="0"/>
                </a:defRPr>
              </a:lvl2pPr>
              <a:lvl3pPr marL="1143000" indent="-228600" eaLnBrk="0" hangingPunct="0">
                <a:defRPr sz="1200" b="1">
                  <a:solidFill>
                    <a:schemeClr val="tx2"/>
                  </a:solidFill>
                  <a:latin typeface="Arial" pitchFamily="34" charset="0"/>
                </a:defRPr>
              </a:lvl3pPr>
              <a:lvl4pPr marL="1600200" indent="-228600" eaLnBrk="0" hangingPunct="0">
                <a:defRPr sz="1200" b="1">
                  <a:solidFill>
                    <a:schemeClr val="tx2"/>
                  </a:solidFill>
                  <a:latin typeface="Arial" pitchFamily="34" charset="0"/>
                </a:defRPr>
              </a:lvl4pPr>
              <a:lvl5pPr marL="2057400" indent="-228600" eaLnBrk="0" hangingPunct="0">
                <a:defRPr sz="1200" b="1">
                  <a:solidFill>
                    <a:schemeClr val="tx2"/>
                  </a:solidFill>
                  <a:latin typeface="Arial" pitchFamily="34" charset="0"/>
                </a:defRPr>
              </a:lvl5pPr>
              <a:lvl6pPr marL="2514600" indent="-228600" eaLnBrk="0" fontAlgn="base" hangingPunct="0">
                <a:spcBef>
                  <a:spcPct val="0"/>
                </a:spcBef>
                <a:spcAft>
                  <a:spcPct val="0"/>
                </a:spcAft>
                <a:defRPr sz="1200" b="1">
                  <a:solidFill>
                    <a:schemeClr val="tx2"/>
                  </a:solidFill>
                  <a:latin typeface="Arial" pitchFamily="34" charset="0"/>
                </a:defRPr>
              </a:lvl6pPr>
              <a:lvl7pPr marL="2971800" indent="-228600" eaLnBrk="0" fontAlgn="base" hangingPunct="0">
                <a:spcBef>
                  <a:spcPct val="0"/>
                </a:spcBef>
                <a:spcAft>
                  <a:spcPct val="0"/>
                </a:spcAft>
                <a:defRPr sz="1200" b="1">
                  <a:solidFill>
                    <a:schemeClr val="tx2"/>
                  </a:solidFill>
                  <a:latin typeface="Arial" pitchFamily="34" charset="0"/>
                </a:defRPr>
              </a:lvl7pPr>
              <a:lvl8pPr marL="3429000" indent="-228600" eaLnBrk="0" fontAlgn="base" hangingPunct="0">
                <a:spcBef>
                  <a:spcPct val="0"/>
                </a:spcBef>
                <a:spcAft>
                  <a:spcPct val="0"/>
                </a:spcAft>
                <a:defRPr sz="1200" b="1">
                  <a:solidFill>
                    <a:schemeClr val="tx2"/>
                  </a:solidFill>
                  <a:latin typeface="Arial" pitchFamily="34" charset="0"/>
                </a:defRPr>
              </a:lvl8pPr>
              <a:lvl9pPr marL="3886200" indent="-228600" eaLnBrk="0" fontAlgn="base" hangingPunct="0">
                <a:spcBef>
                  <a:spcPct val="0"/>
                </a:spcBef>
                <a:spcAft>
                  <a:spcPct val="0"/>
                </a:spcAft>
                <a:defRPr sz="1200" b="1">
                  <a:solidFill>
                    <a:schemeClr val="tx2"/>
                  </a:solidFill>
                  <a:latin typeface="Arial" pitchFamily="34" charset="0"/>
                </a:defRPr>
              </a:lvl9pPr>
            </a:lstStyle>
            <a:p>
              <a:pPr algn="r" eaLnBrk="1" hangingPunct="1">
                <a:lnSpc>
                  <a:spcPct val="90000"/>
                </a:lnSpc>
                <a:spcBef>
                  <a:spcPct val="50000"/>
                </a:spcBef>
                <a:buFont typeface="Wingdings" pitchFamily="2" charset="2"/>
                <a:buNone/>
                <a:defRPr/>
              </a:pPr>
              <a:r>
                <a:rPr lang="nl-BE" sz="3111" b="0">
                  <a:solidFill>
                    <a:schemeClr val="tx1"/>
                  </a:solidFill>
                  <a:latin typeface="Calibri"/>
                  <a:cs typeface="Calibri"/>
                </a:rPr>
                <a:t>Gekregen functionaliteit</a:t>
              </a:r>
              <a:endParaRPr lang="en-US" sz="3111" b="0" dirty="0">
                <a:solidFill>
                  <a:schemeClr val="tx1"/>
                </a:solidFill>
                <a:latin typeface="Calibri"/>
                <a:cs typeface="Calibri"/>
              </a:endParaRPr>
            </a:p>
          </p:txBody>
        </p:sp>
      </p:grpSp>
      <p:grpSp>
        <p:nvGrpSpPr>
          <p:cNvPr id="6" name="Group 16">
            <a:extLst>
              <a:ext uri="{FF2B5EF4-FFF2-40B4-BE49-F238E27FC236}">
                <a16:creationId xmlns:a16="http://schemas.microsoft.com/office/drawing/2014/main" id="{B1A5B369-2BA7-4DF5-A1DC-FD1B9502B209}"/>
              </a:ext>
            </a:extLst>
          </p:cNvPr>
          <p:cNvGrpSpPr>
            <a:grpSpLocks/>
          </p:cNvGrpSpPr>
          <p:nvPr/>
        </p:nvGrpSpPr>
        <p:grpSpPr bwMode="auto">
          <a:xfrm>
            <a:off x="6113639" y="4030487"/>
            <a:ext cx="1876778" cy="2028472"/>
            <a:chOff x="3352" y="2504"/>
            <a:chExt cx="1064" cy="1150"/>
          </a:xfrm>
        </p:grpSpPr>
        <p:sp>
          <p:nvSpPr>
            <p:cNvPr id="70668" name="Line 17">
              <a:extLst>
                <a:ext uri="{FF2B5EF4-FFF2-40B4-BE49-F238E27FC236}">
                  <a16:creationId xmlns:a16="http://schemas.microsoft.com/office/drawing/2014/main" id="{3285F458-78BF-4DA4-97E5-C53CF62B2AAA}"/>
                </a:ext>
              </a:extLst>
            </p:cNvPr>
            <p:cNvSpPr>
              <a:spLocks noChangeShapeType="1"/>
            </p:cNvSpPr>
            <p:nvPr/>
          </p:nvSpPr>
          <p:spPr bwMode="auto">
            <a:xfrm>
              <a:off x="3452" y="2504"/>
              <a:ext cx="388" cy="923"/>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70669" name="Text Box 18">
              <a:extLst>
                <a:ext uri="{FF2B5EF4-FFF2-40B4-BE49-F238E27FC236}">
                  <a16:creationId xmlns:a16="http://schemas.microsoft.com/office/drawing/2014/main" id="{7F97AD5D-C36D-4E5D-8741-1CC42C49AE21}"/>
                </a:ext>
              </a:extLst>
            </p:cNvPr>
            <p:cNvSpPr txBox="1">
              <a:spLocks noChangeArrowheads="1"/>
            </p:cNvSpPr>
            <p:nvPr/>
          </p:nvSpPr>
          <p:spPr bwMode="auto">
            <a:xfrm>
              <a:off x="3352" y="3427"/>
              <a:ext cx="106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0000"/>
                </a:lnSpc>
                <a:spcBef>
                  <a:spcPct val="50000"/>
                </a:spcBef>
                <a:buFont typeface="Wingdings" panose="05000000000000000000" pitchFamily="2" charset="2"/>
                <a:buNone/>
              </a:pPr>
              <a:r>
                <a:rPr lang="nl-BE" altLang="fr-FR" sz="2222">
                  <a:solidFill>
                    <a:srgbClr val="4B6771"/>
                  </a:solidFill>
                  <a:latin typeface="Calibri" panose="020F0502020204030204" pitchFamily="34" charset="0"/>
                </a:rPr>
                <a:t>Risico vol</a:t>
              </a:r>
              <a:endParaRPr lang="en-US" altLang="fr-FR" sz="2222">
                <a:solidFill>
                  <a:srgbClr val="4B6771"/>
                </a:solidFill>
                <a:latin typeface="Calibri" panose="020F0502020204030204" pitchFamily="34" charset="0"/>
              </a:endParaRPr>
            </a:p>
          </p:txBody>
        </p:sp>
      </p:grpSp>
      <p:grpSp>
        <p:nvGrpSpPr>
          <p:cNvPr id="5" name="Group 13">
            <a:extLst>
              <a:ext uri="{FF2B5EF4-FFF2-40B4-BE49-F238E27FC236}">
                <a16:creationId xmlns:a16="http://schemas.microsoft.com/office/drawing/2014/main" id="{E6772D76-3B9F-47D9-BF41-A49BA0D9A097}"/>
              </a:ext>
            </a:extLst>
          </p:cNvPr>
          <p:cNvGrpSpPr>
            <a:grpSpLocks/>
          </p:cNvGrpSpPr>
          <p:nvPr/>
        </p:nvGrpSpPr>
        <p:grpSpPr bwMode="auto">
          <a:xfrm>
            <a:off x="4067528" y="4120446"/>
            <a:ext cx="1876778" cy="2554112"/>
            <a:chOff x="2192" y="2555"/>
            <a:chExt cx="1064" cy="1448"/>
          </a:xfrm>
        </p:grpSpPr>
        <p:sp>
          <p:nvSpPr>
            <p:cNvPr id="70666" name="Line 14">
              <a:extLst>
                <a:ext uri="{FF2B5EF4-FFF2-40B4-BE49-F238E27FC236}">
                  <a16:creationId xmlns:a16="http://schemas.microsoft.com/office/drawing/2014/main" id="{87A3A436-B447-4DEA-88F9-B915F23A6FB7}"/>
                </a:ext>
              </a:extLst>
            </p:cNvPr>
            <p:cNvSpPr>
              <a:spLocks noChangeShapeType="1"/>
            </p:cNvSpPr>
            <p:nvPr/>
          </p:nvSpPr>
          <p:spPr bwMode="auto">
            <a:xfrm rot="19800000" flipH="1">
              <a:off x="2543" y="2555"/>
              <a:ext cx="475" cy="872"/>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70667" name="Text Box 15">
              <a:extLst>
                <a:ext uri="{FF2B5EF4-FFF2-40B4-BE49-F238E27FC236}">
                  <a16:creationId xmlns:a16="http://schemas.microsoft.com/office/drawing/2014/main" id="{CADC6FC5-7020-4468-BEB9-019C14B023C1}"/>
                </a:ext>
              </a:extLst>
            </p:cNvPr>
            <p:cNvSpPr txBox="1">
              <a:spLocks noChangeArrowheads="1"/>
            </p:cNvSpPr>
            <p:nvPr/>
          </p:nvSpPr>
          <p:spPr bwMode="auto">
            <a:xfrm>
              <a:off x="2192" y="3427"/>
              <a:ext cx="106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0000"/>
                </a:lnSpc>
                <a:spcBef>
                  <a:spcPct val="50000"/>
                </a:spcBef>
                <a:buFont typeface="Wingdings" panose="05000000000000000000" pitchFamily="2" charset="2"/>
                <a:buNone/>
              </a:pPr>
              <a:r>
                <a:rPr lang="nl-BE" altLang="fr-FR" sz="2222">
                  <a:solidFill>
                    <a:schemeClr val="tx1"/>
                  </a:solidFill>
                  <a:latin typeface="Tahoma" panose="020B0604030504040204" pitchFamily="34" charset="0"/>
                </a:rPr>
                <a:t>    </a:t>
              </a:r>
              <a:r>
                <a:rPr lang="nl-BE" altLang="fr-FR" sz="2222">
                  <a:solidFill>
                    <a:srgbClr val="4B6771"/>
                  </a:solidFill>
                  <a:latin typeface="Calibri" panose="020F0502020204030204" pitchFamily="34" charset="0"/>
                </a:rPr>
                <a:t>Waarde met weinig risico</a:t>
              </a:r>
              <a:endParaRPr lang="en-US" altLang="fr-FR" sz="2222">
                <a:solidFill>
                  <a:srgbClr val="4B6771"/>
                </a:solidFill>
                <a:latin typeface="Calibri" panose="020F0502020204030204" pitchFamily="34" charset="0"/>
              </a:endParaRPr>
            </a:p>
          </p:txBody>
        </p:sp>
      </p:grpSp>
      <p:sp>
        <p:nvSpPr>
          <p:cNvPr id="7" name="Title 6">
            <a:extLst>
              <a:ext uri="{FF2B5EF4-FFF2-40B4-BE49-F238E27FC236}">
                <a16:creationId xmlns:a16="http://schemas.microsoft.com/office/drawing/2014/main" id="{06EDEB5E-0EAE-4D32-AF15-065C3D0F72C8}"/>
              </a:ext>
            </a:extLst>
          </p:cNvPr>
          <p:cNvSpPr>
            <a:spLocks noGrp="1"/>
          </p:cNvSpPr>
          <p:nvPr>
            <p:ph type="title"/>
          </p:nvPr>
        </p:nvSpPr>
        <p:spPr/>
        <p:txBody>
          <a:bodyPr/>
          <a:lstStyle/>
          <a:p>
            <a:r>
              <a:rPr lang="en-GB"/>
              <a:t>Verkennend testen in een notedop</a:t>
            </a:r>
            <a:endParaRPr lang="en-US"/>
          </a:p>
        </p:txBody>
      </p:sp>
      <p:sp>
        <p:nvSpPr>
          <p:cNvPr id="2" name="Line 10">
            <a:extLst>
              <a:ext uri="{FF2B5EF4-FFF2-40B4-BE49-F238E27FC236}">
                <a16:creationId xmlns:a16="http://schemas.microsoft.com/office/drawing/2014/main" id="{D1BD7684-EF6D-45CB-971C-D13AC242AF75}"/>
              </a:ext>
            </a:extLst>
          </p:cNvPr>
          <p:cNvSpPr>
            <a:spLocks noChangeShapeType="1"/>
          </p:cNvSpPr>
          <p:nvPr/>
        </p:nvSpPr>
        <p:spPr bwMode="auto">
          <a:xfrm>
            <a:off x="5184665" y="2566558"/>
            <a:ext cx="1792111" cy="0"/>
          </a:xfrm>
          <a:prstGeom prst="line">
            <a:avLst/>
          </a:prstGeom>
          <a:noFill/>
          <a:ln w="88900">
            <a:solidFill>
              <a:schemeClr val="tx1"/>
            </a:solidFill>
            <a:round/>
            <a:headEnd/>
            <a:tailEnd type="triangle" w="med" len="sm"/>
          </a:ln>
          <a:extLst>
            <a:ext uri="{909E8E84-426E-40DD-AFC4-6F175D3DCCD1}">
              <a14:hiddenFill xmlns:a14="http://schemas.microsoft.com/office/drawing/2010/main">
                <a:noFill/>
              </a14:hiddenFill>
            </a:ext>
          </a:extLst>
        </p:spPr>
        <p:txBody>
          <a:bodyPr>
            <a:spAutoFit/>
          </a:bodyPr>
          <a:lstStyle/>
          <a:p>
            <a:endParaRPr lang="en-US" sz="2000"/>
          </a:p>
        </p:txBody>
      </p:sp>
      <p:sp>
        <p:nvSpPr>
          <p:cNvPr id="3" name="Line 11">
            <a:extLst>
              <a:ext uri="{FF2B5EF4-FFF2-40B4-BE49-F238E27FC236}">
                <a16:creationId xmlns:a16="http://schemas.microsoft.com/office/drawing/2014/main" id="{AB060D1C-B442-43C2-AE14-3E61DB597A4C}"/>
              </a:ext>
            </a:extLst>
          </p:cNvPr>
          <p:cNvSpPr>
            <a:spLocks noChangeShapeType="1"/>
          </p:cNvSpPr>
          <p:nvPr/>
        </p:nvSpPr>
        <p:spPr bwMode="auto">
          <a:xfrm rot="8100000">
            <a:off x="5212887" y="3030461"/>
            <a:ext cx="1716264" cy="470959"/>
          </a:xfrm>
          <a:prstGeom prst="line">
            <a:avLst/>
          </a:prstGeom>
          <a:noFill/>
          <a:ln w="88900">
            <a:solidFill>
              <a:schemeClr val="tx1"/>
            </a:solidFill>
            <a:round/>
            <a:headEnd/>
            <a:tailEnd type="triangle" w="med" len="sm"/>
          </a:ln>
          <a:extLst>
            <a:ext uri="{909E8E84-426E-40DD-AFC4-6F175D3DCCD1}">
              <a14:hiddenFill xmlns:a14="http://schemas.microsoft.com/office/drawing/2010/main">
                <a:noFill/>
              </a14:hiddenFill>
            </a:ext>
          </a:extLst>
        </p:spPr>
        <p:txBody>
          <a:bodyPr>
            <a:spAutoFit/>
          </a:bodyPr>
          <a:lstStyle/>
          <a:p>
            <a:endParaRPr lang="en-US" sz="2000"/>
          </a:p>
        </p:txBody>
      </p:sp>
      <p:sp>
        <p:nvSpPr>
          <p:cNvPr id="8" name="Line 12">
            <a:extLst>
              <a:ext uri="{FF2B5EF4-FFF2-40B4-BE49-F238E27FC236}">
                <a16:creationId xmlns:a16="http://schemas.microsoft.com/office/drawing/2014/main" id="{39B5A862-9E91-4D25-AABC-824A12280C06}"/>
              </a:ext>
            </a:extLst>
          </p:cNvPr>
          <p:cNvSpPr>
            <a:spLocks noChangeShapeType="1"/>
          </p:cNvSpPr>
          <p:nvPr/>
        </p:nvSpPr>
        <p:spPr bwMode="auto">
          <a:xfrm rot="10800000">
            <a:off x="5168791" y="4034114"/>
            <a:ext cx="1792111" cy="0"/>
          </a:xfrm>
          <a:prstGeom prst="line">
            <a:avLst/>
          </a:prstGeom>
          <a:noFill/>
          <a:ln w="88900">
            <a:solidFill>
              <a:schemeClr val="tx1"/>
            </a:solidFill>
            <a:round/>
            <a:headEnd/>
            <a:tailEnd type="triangle" w="med" len="sm"/>
          </a:ln>
          <a:extLst>
            <a:ext uri="{909E8E84-426E-40DD-AFC4-6F175D3DCCD1}">
              <a14:hiddenFill xmlns:a14="http://schemas.microsoft.com/office/drawing/2010/main">
                <a:noFill/>
              </a14:hiddenFill>
            </a:ext>
          </a:extLst>
        </p:spPr>
        <p:txBody>
          <a:bodyPr>
            <a:spAutoFit/>
          </a:bodyPr>
          <a:lstStyle/>
          <a:p>
            <a:endParaRPr lang="en-US" sz="2000"/>
          </a:p>
        </p:txBody>
      </p:sp>
    </p:spTree>
    <p:extLst>
      <p:ext uri="{BB962C8B-B14F-4D97-AF65-F5344CB8AC3E}">
        <p14:creationId xmlns:p14="http://schemas.microsoft.com/office/powerpoint/2010/main" val="6788051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A3465867-77EC-4995-B791-901548756D10}"/>
              </a:ext>
            </a:extLst>
          </p:cNvPr>
          <p:cNvSpPr txBox="1">
            <a:spLocks noGrp="1"/>
          </p:cNvSpPr>
          <p:nvPr/>
        </p:nvSpPr>
        <p:spPr bwMode="auto">
          <a:xfrm>
            <a:off x="9046987" y="7201960"/>
            <a:ext cx="735541" cy="31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lnSpc>
                <a:spcPct val="95000"/>
              </a:lnSpc>
              <a:spcBef>
                <a:spcPct val="50000"/>
              </a:spcBef>
            </a:pPr>
            <a:fld id="{99192F7F-4F19-4883-BE83-8A3BACE413B4}" type="slidenum">
              <a:rPr lang="en-US" altLang="fr-FR" sz="1333">
                <a:solidFill>
                  <a:srgbClr val="FAE9B8"/>
                </a:solidFill>
                <a:latin typeface="Arial" panose="020B0604020202020204" pitchFamily="34" charset="0"/>
              </a:rPr>
              <a:pPr algn="r" eaLnBrk="1" hangingPunct="1">
                <a:lnSpc>
                  <a:spcPct val="95000"/>
                </a:lnSpc>
                <a:spcBef>
                  <a:spcPct val="50000"/>
                </a:spcBef>
              </a:pPr>
              <a:t>23</a:t>
            </a:fld>
            <a:endParaRPr lang="en-US" altLang="fr-FR" sz="1333">
              <a:solidFill>
                <a:srgbClr val="FAE9B8"/>
              </a:solidFill>
              <a:latin typeface="Arial" panose="020B0604020202020204" pitchFamily="34" charset="0"/>
            </a:endParaRPr>
          </a:p>
        </p:txBody>
      </p:sp>
      <p:grpSp>
        <p:nvGrpSpPr>
          <p:cNvPr id="24581" name="Group 4">
            <a:extLst>
              <a:ext uri="{FF2B5EF4-FFF2-40B4-BE49-F238E27FC236}">
                <a16:creationId xmlns:a16="http://schemas.microsoft.com/office/drawing/2014/main" id="{2136C9E6-1766-4472-92D4-841ADA9CAD24}"/>
              </a:ext>
            </a:extLst>
          </p:cNvPr>
          <p:cNvGrpSpPr>
            <a:grpSpLocks/>
          </p:cNvGrpSpPr>
          <p:nvPr/>
        </p:nvGrpSpPr>
        <p:grpSpPr bwMode="auto">
          <a:xfrm>
            <a:off x="2658182" y="1762125"/>
            <a:ext cx="3217332" cy="3048001"/>
            <a:chOff x="960" y="1544"/>
            <a:chExt cx="1824" cy="1728"/>
          </a:xfrm>
          <a:solidFill>
            <a:schemeClr val="bg2">
              <a:alpha val="45000"/>
            </a:schemeClr>
          </a:solidFill>
        </p:grpSpPr>
        <p:sp>
          <p:nvSpPr>
            <p:cNvPr id="24595" name="Oval 5">
              <a:extLst>
                <a:ext uri="{FF2B5EF4-FFF2-40B4-BE49-F238E27FC236}">
                  <a16:creationId xmlns:a16="http://schemas.microsoft.com/office/drawing/2014/main" id="{B0D8EC03-0EA4-4B9A-8BC2-8386921E791A}"/>
                </a:ext>
              </a:extLst>
            </p:cNvPr>
            <p:cNvSpPr>
              <a:spLocks noChangeArrowheads="1"/>
            </p:cNvSpPr>
            <p:nvPr/>
          </p:nvSpPr>
          <p:spPr bwMode="auto">
            <a:xfrm>
              <a:off x="960" y="1544"/>
              <a:ext cx="1824" cy="1728"/>
            </a:xfrm>
            <a:prstGeom prst="ellipse">
              <a:avLst/>
            </a:prstGeom>
            <a:grpFill/>
            <a:ln w="25400" algn="ctr">
              <a:solidFill>
                <a:schemeClr val="tx1"/>
              </a:solidFill>
              <a:round/>
              <a:headEnd/>
              <a:tailEnd/>
            </a:ln>
          </p:spPr>
          <p:txBody>
            <a:bodyPr anchor="ctr"/>
            <a:lstStyle/>
            <a:p>
              <a:pPr marL="324552" indent="-324552" algn="ctr">
                <a:lnSpc>
                  <a:spcPct val="90000"/>
                </a:lnSpc>
                <a:spcBef>
                  <a:spcPct val="50000"/>
                </a:spcBef>
                <a:defRPr/>
              </a:pPr>
              <a:endParaRPr lang="en-GB" sz="1111">
                <a:latin typeface="Tahoma" pitchFamily="34" charset="0"/>
              </a:endParaRPr>
            </a:p>
          </p:txBody>
        </p:sp>
        <p:sp>
          <p:nvSpPr>
            <p:cNvPr id="24596" name="Text Box 6">
              <a:extLst>
                <a:ext uri="{FF2B5EF4-FFF2-40B4-BE49-F238E27FC236}">
                  <a16:creationId xmlns:a16="http://schemas.microsoft.com/office/drawing/2014/main" id="{EF0392A9-79D2-4E7B-A5E4-E676F31AA4AC}"/>
                </a:ext>
              </a:extLst>
            </p:cNvPr>
            <p:cNvSpPr txBox="1">
              <a:spLocks noChangeArrowheads="1"/>
            </p:cNvSpPr>
            <p:nvPr/>
          </p:nvSpPr>
          <p:spPr bwMode="auto">
            <a:xfrm>
              <a:off x="1078" y="2022"/>
              <a:ext cx="1704" cy="541"/>
            </a:xfrm>
            <a:prstGeom prst="rect">
              <a:avLst/>
            </a:prstGeom>
            <a:noFill/>
            <a:ln>
              <a:noFill/>
            </a:ln>
          </p:spPr>
          <p:txBody>
            <a:bodyPr>
              <a:spAutoFit/>
            </a:bodyPr>
            <a:lstStyle>
              <a:lvl1pPr marL="292100" indent="-292100" eaLnBrk="0" hangingPunct="0">
                <a:defRPr sz="1200" b="1">
                  <a:solidFill>
                    <a:schemeClr val="tx2"/>
                  </a:solidFill>
                  <a:latin typeface="Arial" pitchFamily="34" charset="0"/>
                </a:defRPr>
              </a:lvl1pPr>
              <a:lvl2pPr marL="742950" indent="-285750" eaLnBrk="0" hangingPunct="0">
                <a:defRPr sz="1200" b="1">
                  <a:solidFill>
                    <a:schemeClr val="tx2"/>
                  </a:solidFill>
                  <a:latin typeface="Arial" pitchFamily="34" charset="0"/>
                </a:defRPr>
              </a:lvl2pPr>
              <a:lvl3pPr marL="1143000" indent="-228600" eaLnBrk="0" hangingPunct="0">
                <a:defRPr sz="1200" b="1">
                  <a:solidFill>
                    <a:schemeClr val="tx2"/>
                  </a:solidFill>
                  <a:latin typeface="Arial" pitchFamily="34" charset="0"/>
                </a:defRPr>
              </a:lvl3pPr>
              <a:lvl4pPr marL="1600200" indent="-228600" eaLnBrk="0" hangingPunct="0">
                <a:defRPr sz="1200" b="1">
                  <a:solidFill>
                    <a:schemeClr val="tx2"/>
                  </a:solidFill>
                  <a:latin typeface="Arial" pitchFamily="34" charset="0"/>
                </a:defRPr>
              </a:lvl4pPr>
              <a:lvl5pPr marL="2057400" indent="-228600" eaLnBrk="0" hangingPunct="0">
                <a:defRPr sz="1200" b="1">
                  <a:solidFill>
                    <a:schemeClr val="tx2"/>
                  </a:solidFill>
                  <a:latin typeface="Arial" pitchFamily="34" charset="0"/>
                </a:defRPr>
              </a:lvl5pPr>
              <a:lvl6pPr marL="2514600" indent="-228600" eaLnBrk="0" fontAlgn="base" hangingPunct="0">
                <a:spcBef>
                  <a:spcPct val="0"/>
                </a:spcBef>
                <a:spcAft>
                  <a:spcPct val="0"/>
                </a:spcAft>
                <a:defRPr sz="1200" b="1">
                  <a:solidFill>
                    <a:schemeClr val="tx2"/>
                  </a:solidFill>
                  <a:latin typeface="Arial" pitchFamily="34" charset="0"/>
                </a:defRPr>
              </a:lvl6pPr>
              <a:lvl7pPr marL="2971800" indent="-228600" eaLnBrk="0" fontAlgn="base" hangingPunct="0">
                <a:spcBef>
                  <a:spcPct val="0"/>
                </a:spcBef>
                <a:spcAft>
                  <a:spcPct val="0"/>
                </a:spcAft>
                <a:defRPr sz="1200" b="1">
                  <a:solidFill>
                    <a:schemeClr val="tx2"/>
                  </a:solidFill>
                  <a:latin typeface="Arial" pitchFamily="34" charset="0"/>
                </a:defRPr>
              </a:lvl7pPr>
              <a:lvl8pPr marL="3429000" indent="-228600" eaLnBrk="0" fontAlgn="base" hangingPunct="0">
                <a:spcBef>
                  <a:spcPct val="0"/>
                </a:spcBef>
                <a:spcAft>
                  <a:spcPct val="0"/>
                </a:spcAft>
                <a:defRPr sz="1200" b="1">
                  <a:solidFill>
                    <a:schemeClr val="tx2"/>
                  </a:solidFill>
                  <a:latin typeface="Arial" pitchFamily="34" charset="0"/>
                </a:defRPr>
              </a:lvl8pPr>
              <a:lvl9pPr marL="3886200" indent="-228600" eaLnBrk="0" fontAlgn="base" hangingPunct="0">
                <a:spcBef>
                  <a:spcPct val="0"/>
                </a:spcBef>
                <a:spcAft>
                  <a:spcPct val="0"/>
                </a:spcAft>
                <a:defRPr sz="1200" b="1">
                  <a:solidFill>
                    <a:schemeClr val="tx2"/>
                  </a:solidFill>
                  <a:latin typeface="Arial" pitchFamily="34" charset="0"/>
                </a:defRPr>
              </a:lvl9pPr>
            </a:lstStyle>
            <a:p>
              <a:pPr marL="0" indent="0" eaLnBrk="1" hangingPunct="1">
                <a:lnSpc>
                  <a:spcPct val="90000"/>
                </a:lnSpc>
                <a:spcBef>
                  <a:spcPct val="50000"/>
                </a:spcBef>
                <a:buFont typeface="Wingdings" pitchFamily="2" charset="2"/>
                <a:buNone/>
                <a:defRPr/>
              </a:pPr>
              <a:r>
                <a:rPr lang="nl-BE" sz="3111" b="0">
                  <a:solidFill>
                    <a:schemeClr val="tx1"/>
                  </a:solidFill>
                  <a:latin typeface="Calibri"/>
                  <a:cs typeface="Calibri"/>
                </a:rPr>
                <a:t>Verwachte </a:t>
              </a:r>
              <a:r>
                <a:rPr lang="en-US" sz="3111" b="0">
                  <a:solidFill>
                    <a:schemeClr val="tx1"/>
                  </a:solidFill>
                  <a:latin typeface="Calibri"/>
                  <a:cs typeface="Calibri"/>
                </a:rPr>
                <a:t>functionaliteit</a:t>
              </a:r>
              <a:endParaRPr lang="nl-BE" sz="3111" b="0">
                <a:solidFill>
                  <a:schemeClr val="tx1"/>
                </a:solidFill>
                <a:latin typeface="Calibri"/>
                <a:cs typeface="Calibri"/>
              </a:endParaRPr>
            </a:p>
          </p:txBody>
        </p:sp>
      </p:grpSp>
      <p:grpSp>
        <p:nvGrpSpPr>
          <p:cNvPr id="4" name="Group 10">
            <a:extLst>
              <a:ext uri="{FF2B5EF4-FFF2-40B4-BE49-F238E27FC236}">
                <a16:creationId xmlns:a16="http://schemas.microsoft.com/office/drawing/2014/main" id="{C0BF1352-CCF1-46D8-8F57-B0C6A28D4784}"/>
              </a:ext>
            </a:extLst>
          </p:cNvPr>
          <p:cNvGrpSpPr>
            <a:grpSpLocks/>
          </p:cNvGrpSpPr>
          <p:nvPr/>
        </p:nvGrpSpPr>
        <p:grpSpPr bwMode="auto">
          <a:xfrm>
            <a:off x="1559278" y="4044598"/>
            <a:ext cx="2300111" cy="2321277"/>
            <a:chOff x="770" y="2512"/>
            <a:chExt cx="1304" cy="1316"/>
          </a:xfrm>
        </p:grpSpPr>
        <p:sp>
          <p:nvSpPr>
            <p:cNvPr id="70670" name="Line 11">
              <a:extLst>
                <a:ext uri="{FF2B5EF4-FFF2-40B4-BE49-F238E27FC236}">
                  <a16:creationId xmlns:a16="http://schemas.microsoft.com/office/drawing/2014/main" id="{5C39DA7E-915A-410F-8102-22C763CDABDD}"/>
                </a:ext>
              </a:extLst>
            </p:cNvPr>
            <p:cNvSpPr>
              <a:spLocks noChangeShapeType="1"/>
            </p:cNvSpPr>
            <p:nvPr/>
          </p:nvSpPr>
          <p:spPr bwMode="auto">
            <a:xfrm flipH="1">
              <a:off x="1600" y="2512"/>
              <a:ext cx="424" cy="915"/>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70671" name="Text Box 12">
              <a:extLst>
                <a:ext uri="{FF2B5EF4-FFF2-40B4-BE49-F238E27FC236}">
                  <a16:creationId xmlns:a16="http://schemas.microsoft.com/office/drawing/2014/main" id="{39B7E5C6-0C75-4F51-8ED0-343903A38481}"/>
                </a:ext>
              </a:extLst>
            </p:cNvPr>
            <p:cNvSpPr txBox="1">
              <a:spLocks noChangeArrowheads="1"/>
            </p:cNvSpPr>
            <p:nvPr/>
          </p:nvSpPr>
          <p:spPr bwMode="auto">
            <a:xfrm>
              <a:off x="770" y="3427"/>
              <a:ext cx="1304" cy="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0000"/>
                </a:lnSpc>
                <a:spcBef>
                  <a:spcPct val="50000"/>
                </a:spcBef>
                <a:buFont typeface="Wingdings" panose="05000000000000000000" pitchFamily="2" charset="2"/>
                <a:buNone/>
              </a:pPr>
              <a:r>
                <a:rPr lang="nl-BE" altLang="fr-FR" sz="2222">
                  <a:solidFill>
                    <a:srgbClr val="4B6771"/>
                  </a:solidFill>
                  <a:latin typeface="Calibri" panose="020F0502020204030204" pitchFamily="34" charset="0"/>
                </a:rPr>
                <a:t>Waarde niet opgeleverd</a:t>
              </a:r>
              <a:endParaRPr lang="en-US" altLang="fr-FR" sz="2222">
                <a:solidFill>
                  <a:srgbClr val="4B6771"/>
                </a:solidFill>
                <a:latin typeface="Calibri" panose="020F0502020204030204" pitchFamily="34" charset="0"/>
              </a:endParaRPr>
            </a:p>
          </p:txBody>
        </p:sp>
      </p:grpSp>
      <p:grpSp>
        <p:nvGrpSpPr>
          <p:cNvPr id="24582" name="Group 7">
            <a:extLst>
              <a:ext uri="{FF2B5EF4-FFF2-40B4-BE49-F238E27FC236}">
                <a16:creationId xmlns:a16="http://schemas.microsoft.com/office/drawing/2014/main" id="{9233E36D-5658-4F12-8E4A-ACD9D916B101}"/>
              </a:ext>
            </a:extLst>
          </p:cNvPr>
          <p:cNvGrpSpPr>
            <a:grpSpLocks/>
          </p:cNvGrpSpPr>
          <p:nvPr/>
        </p:nvGrpSpPr>
        <p:grpSpPr bwMode="auto">
          <a:xfrm>
            <a:off x="4302125" y="1749778"/>
            <a:ext cx="3217334" cy="3048000"/>
            <a:chOff x="960" y="1544"/>
            <a:chExt cx="1824" cy="1728"/>
          </a:xfrm>
          <a:solidFill>
            <a:schemeClr val="bg2">
              <a:alpha val="45000"/>
            </a:schemeClr>
          </a:solidFill>
        </p:grpSpPr>
        <p:sp>
          <p:nvSpPr>
            <p:cNvPr id="24593" name="Oval 8">
              <a:extLst>
                <a:ext uri="{FF2B5EF4-FFF2-40B4-BE49-F238E27FC236}">
                  <a16:creationId xmlns:a16="http://schemas.microsoft.com/office/drawing/2014/main" id="{D9C57517-38ED-4BC9-8D7A-CD9E08E0826D}"/>
                </a:ext>
              </a:extLst>
            </p:cNvPr>
            <p:cNvSpPr>
              <a:spLocks noChangeArrowheads="1"/>
            </p:cNvSpPr>
            <p:nvPr/>
          </p:nvSpPr>
          <p:spPr bwMode="auto">
            <a:xfrm>
              <a:off x="960" y="1544"/>
              <a:ext cx="1824" cy="1728"/>
            </a:xfrm>
            <a:prstGeom prst="ellipse">
              <a:avLst/>
            </a:prstGeom>
            <a:grpFill/>
            <a:ln w="25400" algn="ctr">
              <a:solidFill>
                <a:schemeClr val="tx1"/>
              </a:solidFill>
              <a:round/>
              <a:headEnd/>
              <a:tailEnd/>
            </a:ln>
          </p:spPr>
          <p:txBody>
            <a:bodyPr anchor="ctr"/>
            <a:lstStyle/>
            <a:p>
              <a:pPr marL="324552" indent="-324552" algn="ctr">
                <a:lnSpc>
                  <a:spcPct val="90000"/>
                </a:lnSpc>
                <a:spcBef>
                  <a:spcPct val="50000"/>
                </a:spcBef>
                <a:defRPr/>
              </a:pPr>
              <a:endParaRPr lang="en-GB" sz="1111">
                <a:latin typeface="Tahoma" pitchFamily="34" charset="0"/>
              </a:endParaRPr>
            </a:p>
          </p:txBody>
        </p:sp>
        <p:sp>
          <p:nvSpPr>
            <p:cNvPr id="24594" name="Text Box 9">
              <a:extLst>
                <a:ext uri="{FF2B5EF4-FFF2-40B4-BE49-F238E27FC236}">
                  <a16:creationId xmlns:a16="http://schemas.microsoft.com/office/drawing/2014/main" id="{331C5E33-E90C-4AF5-9012-393AA008FAF7}"/>
                </a:ext>
              </a:extLst>
            </p:cNvPr>
            <p:cNvSpPr txBox="1">
              <a:spLocks noChangeArrowheads="1"/>
            </p:cNvSpPr>
            <p:nvPr/>
          </p:nvSpPr>
          <p:spPr bwMode="auto">
            <a:xfrm>
              <a:off x="1024" y="2300"/>
              <a:ext cx="1704" cy="541"/>
            </a:xfrm>
            <a:prstGeom prst="rect">
              <a:avLst/>
            </a:prstGeom>
            <a:noFill/>
            <a:ln>
              <a:noFill/>
            </a:ln>
          </p:spPr>
          <p:txBody>
            <a:bodyPr>
              <a:spAutoFit/>
            </a:bodyPr>
            <a:lstStyle>
              <a:lvl1pPr marL="292100" indent="-292100" eaLnBrk="0" hangingPunct="0">
                <a:defRPr sz="1200" b="1">
                  <a:solidFill>
                    <a:schemeClr val="tx2"/>
                  </a:solidFill>
                  <a:latin typeface="Arial" pitchFamily="34" charset="0"/>
                </a:defRPr>
              </a:lvl1pPr>
              <a:lvl2pPr marL="742950" indent="-285750" eaLnBrk="0" hangingPunct="0">
                <a:defRPr sz="1200" b="1">
                  <a:solidFill>
                    <a:schemeClr val="tx2"/>
                  </a:solidFill>
                  <a:latin typeface="Arial" pitchFamily="34" charset="0"/>
                </a:defRPr>
              </a:lvl2pPr>
              <a:lvl3pPr marL="1143000" indent="-228600" eaLnBrk="0" hangingPunct="0">
                <a:defRPr sz="1200" b="1">
                  <a:solidFill>
                    <a:schemeClr val="tx2"/>
                  </a:solidFill>
                  <a:latin typeface="Arial" pitchFamily="34" charset="0"/>
                </a:defRPr>
              </a:lvl3pPr>
              <a:lvl4pPr marL="1600200" indent="-228600" eaLnBrk="0" hangingPunct="0">
                <a:defRPr sz="1200" b="1">
                  <a:solidFill>
                    <a:schemeClr val="tx2"/>
                  </a:solidFill>
                  <a:latin typeface="Arial" pitchFamily="34" charset="0"/>
                </a:defRPr>
              </a:lvl4pPr>
              <a:lvl5pPr marL="2057400" indent="-228600" eaLnBrk="0" hangingPunct="0">
                <a:defRPr sz="1200" b="1">
                  <a:solidFill>
                    <a:schemeClr val="tx2"/>
                  </a:solidFill>
                  <a:latin typeface="Arial" pitchFamily="34" charset="0"/>
                </a:defRPr>
              </a:lvl5pPr>
              <a:lvl6pPr marL="2514600" indent="-228600" eaLnBrk="0" fontAlgn="base" hangingPunct="0">
                <a:spcBef>
                  <a:spcPct val="0"/>
                </a:spcBef>
                <a:spcAft>
                  <a:spcPct val="0"/>
                </a:spcAft>
                <a:defRPr sz="1200" b="1">
                  <a:solidFill>
                    <a:schemeClr val="tx2"/>
                  </a:solidFill>
                  <a:latin typeface="Arial" pitchFamily="34" charset="0"/>
                </a:defRPr>
              </a:lvl6pPr>
              <a:lvl7pPr marL="2971800" indent="-228600" eaLnBrk="0" fontAlgn="base" hangingPunct="0">
                <a:spcBef>
                  <a:spcPct val="0"/>
                </a:spcBef>
                <a:spcAft>
                  <a:spcPct val="0"/>
                </a:spcAft>
                <a:defRPr sz="1200" b="1">
                  <a:solidFill>
                    <a:schemeClr val="tx2"/>
                  </a:solidFill>
                  <a:latin typeface="Arial" pitchFamily="34" charset="0"/>
                </a:defRPr>
              </a:lvl7pPr>
              <a:lvl8pPr marL="3429000" indent="-228600" eaLnBrk="0" fontAlgn="base" hangingPunct="0">
                <a:spcBef>
                  <a:spcPct val="0"/>
                </a:spcBef>
                <a:spcAft>
                  <a:spcPct val="0"/>
                </a:spcAft>
                <a:defRPr sz="1200" b="1">
                  <a:solidFill>
                    <a:schemeClr val="tx2"/>
                  </a:solidFill>
                  <a:latin typeface="Arial" pitchFamily="34" charset="0"/>
                </a:defRPr>
              </a:lvl8pPr>
              <a:lvl9pPr marL="3886200" indent="-228600" eaLnBrk="0" fontAlgn="base" hangingPunct="0">
                <a:spcBef>
                  <a:spcPct val="0"/>
                </a:spcBef>
                <a:spcAft>
                  <a:spcPct val="0"/>
                </a:spcAft>
                <a:defRPr sz="1200" b="1">
                  <a:solidFill>
                    <a:schemeClr val="tx2"/>
                  </a:solidFill>
                  <a:latin typeface="Arial" pitchFamily="34" charset="0"/>
                </a:defRPr>
              </a:lvl9pPr>
            </a:lstStyle>
            <a:p>
              <a:pPr algn="r" eaLnBrk="1" hangingPunct="1">
                <a:lnSpc>
                  <a:spcPct val="90000"/>
                </a:lnSpc>
                <a:spcBef>
                  <a:spcPct val="50000"/>
                </a:spcBef>
                <a:buFont typeface="Wingdings" pitchFamily="2" charset="2"/>
                <a:buNone/>
                <a:defRPr/>
              </a:pPr>
              <a:r>
                <a:rPr lang="nl-BE" sz="3111" b="0">
                  <a:solidFill>
                    <a:schemeClr val="tx1"/>
                  </a:solidFill>
                  <a:latin typeface="Calibri"/>
                  <a:cs typeface="Calibri"/>
                </a:rPr>
                <a:t>Gekregen functionaliteit</a:t>
              </a:r>
              <a:endParaRPr lang="en-US" sz="3111" b="0" dirty="0">
                <a:solidFill>
                  <a:schemeClr val="tx1"/>
                </a:solidFill>
                <a:latin typeface="Calibri"/>
                <a:cs typeface="Calibri"/>
              </a:endParaRPr>
            </a:p>
          </p:txBody>
        </p:sp>
      </p:grpSp>
      <p:grpSp>
        <p:nvGrpSpPr>
          <p:cNvPr id="6" name="Group 16">
            <a:extLst>
              <a:ext uri="{FF2B5EF4-FFF2-40B4-BE49-F238E27FC236}">
                <a16:creationId xmlns:a16="http://schemas.microsoft.com/office/drawing/2014/main" id="{B1A5B369-2BA7-4DF5-A1DC-FD1B9502B209}"/>
              </a:ext>
            </a:extLst>
          </p:cNvPr>
          <p:cNvGrpSpPr>
            <a:grpSpLocks/>
          </p:cNvGrpSpPr>
          <p:nvPr/>
        </p:nvGrpSpPr>
        <p:grpSpPr bwMode="auto">
          <a:xfrm>
            <a:off x="6113639" y="4030487"/>
            <a:ext cx="1876778" cy="2028472"/>
            <a:chOff x="3352" y="2504"/>
            <a:chExt cx="1064" cy="1150"/>
          </a:xfrm>
        </p:grpSpPr>
        <p:sp>
          <p:nvSpPr>
            <p:cNvPr id="70668" name="Line 17">
              <a:extLst>
                <a:ext uri="{FF2B5EF4-FFF2-40B4-BE49-F238E27FC236}">
                  <a16:creationId xmlns:a16="http://schemas.microsoft.com/office/drawing/2014/main" id="{3285F458-78BF-4DA4-97E5-C53CF62B2AAA}"/>
                </a:ext>
              </a:extLst>
            </p:cNvPr>
            <p:cNvSpPr>
              <a:spLocks noChangeShapeType="1"/>
            </p:cNvSpPr>
            <p:nvPr/>
          </p:nvSpPr>
          <p:spPr bwMode="auto">
            <a:xfrm>
              <a:off x="3452" y="2504"/>
              <a:ext cx="388" cy="923"/>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70669" name="Text Box 18">
              <a:extLst>
                <a:ext uri="{FF2B5EF4-FFF2-40B4-BE49-F238E27FC236}">
                  <a16:creationId xmlns:a16="http://schemas.microsoft.com/office/drawing/2014/main" id="{7F97AD5D-C36D-4E5D-8741-1CC42C49AE21}"/>
                </a:ext>
              </a:extLst>
            </p:cNvPr>
            <p:cNvSpPr txBox="1">
              <a:spLocks noChangeArrowheads="1"/>
            </p:cNvSpPr>
            <p:nvPr/>
          </p:nvSpPr>
          <p:spPr bwMode="auto">
            <a:xfrm>
              <a:off x="3352" y="3427"/>
              <a:ext cx="106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0000"/>
                </a:lnSpc>
                <a:spcBef>
                  <a:spcPct val="50000"/>
                </a:spcBef>
                <a:buFont typeface="Wingdings" panose="05000000000000000000" pitchFamily="2" charset="2"/>
                <a:buNone/>
              </a:pPr>
              <a:r>
                <a:rPr lang="nl-BE" altLang="fr-FR" sz="2222">
                  <a:solidFill>
                    <a:srgbClr val="4B6771"/>
                  </a:solidFill>
                  <a:latin typeface="Calibri" panose="020F0502020204030204" pitchFamily="34" charset="0"/>
                </a:rPr>
                <a:t>Risico vol</a:t>
              </a:r>
              <a:endParaRPr lang="en-US" altLang="fr-FR" sz="2222">
                <a:solidFill>
                  <a:srgbClr val="4B6771"/>
                </a:solidFill>
                <a:latin typeface="Calibri" panose="020F0502020204030204" pitchFamily="34" charset="0"/>
              </a:endParaRPr>
            </a:p>
          </p:txBody>
        </p:sp>
      </p:grpSp>
      <p:grpSp>
        <p:nvGrpSpPr>
          <p:cNvPr id="5" name="Group 13">
            <a:extLst>
              <a:ext uri="{FF2B5EF4-FFF2-40B4-BE49-F238E27FC236}">
                <a16:creationId xmlns:a16="http://schemas.microsoft.com/office/drawing/2014/main" id="{E6772D76-3B9F-47D9-BF41-A49BA0D9A097}"/>
              </a:ext>
            </a:extLst>
          </p:cNvPr>
          <p:cNvGrpSpPr>
            <a:grpSpLocks/>
          </p:cNvGrpSpPr>
          <p:nvPr/>
        </p:nvGrpSpPr>
        <p:grpSpPr bwMode="auto">
          <a:xfrm>
            <a:off x="4067528" y="4120446"/>
            <a:ext cx="1876778" cy="2554112"/>
            <a:chOff x="2192" y="2555"/>
            <a:chExt cx="1064" cy="1448"/>
          </a:xfrm>
        </p:grpSpPr>
        <p:sp>
          <p:nvSpPr>
            <p:cNvPr id="70666" name="Line 14">
              <a:extLst>
                <a:ext uri="{FF2B5EF4-FFF2-40B4-BE49-F238E27FC236}">
                  <a16:creationId xmlns:a16="http://schemas.microsoft.com/office/drawing/2014/main" id="{87A3A436-B447-4DEA-88F9-B915F23A6FB7}"/>
                </a:ext>
              </a:extLst>
            </p:cNvPr>
            <p:cNvSpPr>
              <a:spLocks noChangeShapeType="1"/>
            </p:cNvSpPr>
            <p:nvPr/>
          </p:nvSpPr>
          <p:spPr bwMode="auto">
            <a:xfrm rot="19800000" flipH="1">
              <a:off x="2543" y="2555"/>
              <a:ext cx="475" cy="872"/>
            </a:xfrm>
            <a:prstGeom prst="line">
              <a:avLst/>
            </a:prstGeom>
            <a:noFill/>
            <a:ln w="38100">
              <a:solidFill>
                <a:schemeClr val="tx1"/>
              </a:solidFill>
              <a:round/>
              <a:headEnd type="triangle" w="lg" len="lg"/>
              <a:tailEnd/>
            </a:ln>
            <a:extLst>
              <a:ext uri="{909E8E84-426E-40DD-AFC4-6F175D3DCCD1}">
                <a14:hiddenFill xmlns:a14="http://schemas.microsoft.com/office/drawing/2010/main">
                  <a:noFill/>
                </a14:hiddenFill>
              </a:ext>
            </a:extLst>
          </p:spPr>
          <p:txBody>
            <a:bodyPr>
              <a:spAutoFit/>
            </a:bodyPr>
            <a:lstStyle/>
            <a:p>
              <a:endParaRPr lang="en-US" sz="2000"/>
            </a:p>
          </p:txBody>
        </p:sp>
        <p:sp>
          <p:nvSpPr>
            <p:cNvPr id="70667" name="Text Box 15">
              <a:extLst>
                <a:ext uri="{FF2B5EF4-FFF2-40B4-BE49-F238E27FC236}">
                  <a16:creationId xmlns:a16="http://schemas.microsoft.com/office/drawing/2014/main" id="{CADC6FC5-7020-4468-BEB9-019C14B023C1}"/>
                </a:ext>
              </a:extLst>
            </p:cNvPr>
            <p:cNvSpPr txBox="1">
              <a:spLocks noChangeArrowheads="1"/>
            </p:cNvSpPr>
            <p:nvPr/>
          </p:nvSpPr>
          <p:spPr bwMode="auto">
            <a:xfrm>
              <a:off x="2192" y="3427"/>
              <a:ext cx="106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2100" indent="-292100">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lnSpc>
                  <a:spcPct val="90000"/>
                </a:lnSpc>
                <a:spcBef>
                  <a:spcPct val="50000"/>
                </a:spcBef>
                <a:buFont typeface="Wingdings" panose="05000000000000000000" pitchFamily="2" charset="2"/>
                <a:buNone/>
              </a:pPr>
              <a:r>
                <a:rPr lang="nl-BE" altLang="fr-FR" sz="2222">
                  <a:solidFill>
                    <a:schemeClr val="tx1"/>
                  </a:solidFill>
                  <a:latin typeface="Tahoma" panose="020B0604030504040204" pitchFamily="34" charset="0"/>
                </a:rPr>
                <a:t>    </a:t>
              </a:r>
              <a:r>
                <a:rPr lang="nl-BE" altLang="fr-FR" sz="2222">
                  <a:solidFill>
                    <a:srgbClr val="4B6771"/>
                  </a:solidFill>
                  <a:latin typeface="Calibri" panose="020F0502020204030204" pitchFamily="34" charset="0"/>
                </a:rPr>
                <a:t>Waarde met weinig risico</a:t>
              </a:r>
              <a:endParaRPr lang="en-US" altLang="fr-FR" sz="2222">
                <a:solidFill>
                  <a:srgbClr val="4B6771"/>
                </a:solidFill>
                <a:latin typeface="Calibri" panose="020F0502020204030204" pitchFamily="34" charset="0"/>
              </a:endParaRPr>
            </a:p>
          </p:txBody>
        </p:sp>
      </p:grpSp>
      <p:sp>
        <p:nvSpPr>
          <p:cNvPr id="7" name="Title 6">
            <a:extLst>
              <a:ext uri="{FF2B5EF4-FFF2-40B4-BE49-F238E27FC236}">
                <a16:creationId xmlns:a16="http://schemas.microsoft.com/office/drawing/2014/main" id="{06EDEB5E-0EAE-4D32-AF15-065C3D0F72C8}"/>
              </a:ext>
            </a:extLst>
          </p:cNvPr>
          <p:cNvSpPr>
            <a:spLocks noGrp="1"/>
          </p:cNvSpPr>
          <p:nvPr>
            <p:ph type="title"/>
          </p:nvPr>
        </p:nvSpPr>
        <p:spPr/>
        <p:txBody>
          <a:bodyPr/>
          <a:lstStyle/>
          <a:p>
            <a:r>
              <a:rPr lang="en-GB"/>
              <a:t>Uitgeschreven testen in een notedop</a:t>
            </a:r>
            <a:endParaRPr lang="en-US"/>
          </a:p>
        </p:txBody>
      </p:sp>
      <p:sp>
        <p:nvSpPr>
          <p:cNvPr id="2" name="Line 10">
            <a:extLst>
              <a:ext uri="{FF2B5EF4-FFF2-40B4-BE49-F238E27FC236}">
                <a16:creationId xmlns:a16="http://schemas.microsoft.com/office/drawing/2014/main" id="{D1BD7684-EF6D-45CB-971C-D13AC242AF75}"/>
              </a:ext>
            </a:extLst>
          </p:cNvPr>
          <p:cNvSpPr>
            <a:spLocks noChangeShapeType="1"/>
          </p:cNvSpPr>
          <p:nvPr/>
        </p:nvSpPr>
        <p:spPr bwMode="auto">
          <a:xfrm>
            <a:off x="3287889" y="2427466"/>
            <a:ext cx="1792111" cy="0"/>
          </a:xfrm>
          <a:prstGeom prst="line">
            <a:avLst/>
          </a:prstGeom>
          <a:noFill/>
          <a:ln w="88900">
            <a:solidFill>
              <a:schemeClr val="tx1"/>
            </a:solidFill>
            <a:round/>
            <a:headEnd/>
            <a:tailEnd type="triangle" w="med" len="sm"/>
          </a:ln>
          <a:extLst>
            <a:ext uri="{909E8E84-426E-40DD-AFC4-6F175D3DCCD1}">
              <a14:hiddenFill xmlns:a14="http://schemas.microsoft.com/office/drawing/2010/main">
                <a:noFill/>
              </a14:hiddenFill>
            </a:ext>
          </a:extLst>
        </p:spPr>
        <p:txBody>
          <a:bodyPr>
            <a:spAutoFit/>
          </a:bodyPr>
          <a:lstStyle/>
          <a:p>
            <a:endParaRPr lang="en-US" sz="2000"/>
          </a:p>
        </p:txBody>
      </p:sp>
      <p:sp>
        <p:nvSpPr>
          <p:cNvPr id="3" name="Line 11">
            <a:extLst>
              <a:ext uri="{FF2B5EF4-FFF2-40B4-BE49-F238E27FC236}">
                <a16:creationId xmlns:a16="http://schemas.microsoft.com/office/drawing/2014/main" id="{AB060D1C-B442-43C2-AE14-3E61DB597A4C}"/>
              </a:ext>
            </a:extLst>
          </p:cNvPr>
          <p:cNvSpPr>
            <a:spLocks noChangeShapeType="1"/>
          </p:cNvSpPr>
          <p:nvPr/>
        </p:nvSpPr>
        <p:spPr bwMode="auto">
          <a:xfrm rot="8100000">
            <a:off x="3316111" y="2891369"/>
            <a:ext cx="1716264" cy="470959"/>
          </a:xfrm>
          <a:prstGeom prst="line">
            <a:avLst/>
          </a:prstGeom>
          <a:noFill/>
          <a:ln w="88900">
            <a:solidFill>
              <a:schemeClr val="tx1"/>
            </a:solidFill>
            <a:round/>
            <a:headEnd/>
            <a:tailEnd type="triangle" w="med" len="sm"/>
          </a:ln>
          <a:extLst>
            <a:ext uri="{909E8E84-426E-40DD-AFC4-6F175D3DCCD1}">
              <a14:hiddenFill xmlns:a14="http://schemas.microsoft.com/office/drawing/2010/main">
                <a:noFill/>
              </a14:hiddenFill>
            </a:ext>
          </a:extLst>
        </p:spPr>
        <p:txBody>
          <a:bodyPr>
            <a:spAutoFit/>
          </a:bodyPr>
          <a:lstStyle/>
          <a:p>
            <a:endParaRPr lang="en-US" sz="2000"/>
          </a:p>
        </p:txBody>
      </p:sp>
      <p:sp>
        <p:nvSpPr>
          <p:cNvPr id="8" name="Line 12">
            <a:extLst>
              <a:ext uri="{FF2B5EF4-FFF2-40B4-BE49-F238E27FC236}">
                <a16:creationId xmlns:a16="http://schemas.microsoft.com/office/drawing/2014/main" id="{39B5A862-9E91-4D25-AABC-824A12280C06}"/>
              </a:ext>
            </a:extLst>
          </p:cNvPr>
          <p:cNvSpPr>
            <a:spLocks noChangeShapeType="1"/>
          </p:cNvSpPr>
          <p:nvPr/>
        </p:nvSpPr>
        <p:spPr bwMode="auto">
          <a:xfrm rot="10800000">
            <a:off x="3272015" y="3895022"/>
            <a:ext cx="1792111" cy="0"/>
          </a:xfrm>
          <a:prstGeom prst="line">
            <a:avLst/>
          </a:prstGeom>
          <a:noFill/>
          <a:ln w="88900">
            <a:solidFill>
              <a:schemeClr val="tx1"/>
            </a:solidFill>
            <a:round/>
            <a:headEnd/>
            <a:tailEnd type="triangle" w="med" len="sm"/>
          </a:ln>
          <a:extLst>
            <a:ext uri="{909E8E84-426E-40DD-AFC4-6F175D3DCCD1}">
              <a14:hiddenFill xmlns:a14="http://schemas.microsoft.com/office/drawing/2010/main">
                <a:noFill/>
              </a14:hiddenFill>
            </a:ext>
          </a:extLst>
        </p:spPr>
        <p:txBody>
          <a:bodyPr>
            <a:spAutoFit/>
          </a:bodyPr>
          <a:lstStyle/>
          <a:p>
            <a:endParaRPr lang="en-US" sz="2000"/>
          </a:p>
        </p:txBody>
      </p:sp>
    </p:spTree>
    <p:extLst>
      <p:ext uri="{BB962C8B-B14F-4D97-AF65-F5344CB8AC3E}">
        <p14:creationId xmlns:p14="http://schemas.microsoft.com/office/powerpoint/2010/main" val="36791353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8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8" name="Rectangle 6">
            <a:extLst>
              <a:ext uri="{FF2B5EF4-FFF2-40B4-BE49-F238E27FC236}">
                <a16:creationId xmlns:a16="http://schemas.microsoft.com/office/drawing/2014/main" id="{22BABF98-96FD-4B39-8DA5-70C7D3E0EC95}"/>
              </a:ext>
            </a:extLst>
          </p:cNvPr>
          <p:cNvSpPr>
            <a:spLocks noChangeArrowheads="1"/>
          </p:cNvSpPr>
          <p:nvPr/>
        </p:nvSpPr>
        <p:spPr bwMode="auto">
          <a:xfrm>
            <a:off x="687512" y="1889124"/>
            <a:ext cx="9040688" cy="3865092"/>
          </a:xfrm>
          <a:prstGeom prst="rect">
            <a:avLst/>
          </a:prstGeom>
          <a:solidFill>
            <a:srgbClr val="FFFF00"/>
          </a:solidFill>
          <a:ln>
            <a:noFill/>
          </a:ln>
          <a:effectLst>
            <a:outerShdw blurRad="63500" dist="107763" dir="2700000" algn="ctr" rotWithShape="0">
              <a:schemeClr val="bg2">
                <a:alpha val="50000"/>
              </a:schemeClr>
            </a:outerShdw>
          </a:effectLst>
        </p:spPr>
        <p:txBody>
          <a:bodyPr wrap="none" anchor="ctr"/>
          <a:lstStyle/>
          <a:p>
            <a:pPr algn="ctr" eaLnBrk="1" hangingPunct="1">
              <a:defRPr/>
            </a:pPr>
            <a:r>
              <a:rPr lang="en-GB" sz="5400" b="1">
                <a:solidFill>
                  <a:srgbClr val="FF0000"/>
                </a:solidFill>
                <a:ea typeface="ＭＳ Ｐゴシック" charset="0"/>
                <a:cs typeface="ＭＳ Ｐゴシック" charset="0"/>
              </a:rPr>
              <a:t>Alle modellen zijn fout,</a:t>
            </a:r>
          </a:p>
          <a:p>
            <a:pPr algn="ctr" eaLnBrk="1" hangingPunct="1">
              <a:defRPr/>
            </a:pPr>
            <a:r>
              <a:rPr lang="en-GB" sz="5400" b="1">
                <a:solidFill>
                  <a:srgbClr val="FF0000"/>
                </a:solidFill>
                <a:ea typeface="ＭＳ Ｐゴシック" charset="0"/>
                <a:cs typeface="ＭＳ Ｐゴシック" charset="0"/>
              </a:rPr>
              <a:t>maar sommige zijn bruikbaar</a:t>
            </a:r>
          </a:p>
          <a:p>
            <a:pPr algn="ctr" eaLnBrk="1" hangingPunct="1">
              <a:defRPr/>
            </a:pPr>
            <a:r>
              <a:rPr lang="en-GB" sz="5400" b="1">
                <a:solidFill>
                  <a:srgbClr val="FF0000"/>
                </a:solidFill>
                <a:ea typeface="ＭＳ Ｐゴシック" charset="0"/>
                <a:cs typeface="ＭＳ Ｐゴシック" charset="0"/>
              </a:rPr>
              <a:t>(George Box, 1976)</a:t>
            </a:r>
            <a:endParaRPr lang="en-US" sz="5400" b="1">
              <a:solidFill>
                <a:srgbClr val="FF0000"/>
              </a:solidFill>
              <a:ea typeface="ＭＳ Ｐゴシック" charset="0"/>
              <a:cs typeface="ＭＳ Ｐゴシック" charset="0"/>
            </a:endParaRPr>
          </a:p>
        </p:txBody>
      </p:sp>
      <p:sp>
        <p:nvSpPr>
          <p:cNvPr id="4" name="Title 3">
            <a:extLst>
              <a:ext uri="{FF2B5EF4-FFF2-40B4-BE49-F238E27FC236}">
                <a16:creationId xmlns:a16="http://schemas.microsoft.com/office/drawing/2014/main" id="{2E12BDA8-D301-484B-826A-7700BC065F45}"/>
              </a:ext>
            </a:extLst>
          </p:cNvPr>
          <p:cNvSpPr>
            <a:spLocks noGrp="1"/>
          </p:cNvSpPr>
          <p:nvPr>
            <p:ph type="title"/>
          </p:nvPr>
        </p:nvSpPr>
        <p:spPr/>
        <p:txBody>
          <a:bodyPr/>
          <a:lstStyle/>
          <a:p>
            <a:r>
              <a:rPr lang="en-GB"/>
              <a:t>De waarheid over modellen</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0547" name="Text Box 19">
            <a:extLst>
              <a:ext uri="{FF2B5EF4-FFF2-40B4-BE49-F238E27FC236}">
                <a16:creationId xmlns:a16="http://schemas.microsoft.com/office/drawing/2014/main" id="{8511D48F-C10F-426E-8039-F0BCC2E66566}"/>
              </a:ext>
            </a:extLst>
          </p:cNvPr>
          <p:cNvSpPr txBox="1">
            <a:spLocks noChangeArrowheads="1"/>
          </p:cNvSpPr>
          <p:nvPr/>
        </p:nvSpPr>
        <p:spPr bwMode="auto">
          <a:xfrm>
            <a:off x="5828511" y="4577292"/>
            <a:ext cx="1699761" cy="502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r>
              <a:rPr lang="en-US" altLang="fr-FR" sz="2667">
                <a:solidFill>
                  <a:schemeClr val="tx1"/>
                </a:solidFill>
                <a:latin typeface="Calibri" panose="020F0502020204030204" pitchFamily="34" charset="0"/>
              </a:rPr>
              <a:t>Ontvangen</a:t>
            </a:r>
            <a:endParaRPr lang="nl-NL" altLang="fr-FR" sz="2667">
              <a:solidFill>
                <a:schemeClr val="tx1"/>
              </a:solidFill>
              <a:latin typeface="Calibri" panose="020F0502020204030204" pitchFamily="34" charset="0"/>
            </a:endParaRPr>
          </a:p>
        </p:txBody>
      </p:sp>
      <p:sp>
        <p:nvSpPr>
          <p:cNvPr id="2070549" name="Text Box 21">
            <a:extLst>
              <a:ext uri="{FF2B5EF4-FFF2-40B4-BE49-F238E27FC236}">
                <a16:creationId xmlns:a16="http://schemas.microsoft.com/office/drawing/2014/main" id="{29E24844-C8DF-4BA7-BBD2-4AF61AF4DD50}"/>
              </a:ext>
            </a:extLst>
          </p:cNvPr>
          <p:cNvSpPr txBox="1">
            <a:spLocks noChangeArrowheads="1"/>
          </p:cNvSpPr>
          <p:nvPr/>
        </p:nvSpPr>
        <p:spPr bwMode="auto">
          <a:xfrm>
            <a:off x="2724153" y="4577292"/>
            <a:ext cx="1779783" cy="50276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r>
              <a:rPr lang="en-GB" altLang="fr-FR" sz="2667">
                <a:solidFill>
                  <a:schemeClr val="tx1"/>
                </a:solidFill>
                <a:latin typeface="Calibri" panose="020F0502020204030204" pitchFamily="34" charset="0"/>
              </a:rPr>
              <a:t>Beschreven</a:t>
            </a:r>
            <a:endParaRPr lang="nl-NL" altLang="fr-FR" sz="2667">
              <a:solidFill>
                <a:schemeClr val="tx1"/>
              </a:solidFill>
              <a:latin typeface="Calibri" panose="020F0502020204030204" pitchFamily="34" charset="0"/>
            </a:endParaRPr>
          </a:p>
        </p:txBody>
      </p:sp>
      <p:sp>
        <p:nvSpPr>
          <p:cNvPr id="78852" name="Rectangle 2">
            <a:extLst>
              <a:ext uri="{FF2B5EF4-FFF2-40B4-BE49-F238E27FC236}">
                <a16:creationId xmlns:a16="http://schemas.microsoft.com/office/drawing/2014/main" id="{A2E1BB47-51F8-4901-BFD7-80A0CD291F74}"/>
              </a:ext>
            </a:extLst>
          </p:cNvPr>
          <p:cNvSpPr>
            <a:spLocks noGrp="1" noChangeArrowheads="1"/>
          </p:cNvSpPr>
          <p:nvPr>
            <p:ph type="title"/>
          </p:nvPr>
        </p:nvSpPr>
        <p:spPr/>
        <p:txBody>
          <a:bodyPr/>
          <a:lstStyle/>
          <a:p>
            <a:r>
              <a:rPr lang="nl-BE" altLang="fr-FR"/>
              <a:t>Een meer realistisch model</a:t>
            </a:r>
            <a:endParaRPr lang="en-US" altLang="fr-FR"/>
          </a:p>
        </p:txBody>
      </p:sp>
      <p:sp>
        <p:nvSpPr>
          <p:cNvPr id="78853" name="Slide Number Placeholder 5">
            <a:extLst>
              <a:ext uri="{FF2B5EF4-FFF2-40B4-BE49-F238E27FC236}">
                <a16:creationId xmlns:a16="http://schemas.microsoft.com/office/drawing/2014/main" id="{C8819990-A23F-4D81-B4B8-C81B949E45C1}"/>
              </a:ext>
            </a:extLst>
          </p:cNvPr>
          <p:cNvSpPr txBox="1">
            <a:spLocks noGrp="1"/>
          </p:cNvSpPr>
          <p:nvPr/>
        </p:nvSpPr>
        <p:spPr bwMode="auto">
          <a:xfrm>
            <a:off x="9046987" y="7201960"/>
            <a:ext cx="735541" cy="31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lnSpc>
                <a:spcPct val="95000"/>
              </a:lnSpc>
              <a:spcBef>
                <a:spcPct val="50000"/>
              </a:spcBef>
            </a:pPr>
            <a:fld id="{13DDA850-00F2-49F0-9D5E-564DBF70301D}" type="slidenum">
              <a:rPr lang="en-US" altLang="fr-FR" sz="1333">
                <a:solidFill>
                  <a:srgbClr val="FAE9B8"/>
                </a:solidFill>
                <a:latin typeface="Arial" panose="020B0604020202020204" pitchFamily="34" charset="0"/>
              </a:rPr>
              <a:pPr algn="r" eaLnBrk="1" hangingPunct="1">
                <a:lnSpc>
                  <a:spcPct val="95000"/>
                </a:lnSpc>
                <a:spcBef>
                  <a:spcPct val="50000"/>
                </a:spcBef>
              </a:pPr>
              <a:t>25</a:t>
            </a:fld>
            <a:endParaRPr lang="en-US" altLang="fr-FR" sz="1333">
              <a:solidFill>
                <a:srgbClr val="FAE9B8"/>
              </a:solidFill>
              <a:latin typeface="Arial" panose="020B0604020202020204" pitchFamily="34" charset="0"/>
            </a:endParaRPr>
          </a:p>
        </p:txBody>
      </p:sp>
      <p:grpSp>
        <p:nvGrpSpPr>
          <p:cNvPr id="78854" name="Group 4">
            <a:extLst>
              <a:ext uri="{FF2B5EF4-FFF2-40B4-BE49-F238E27FC236}">
                <a16:creationId xmlns:a16="http://schemas.microsoft.com/office/drawing/2014/main" id="{210ADC74-B977-411A-BDB8-A51778CAF203}"/>
              </a:ext>
            </a:extLst>
          </p:cNvPr>
          <p:cNvGrpSpPr>
            <a:grpSpLocks/>
          </p:cNvGrpSpPr>
          <p:nvPr/>
        </p:nvGrpSpPr>
        <p:grpSpPr bwMode="auto">
          <a:xfrm>
            <a:off x="3559528" y="1324682"/>
            <a:ext cx="3120320" cy="3120319"/>
            <a:chOff x="2018" y="663"/>
            <a:chExt cx="1769" cy="1769"/>
          </a:xfrm>
        </p:grpSpPr>
        <p:sp>
          <p:nvSpPr>
            <p:cNvPr id="78868" name="Oval 13">
              <a:extLst>
                <a:ext uri="{FF2B5EF4-FFF2-40B4-BE49-F238E27FC236}">
                  <a16:creationId xmlns:a16="http://schemas.microsoft.com/office/drawing/2014/main" id="{6A36CD6F-5AD4-41B0-8872-82C5EB462FDC}"/>
                </a:ext>
              </a:extLst>
            </p:cNvPr>
            <p:cNvSpPr>
              <a:spLocks noChangeArrowheads="1"/>
            </p:cNvSpPr>
            <p:nvPr/>
          </p:nvSpPr>
          <p:spPr bwMode="auto">
            <a:xfrm>
              <a:off x="2018" y="663"/>
              <a:ext cx="1769" cy="1769"/>
            </a:xfrm>
            <a:prstGeom prst="ellipse">
              <a:avLst/>
            </a:prstGeom>
            <a:solidFill>
              <a:srgbClr val="C0C0C0">
                <a:alpha val="0"/>
              </a:srgbClr>
            </a:solidFill>
            <a:ln w="25400">
              <a:solidFill>
                <a:schemeClr val="tx1"/>
              </a:solidFill>
              <a:round/>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endParaRPr lang="nl-NL" altLang="fr-FR" sz="4667">
                <a:latin typeface="Calibri" panose="020F0502020204030204" pitchFamily="34" charset="0"/>
              </a:endParaRPr>
            </a:p>
          </p:txBody>
        </p:sp>
        <p:sp>
          <p:nvSpPr>
            <p:cNvPr id="78869" name="Text Box 14">
              <a:extLst>
                <a:ext uri="{FF2B5EF4-FFF2-40B4-BE49-F238E27FC236}">
                  <a16:creationId xmlns:a16="http://schemas.microsoft.com/office/drawing/2014/main" id="{463A1B32-282A-4A43-9040-696AA0A4A865}"/>
                </a:ext>
              </a:extLst>
            </p:cNvPr>
            <p:cNvSpPr txBox="1">
              <a:spLocks noChangeArrowheads="1"/>
            </p:cNvSpPr>
            <p:nvPr/>
          </p:nvSpPr>
          <p:spPr bwMode="auto">
            <a:xfrm>
              <a:off x="2360" y="1344"/>
              <a:ext cx="1047" cy="2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r>
                <a:rPr lang="en-US" altLang="fr-FR" sz="2667">
                  <a:solidFill>
                    <a:schemeClr val="tx1"/>
                  </a:solidFill>
                  <a:latin typeface="Calibri" panose="020F0502020204030204" pitchFamily="34" charset="0"/>
                </a:rPr>
                <a:t>Verbeelding</a:t>
              </a:r>
              <a:endParaRPr lang="nl-NL" altLang="fr-FR" sz="2667">
                <a:solidFill>
                  <a:schemeClr val="tx1"/>
                </a:solidFill>
                <a:latin typeface="Calibri" panose="020F0502020204030204" pitchFamily="34" charset="0"/>
              </a:endParaRPr>
            </a:p>
          </p:txBody>
        </p:sp>
        <p:sp>
          <p:nvSpPr>
            <p:cNvPr id="78870" name="Text Box 22">
              <a:extLst>
                <a:ext uri="{FF2B5EF4-FFF2-40B4-BE49-F238E27FC236}">
                  <a16:creationId xmlns:a16="http://schemas.microsoft.com/office/drawing/2014/main" id="{46E51ADC-F84E-4EA9-905E-1DAA99B4FFC0}"/>
                </a:ext>
              </a:extLst>
            </p:cNvPr>
            <p:cNvSpPr txBox="1">
              <a:spLocks noChangeArrowheads="1"/>
            </p:cNvSpPr>
            <p:nvPr/>
          </p:nvSpPr>
          <p:spPr bwMode="auto">
            <a:xfrm>
              <a:off x="2383" y="944"/>
              <a:ext cx="105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r>
                <a:rPr lang="en-US" altLang="fr-FR" sz="1778">
                  <a:solidFill>
                    <a:srgbClr val="4B6771"/>
                  </a:solidFill>
                  <a:latin typeface="Calibri" panose="020F0502020204030204" pitchFamily="34" charset="0"/>
                </a:rPr>
                <a:t>Hoe we</a:t>
              </a:r>
            </a:p>
            <a:p>
              <a:pPr algn="ctr" eaLnBrk="1" hangingPunct="1"/>
              <a:r>
                <a:rPr lang="en-US" altLang="fr-FR" sz="1778">
                  <a:solidFill>
                    <a:srgbClr val="4B6771"/>
                  </a:solidFill>
                  <a:latin typeface="Calibri" panose="020F0502020204030204" pitchFamily="34" charset="0"/>
                </a:rPr>
                <a:t>het product zien ?</a:t>
              </a:r>
              <a:br>
                <a:rPr lang="en-US" altLang="fr-FR" sz="1778">
                  <a:solidFill>
                    <a:srgbClr val="4B6771"/>
                  </a:solidFill>
                  <a:latin typeface="Calibri" panose="020F0502020204030204" pitchFamily="34" charset="0"/>
                </a:rPr>
              </a:br>
              <a:endParaRPr lang="nl-NL" altLang="fr-FR" sz="1778">
                <a:solidFill>
                  <a:srgbClr val="4B6771"/>
                </a:solidFill>
                <a:latin typeface="Calibri" panose="020F0502020204030204" pitchFamily="34" charset="0"/>
              </a:endParaRPr>
            </a:p>
          </p:txBody>
        </p:sp>
      </p:grpSp>
      <p:sp>
        <p:nvSpPr>
          <p:cNvPr id="60436" name="Text Box 20">
            <a:extLst>
              <a:ext uri="{FF2B5EF4-FFF2-40B4-BE49-F238E27FC236}">
                <a16:creationId xmlns:a16="http://schemas.microsoft.com/office/drawing/2014/main" id="{E818C6AF-6E73-4AEF-B607-A2D73DBFFCA4}"/>
              </a:ext>
            </a:extLst>
          </p:cNvPr>
          <p:cNvSpPr txBox="1">
            <a:spLocks noChangeArrowheads="1"/>
          </p:cNvSpPr>
          <p:nvPr/>
        </p:nvSpPr>
        <p:spPr bwMode="auto">
          <a:xfrm>
            <a:off x="0" y="2605265"/>
            <a:ext cx="3399015" cy="639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eaLnBrk="1" hangingPunct="1"/>
            <a:r>
              <a:rPr lang="ja-JP" altLang="en-US" sz="1778">
                <a:solidFill>
                  <a:srgbClr val="4B6771"/>
                </a:solidFill>
                <a:latin typeface="Calibri" panose="020F0502020204030204" pitchFamily="34" charset="0"/>
              </a:rPr>
              <a:t>“</a:t>
            </a:r>
            <a:r>
              <a:rPr lang="en-US" altLang="ja-JP" sz="1778">
                <a:solidFill>
                  <a:srgbClr val="4B6771"/>
                </a:solidFill>
                <a:latin typeface="Calibri" panose="020F0502020204030204" pitchFamily="34" charset="0"/>
              </a:rPr>
              <a:t>Vergelijk het idee van het product met hoe het beschreven is</a:t>
            </a:r>
            <a:r>
              <a:rPr lang="ja-JP" altLang="en-US" sz="1778">
                <a:solidFill>
                  <a:srgbClr val="4B6771"/>
                </a:solidFill>
                <a:latin typeface="Calibri" panose="020F0502020204030204" pitchFamily="34" charset="0"/>
              </a:rPr>
              <a:t>”</a:t>
            </a:r>
            <a:endParaRPr lang="nl-NL" altLang="fr-FR" sz="1778">
              <a:solidFill>
                <a:srgbClr val="4B6771"/>
              </a:solidFill>
              <a:latin typeface="Calibri" panose="020F0502020204030204" pitchFamily="34" charset="0"/>
            </a:endParaRPr>
          </a:p>
        </p:txBody>
      </p:sp>
      <p:sp>
        <p:nvSpPr>
          <p:cNvPr id="60437" name="Text Box 21">
            <a:extLst>
              <a:ext uri="{FF2B5EF4-FFF2-40B4-BE49-F238E27FC236}">
                <a16:creationId xmlns:a16="http://schemas.microsoft.com/office/drawing/2014/main" id="{5E5F581B-663E-447C-AF61-A5E68AE74921}"/>
              </a:ext>
            </a:extLst>
          </p:cNvPr>
          <p:cNvSpPr txBox="1">
            <a:spLocks noChangeArrowheads="1"/>
          </p:cNvSpPr>
          <p:nvPr/>
        </p:nvSpPr>
        <p:spPr bwMode="auto">
          <a:xfrm>
            <a:off x="6679849" y="2599973"/>
            <a:ext cx="3199694" cy="639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r>
              <a:rPr lang="ja-JP" altLang="en-US" sz="1778">
                <a:solidFill>
                  <a:srgbClr val="4B6771"/>
                </a:solidFill>
                <a:latin typeface="Calibri" panose="020F0502020204030204" pitchFamily="34" charset="0"/>
              </a:rPr>
              <a:t>“</a:t>
            </a:r>
            <a:r>
              <a:rPr lang="en-GB" altLang="ja-JP" sz="1778">
                <a:solidFill>
                  <a:srgbClr val="4B6771"/>
                </a:solidFill>
                <a:latin typeface="Calibri" panose="020F0502020204030204" pitchFamily="34" charset="0"/>
              </a:rPr>
              <a:t>Vergelijk het product met het originele idee</a:t>
            </a:r>
            <a:r>
              <a:rPr lang="ja-JP" altLang="en-US" sz="1778">
                <a:solidFill>
                  <a:srgbClr val="4B6771"/>
                </a:solidFill>
                <a:latin typeface="Calibri" panose="020F0502020204030204" pitchFamily="34" charset="0"/>
              </a:rPr>
              <a:t>”</a:t>
            </a:r>
            <a:endParaRPr lang="nl-NL" altLang="fr-FR" sz="1778">
              <a:solidFill>
                <a:srgbClr val="4B6771"/>
              </a:solidFill>
              <a:latin typeface="Calibri" panose="020F0502020204030204" pitchFamily="34" charset="0"/>
            </a:endParaRPr>
          </a:p>
        </p:txBody>
      </p:sp>
      <p:sp>
        <p:nvSpPr>
          <p:cNvPr id="60438" name="Text Box 22">
            <a:extLst>
              <a:ext uri="{FF2B5EF4-FFF2-40B4-BE49-F238E27FC236}">
                <a16:creationId xmlns:a16="http://schemas.microsoft.com/office/drawing/2014/main" id="{19C393D0-8740-47D9-AF2A-1A924CE0B459}"/>
              </a:ext>
            </a:extLst>
          </p:cNvPr>
          <p:cNvSpPr txBox="1">
            <a:spLocks noChangeArrowheads="1"/>
          </p:cNvSpPr>
          <p:nvPr/>
        </p:nvSpPr>
        <p:spPr bwMode="auto">
          <a:xfrm>
            <a:off x="3240265" y="6284737"/>
            <a:ext cx="3839986" cy="639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r>
              <a:rPr lang="ja-JP" altLang="en-US" sz="1778">
                <a:solidFill>
                  <a:srgbClr val="4B6771"/>
                </a:solidFill>
                <a:latin typeface="Calibri" panose="020F0502020204030204" pitchFamily="34" charset="0"/>
              </a:rPr>
              <a:t>“</a:t>
            </a:r>
            <a:r>
              <a:rPr lang="en-US" altLang="ja-JP" sz="1778">
                <a:solidFill>
                  <a:srgbClr val="4B6771"/>
                </a:solidFill>
                <a:latin typeface="Calibri" panose="020F0502020204030204" pitchFamily="34" charset="0"/>
              </a:rPr>
              <a:t>Vergelijk het product met hoe het is beschreven</a:t>
            </a:r>
            <a:r>
              <a:rPr lang="ja-JP" altLang="en-US" sz="1778">
                <a:solidFill>
                  <a:srgbClr val="4B6771"/>
                </a:solidFill>
                <a:latin typeface="Calibri" panose="020F0502020204030204" pitchFamily="34" charset="0"/>
              </a:rPr>
              <a:t>”</a:t>
            </a:r>
            <a:endParaRPr lang="nl-NL" altLang="fr-FR" sz="1778">
              <a:solidFill>
                <a:srgbClr val="4B6771"/>
              </a:solidFill>
              <a:latin typeface="Calibri" panose="020F0502020204030204" pitchFamily="34" charset="0"/>
            </a:endParaRPr>
          </a:p>
        </p:txBody>
      </p:sp>
      <p:sp>
        <p:nvSpPr>
          <p:cNvPr id="2070548" name="Oval 20">
            <a:extLst>
              <a:ext uri="{FF2B5EF4-FFF2-40B4-BE49-F238E27FC236}">
                <a16:creationId xmlns:a16="http://schemas.microsoft.com/office/drawing/2014/main" id="{772B66A6-E445-49C0-A573-C1BF1A553FFE}"/>
              </a:ext>
            </a:extLst>
          </p:cNvPr>
          <p:cNvSpPr>
            <a:spLocks noChangeArrowheads="1"/>
          </p:cNvSpPr>
          <p:nvPr/>
        </p:nvSpPr>
        <p:spPr bwMode="auto">
          <a:xfrm>
            <a:off x="2679348" y="3085043"/>
            <a:ext cx="3120319" cy="3120319"/>
          </a:xfrm>
          <a:prstGeom prst="ellipse">
            <a:avLst/>
          </a:prstGeom>
          <a:solidFill>
            <a:srgbClr val="C0C0C0">
              <a:alpha val="0"/>
            </a:srgbClr>
          </a:solidFill>
          <a:ln w="25400">
            <a:solidFill>
              <a:schemeClr val="tx1"/>
            </a:solidFill>
            <a:round/>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endParaRPr lang="nl-NL" altLang="fr-FR" sz="4667"/>
          </a:p>
        </p:txBody>
      </p:sp>
      <p:sp>
        <p:nvSpPr>
          <p:cNvPr id="2070551" name="Text Box 23">
            <a:extLst>
              <a:ext uri="{FF2B5EF4-FFF2-40B4-BE49-F238E27FC236}">
                <a16:creationId xmlns:a16="http://schemas.microsoft.com/office/drawing/2014/main" id="{5E71915C-5D58-4520-8D65-475939AA638D}"/>
              </a:ext>
            </a:extLst>
          </p:cNvPr>
          <p:cNvSpPr txBox="1">
            <a:spLocks noChangeArrowheads="1"/>
          </p:cNvSpPr>
          <p:nvPr/>
        </p:nvSpPr>
        <p:spPr bwMode="auto">
          <a:xfrm>
            <a:off x="2919760" y="5034136"/>
            <a:ext cx="1858726" cy="91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eaLnBrk="1" hangingPunct="1"/>
            <a:r>
              <a:rPr lang="en-US" altLang="fr-FR" sz="1778">
                <a:solidFill>
                  <a:srgbClr val="4B6771"/>
                </a:solidFill>
                <a:latin typeface="Calibri" panose="020F0502020204030204" pitchFamily="34" charset="0"/>
              </a:rPr>
              <a:t>Hoe het product</a:t>
            </a:r>
            <a:br>
              <a:rPr lang="nl-NL" altLang="fr-FR" sz="1778">
                <a:solidFill>
                  <a:srgbClr val="4B6771"/>
                </a:solidFill>
                <a:latin typeface="Calibri" panose="020F0502020204030204" pitchFamily="34" charset="0"/>
              </a:rPr>
            </a:br>
            <a:r>
              <a:rPr lang="nl-NL" altLang="fr-FR" sz="1778">
                <a:solidFill>
                  <a:srgbClr val="4B6771"/>
                </a:solidFill>
                <a:latin typeface="Calibri" panose="020F0502020204030204" pitchFamily="34" charset="0"/>
              </a:rPr>
              <a:t>was beschreven?	</a:t>
            </a:r>
            <a:endParaRPr lang="en-US" altLang="fr-FR" sz="1778">
              <a:solidFill>
                <a:srgbClr val="4B6771"/>
              </a:solidFill>
              <a:latin typeface="Calibri" panose="020F0502020204030204" pitchFamily="34" charset="0"/>
            </a:endParaRPr>
          </a:p>
        </p:txBody>
      </p:sp>
      <p:sp>
        <p:nvSpPr>
          <p:cNvPr id="2070553" name="Rectangle 25">
            <a:extLst>
              <a:ext uri="{FF2B5EF4-FFF2-40B4-BE49-F238E27FC236}">
                <a16:creationId xmlns:a16="http://schemas.microsoft.com/office/drawing/2014/main" id="{B1106F85-E8E3-49DB-B5D3-E6456D48A5EE}"/>
              </a:ext>
            </a:extLst>
          </p:cNvPr>
          <p:cNvSpPr>
            <a:spLocks noChangeArrowheads="1"/>
          </p:cNvSpPr>
          <p:nvPr/>
        </p:nvSpPr>
        <p:spPr bwMode="auto">
          <a:xfrm>
            <a:off x="3941892" y="2284237"/>
            <a:ext cx="487634" cy="810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30000"/>
              </a:spcBef>
            </a:pPr>
            <a:r>
              <a:rPr lang="en-GB" altLang="fr-FR" sz="4667" b="1">
                <a:solidFill>
                  <a:schemeClr val="accent1"/>
                </a:solidFill>
                <a:latin typeface="Calibri" panose="020F0502020204030204" pitchFamily="34" charset="0"/>
              </a:rPr>
              <a:t>1</a:t>
            </a:r>
          </a:p>
        </p:txBody>
      </p:sp>
      <p:sp>
        <p:nvSpPr>
          <p:cNvPr id="2070546" name="Oval 18">
            <a:extLst>
              <a:ext uri="{FF2B5EF4-FFF2-40B4-BE49-F238E27FC236}">
                <a16:creationId xmlns:a16="http://schemas.microsoft.com/office/drawing/2014/main" id="{A93728F0-32C3-433C-AC3C-43F5A24020C5}"/>
              </a:ext>
            </a:extLst>
          </p:cNvPr>
          <p:cNvSpPr>
            <a:spLocks noChangeArrowheads="1"/>
          </p:cNvSpPr>
          <p:nvPr/>
        </p:nvSpPr>
        <p:spPr bwMode="auto">
          <a:xfrm>
            <a:off x="4439709" y="3085043"/>
            <a:ext cx="3120319" cy="3120319"/>
          </a:xfrm>
          <a:prstGeom prst="ellipse">
            <a:avLst/>
          </a:prstGeom>
          <a:solidFill>
            <a:srgbClr val="C0C0C0">
              <a:alpha val="0"/>
            </a:srgbClr>
          </a:solidFill>
          <a:ln w="25400">
            <a:solidFill>
              <a:schemeClr val="tx1"/>
            </a:solidFill>
            <a:round/>
            <a:headEnd/>
            <a:tailEnd/>
          </a:ln>
        </p:spPr>
        <p:txBody>
          <a:bodyPr wrap="none" anchor="ct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endParaRPr lang="nl-NL" altLang="fr-FR" sz="4667">
              <a:latin typeface="Calibri" panose="020F0502020204030204" pitchFamily="34" charset="0"/>
            </a:endParaRPr>
          </a:p>
        </p:txBody>
      </p:sp>
      <p:sp>
        <p:nvSpPr>
          <p:cNvPr id="2070552" name="Text Box 24">
            <a:extLst>
              <a:ext uri="{FF2B5EF4-FFF2-40B4-BE49-F238E27FC236}">
                <a16:creationId xmlns:a16="http://schemas.microsoft.com/office/drawing/2014/main" id="{5A46A95F-1583-445C-B84E-294CE210F2DC}"/>
              </a:ext>
            </a:extLst>
          </p:cNvPr>
          <p:cNvSpPr txBox="1">
            <a:spLocks noChangeArrowheads="1"/>
          </p:cNvSpPr>
          <p:nvPr/>
        </p:nvSpPr>
        <p:spPr bwMode="auto">
          <a:xfrm>
            <a:off x="5646023" y="5058834"/>
            <a:ext cx="1738233" cy="639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r>
              <a:rPr lang="en-US" altLang="fr-FR" sz="1778">
                <a:solidFill>
                  <a:srgbClr val="4B6771"/>
                </a:solidFill>
                <a:latin typeface="Calibri" panose="020F0502020204030204" pitchFamily="34" charset="0"/>
              </a:rPr>
              <a:t>Hoe het product</a:t>
            </a:r>
            <a:br>
              <a:rPr lang="en-US" altLang="fr-FR" sz="1778">
                <a:solidFill>
                  <a:srgbClr val="4B6771"/>
                </a:solidFill>
                <a:latin typeface="Calibri" panose="020F0502020204030204" pitchFamily="34" charset="0"/>
              </a:rPr>
            </a:br>
            <a:r>
              <a:rPr lang="en-US" altLang="fr-FR" sz="1778">
                <a:solidFill>
                  <a:srgbClr val="4B6771"/>
                </a:solidFill>
                <a:latin typeface="Calibri" panose="020F0502020204030204" pitchFamily="34" charset="0"/>
              </a:rPr>
              <a:t>was opgeleverd?</a:t>
            </a:r>
            <a:endParaRPr lang="nl-NL" altLang="fr-FR" sz="1778">
              <a:solidFill>
                <a:srgbClr val="4B6771"/>
              </a:solidFill>
              <a:latin typeface="Calibri" panose="020F0502020204030204" pitchFamily="34" charset="0"/>
            </a:endParaRPr>
          </a:p>
        </p:txBody>
      </p:sp>
      <p:sp>
        <p:nvSpPr>
          <p:cNvPr id="2070555" name="Rectangle 27">
            <a:extLst>
              <a:ext uri="{FF2B5EF4-FFF2-40B4-BE49-F238E27FC236}">
                <a16:creationId xmlns:a16="http://schemas.microsoft.com/office/drawing/2014/main" id="{AF28BFD8-BD9A-4588-845A-DA74EA58FF76}"/>
              </a:ext>
            </a:extLst>
          </p:cNvPr>
          <p:cNvSpPr>
            <a:spLocks noChangeArrowheads="1"/>
          </p:cNvSpPr>
          <p:nvPr/>
        </p:nvSpPr>
        <p:spPr bwMode="auto">
          <a:xfrm>
            <a:off x="6458080" y="3767667"/>
            <a:ext cx="487634" cy="810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30000"/>
              </a:spcBef>
            </a:pPr>
            <a:r>
              <a:rPr lang="en-GB" altLang="fr-FR" sz="4667" b="1">
                <a:solidFill>
                  <a:schemeClr val="accent1"/>
                </a:solidFill>
                <a:latin typeface="Calibri" panose="020F0502020204030204" pitchFamily="34" charset="0"/>
              </a:rPr>
              <a:t>3</a:t>
            </a:r>
          </a:p>
        </p:txBody>
      </p:sp>
      <p:sp>
        <p:nvSpPr>
          <p:cNvPr id="2070557" name="Line 29">
            <a:extLst>
              <a:ext uri="{FF2B5EF4-FFF2-40B4-BE49-F238E27FC236}">
                <a16:creationId xmlns:a16="http://schemas.microsoft.com/office/drawing/2014/main" id="{F0099086-8112-43FC-8AB2-407A0F4D6060}"/>
              </a:ext>
            </a:extLst>
          </p:cNvPr>
          <p:cNvSpPr>
            <a:spLocks noChangeShapeType="1"/>
          </p:cNvSpPr>
          <p:nvPr/>
        </p:nvSpPr>
        <p:spPr bwMode="auto">
          <a:xfrm>
            <a:off x="3531306" y="4018139"/>
            <a:ext cx="2880431" cy="0"/>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2070554" name="Rectangle 26">
            <a:extLst>
              <a:ext uri="{FF2B5EF4-FFF2-40B4-BE49-F238E27FC236}">
                <a16:creationId xmlns:a16="http://schemas.microsoft.com/office/drawing/2014/main" id="{1E5FEB2F-6781-47CA-B9BD-A6D1626D300A}"/>
              </a:ext>
            </a:extLst>
          </p:cNvPr>
          <p:cNvSpPr>
            <a:spLocks noChangeArrowheads="1"/>
          </p:cNvSpPr>
          <p:nvPr/>
        </p:nvSpPr>
        <p:spPr bwMode="auto">
          <a:xfrm>
            <a:off x="3036135" y="3806473"/>
            <a:ext cx="487634" cy="810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ctr" eaLnBrk="1" hangingPunct="1">
              <a:spcBef>
                <a:spcPct val="30000"/>
              </a:spcBef>
            </a:pPr>
            <a:r>
              <a:rPr lang="en-GB" altLang="fr-FR" sz="4667" b="1">
                <a:solidFill>
                  <a:schemeClr val="accent1"/>
                </a:solidFill>
                <a:latin typeface="Calibri" panose="020F0502020204030204" pitchFamily="34" charset="0"/>
              </a:rPr>
              <a:t>2</a:t>
            </a:r>
          </a:p>
        </p:txBody>
      </p:sp>
      <p:sp>
        <p:nvSpPr>
          <p:cNvPr id="2070560" name="Line 32">
            <a:extLst>
              <a:ext uri="{FF2B5EF4-FFF2-40B4-BE49-F238E27FC236}">
                <a16:creationId xmlns:a16="http://schemas.microsoft.com/office/drawing/2014/main" id="{8BE54052-9C5A-44A3-B2F3-2E7562E09570}"/>
              </a:ext>
            </a:extLst>
          </p:cNvPr>
          <p:cNvSpPr>
            <a:spLocks noChangeShapeType="1"/>
          </p:cNvSpPr>
          <p:nvPr/>
        </p:nvSpPr>
        <p:spPr bwMode="auto">
          <a:xfrm flipH="1">
            <a:off x="3480153" y="3005667"/>
            <a:ext cx="513291" cy="880181"/>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2" name="Line 32">
            <a:extLst>
              <a:ext uri="{FF2B5EF4-FFF2-40B4-BE49-F238E27FC236}">
                <a16:creationId xmlns:a16="http://schemas.microsoft.com/office/drawing/2014/main" id="{73E72FEE-A94A-47A8-B817-751D61E8DC32}"/>
              </a:ext>
            </a:extLst>
          </p:cNvPr>
          <p:cNvSpPr>
            <a:spLocks noChangeShapeType="1"/>
          </p:cNvSpPr>
          <p:nvPr/>
        </p:nvSpPr>
        <p:spPr bwMode="auto">
          <a:xfrm flipH="1" flipV="1">
            <a:off x="5960181" y="2845153"/>
            <a:ext cx="592667" cy="959556"/>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705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705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705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705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705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7054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7055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4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7056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7055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043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7055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7055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043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0547" grpId="0" animBg="1"/>
      <p:bldP spid="2070549" grpId="0" animBg="1"/>
      <p:bldP spid="60436" grpId="0"/>
      <p:bldP spid="60437" grpId="0"/>
      <p:bldP spid="60438" grpId="0"/>
      <p:bldP spid="2070548" grpId="0" animBg="1"/>
      <p:bldP spid="2070551" grpId="0"/>
      <p:bldP spid="2070553" grpId="0"/>
      <p:bldP spid="2070546" grpId="0" animBg="1"/>
      <p:bldP spid="2070552" grpId="0"/>
      <p:bldP spid="2070555" grpId="0"/>
      <p:bldP spid="207055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A3465867-77EC-4995-B791-901548756D10}"/>
              </a:ext>
            </a:extLst>
          </p:cNvPr>
          <p:cNvSpPr txBox="1">
            <a:spLocks noGrp="1"/>
          </p:cNvSpPr>
          <p:nvPr/>
        </p:nvSpPr>
        <p:spPr bwMode="auto">
          <a:xfrm>
            <a:off x="9046987" y="7201960"/>
            <a:ext cx="735541" cy="31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lstStyle>
            <a:lvl1pPr>
              <a:defRPr sz="4200">
                <a:solidFill>
                  <a:srgbClr val="000000"/>
                </a:solidFill>
                <a:latin typeface="Gill Sans" charset="0"/>
                <a:ea typeface="MS PGothic" panose="020B0600070205080204" pitchFamily="34" charset="-128"/>
                <a:sym typeface="Gill Sans" charset="0"/>
              </a:defRPr>
            </a:lvl1pPr>
            <a:lvl2pPr marL="742950" indent="-285750">
              <a:defRPr sz="4200">
                <a:solidFill>
                  <a:srgbClr val="000000"/>
                </a:solidFill>
                <a:latin typeface="Gill Sans" charset="0"/>
                <a:ea typeface="MS PGothic" panose="020B0600070205080204" pitchFamily="34" charset="-128"/>
                <a:sym typeface="Gill Sans" charset="0"/>
              </a:defRPr>
            </a:lvl2pPr>
            <a:lvl3pPr marL="1143000" indent="-228600">
              <a:defRPr sz="4200">
                <a:solidFill>
                  <a:srgbClr val="000000"/>
                </a:solidFill>
                <a:latin typeface="Gill Sans" charset="0"/>
                <a:ea typeface="MS PGothic" panose="020B0600070205080204" pitchFamily="34" charset="-128"/>
                <a:sym typeface="Gill Sans" charset="0"/>
              </a:defRPr>
            </a:lvl3pPr>
            <a:lvl4pPr marL="1600200" indent="-228600">
              <a:defRPr sz="4200">
                <a:solidFill>
                  <a:srgbClr val="000000"/>
                </a:solidFill>
                <a:latin typeface="Gill Sans" charset="0"/>
                <a:ea typeface="MS PGothic" panose="020B0600070205080204" pitchFamily="34" charset="-128"/>
                <a:sym typeface="Gill Sans" charset="0"/>
              </a:defRPr>
            </a:lvl4pPr>
            <a:lvl5pPr marL="2057400" indent="-228600">
              <a:defRPr sz="4200">
                <a:solidFill>
                  <a:srgbClr val="000000"/>
                </a:solidFill>
                <a:latin typeface="Gill Sans" charset="0"/>
                <a:ea typeface="MS PGothic" panose="020B0600070205080204" pitchFamily="34" charset="-128"/>
                <a:sym typeface="Gill Sans" charset="0"/>
              </a:defRPr>
            </a:lvl5pPr>
            <a:lvl6pPr marL="25146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6pPr>
            <a:lvl7pPr marL="29718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7pPr>
            <a:lvl8pPr marL="34290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8pPr>
            <a:lvl9pPr marL="3886200" indent="-228600" eaLnBrk="0" fontAlgn="base" hangingPunct="0">
              <a:spcBef>
                <a:spcPct val="0"/>
              </a:spcBef>
              <a:spcAft>
                <a:spcPct val="0"/>
              </a:spcAft>
              <a:defRPr sz="4200">
                <a:solidFill>
                  <a:srgbClr val="000000"/>
                </a:solidFill>
                <a:latin typeface="Gill Sans" charset="0"/>
                <a:ea typeface="MS PGothic" panose="020B0600070205080204" pitchFamily="34" charset="-128"/>
                <a:sym typeface="Gill Sans" charset="0"/>
              </a:defRPr>
            </a:lvl9pPr>
          </a:lstStyle>
          <a:p>
            <a:pPr algn="r" eaLnBrk="1" hangingPunct="1">
              <a:lnSpc>
                <a:spcPct val="95000"/>
              </a:lnSpc>
              <a:spcBef>
                <a:spcPct val="50000"/>
              </a:spcBef>
            </a:pPr>
            <a:fld id="{99192F7F-4F19-4883-BE83-8A3BACE413B4}" type="slidenum">
              <a:rPr lang="en-US" altLang="fr-FR" sz="1333">
                <a:solidFill>
                  <a:srgbClr val="FAE9B8"/>
                </a:solidFill>
                <a:latin typeface="Arial" panose="020B0604020202020204" pitchFamily="34" charset="0"/>
              </a:rPr>
              <a:pPr algn="r" eaLnBrk="1" hangingPunct="1">
                <a:lnSpc>
                  <a:spcPct val="95000"/>
                </a:lnSpc>
                <a:spcBef>
                  <a:spcPct val="50000"/>
                </a:spcBef>
              </a:pPr>
              <a:t>26</a:t>
            </a:fld>
            <a:endParaRPr lang="en-US" altLang="fr-FR" sz="1333">
              <a:solidFill>
                <a:srgbClr val="FAE9B8"/>
              </a:solidFill>
              <a:latin typeface="Arial" panose="020B0604020202020204" pitchFamily="34" charset="0"/>
            </a:endParaRPr>
          </a:p>
        </p:txBody>
      </p:sp>
      <p:sp>
        <p:nvSpPr>
          <p:cNvPr id="7" name="Title 6">
            <a:extLst>
              <a:ext uri="{FF2B5EF4-FFF2-40B4-BE49-F238E27FC236}">
                <a16:creationId xmlns:a16="http://schemas.microsoft.com/office/drawing/2014/main" id="{06EDEB5E-0EAE-4D32-AF15-065C3D0F72C8}"/>
              </a:ext>
            </a:extLst>
          </p:cNvPr>
          <p:cNvSpPr>
            <a:spLocks noGrp="1"/>
          </p:cNvSpPr>
          <p:nvPr>
            <p:ph type="title"/>
          </p:nvPr>
        </p:nvSpPr>
        <p:spPr/>
        <p:txBody>
          <a:bodyPr/>
          <a:lstStyle/>
          <a:p>
            <a:r>
              <a:rPr lang="nl-BE" dirty="0"/>
              <a:t>Verkennend testen in een Agile omgeving</a:t>
            </a:r>
          </a:p>
        </p:txBody>
      </p:sp>
      <p:sp>
        <p:nvSpPr>
          <p:cNvPr id="9" name="Text Placeholder 8">
            <a:extLst>
              <a:ext uri="{FF2B5EF4-FFF2-40B4-BE49-F238E27FC236}">
                <a16:creationId xmlns:a16="http://schemas.microsoft.com/office/drawing/2014/main" id="{331AC7BF-D2EB-4369-A30D-60952CF9ACF9}"/>
              </a:ext>
            </a:extLst>
          </p:cNvPr>
          <p:cNvSpPr>
            <a:spLocks noGrp="1"/>
          </p:cNvSpPr>
          <p:nvPr>
            <p:ph type="body" sz="quarter" idx="10"/>
          </p:nvPr>
        </p:nvSpPr>
        <p:spPr/>
        <p:txBody>
          <a:bodyPr/>
          <a:lstStyle/>
          <a:p>
            <a:r>
              <a:rPr lang="nl-BE" dirty="0"/>
              <a:t>“Agile” gaat over het krijgen van vrijheid</a:t>
            </a:r>
          </a:p>
          <a:p>
            <a:pPr lvl="1"/>
            <a:r>
              <a:rPr lang="nl-BE" dirty="0"/>
              <a:t>In het maken</a:t>
            </a:r>
          </a:p>
          <a:p>
            <a:pPr lvl="1"/>
            <a:r>
              <a:rPr lang="nl-BE" dirty="0"/>
              <a:t>In het leren</a:t>
            </a:r>
          </a:p>
          <a:p>
            <a:pPr lvl="1"/>
            <a:r>
              <a:rPr lang="nl-BE" dirty="0"/>
              <a:t>In het aanpassen</a:t>
            </a:r>
          </a:p>
          <a:p>
            <a:pPr lvl="1"/>
            <a:endParaRPr lang="nl-BE" dirty="0"/>
          </a:p>
          <a:p>
            <a:r>
              <a:rPr lang="nl-BE" dirty="0"/>
              <a:t>Op basis van snel</a:t>
            </a:r>
            <a:br>
              <a:rPr lang="nl-BE" dirty="0"/>
            </a:br>
            <a:r>
              <a:rPr lang="nl-BE" dirty="0"/>
              <a:t>verkregen feedback</a:t>
            </a:r>
          </a:p>
          <a:p>
            <a:endParaRPr lang="nl-BE" dirty="0"/>
          </a:p>
          <a:p>
            <a:r>
              <a:rPr lang="nl-BE" dirty="0"/>
              <a:t>In tegenstelling tot</a:t>
            </a:r>
            <a:br>
              <a:rPr lang="nl-BE" dirty="0"/>
            </a:br>
            <a:r>
              <a:rPr lang="nl-BE" dirty="0"/>
              <a:t>het volgen van een</a:t>
            </a:r>
            <a:br>
              <a:rPr lang="nl-BE" dirty="0"/>
            </a:br>
            <a:r>
              <a:rPr lang="nl-BE" dirty="0"/>
              <a:t>plan</a:t>
            </a:r>
          </a:p>
          <a:p>
            <a:endParaRPr lang="nl-BE" dirty="0"/>
          </a:p>
        </p:txBody>
      </p:sp>
      <p:pic>
        <p:nvPicPr>
          <p:cNvPr id="26" name="Picture 25">
            <a:extLst>
              <a:ext uri="{FF2B5EF4-FFF2-40B4-BE49-F238E27FC236}">
                <a16:creationId xmlns:a16="http://schemas.microsoft.com/office/drawing/2014/main" id="{FFEAE44C-31B7-475F-B1EA-8F01A4210C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5944" y="3464132"/>
            <a:ext cx="4662408" cy="3297949"/>
          </a:xfrm>
          <a:prstGeom prst="rect">
            <a:avLst/>
          </a:prstGeom>
        </p:spPr>
      </p:pic>
      <p:pic>
        <p:nvPicPr>
          <p:cNvPr id="27" name="Picture 26">
            <a:extLst>
              <a:ext uri="{FF2B5EF4-FFF2-40B4-BE49-F238E27FC236}">
                <a16:creationId xmlns:a16="http://schemas.microsoft.com/office/drawing/2014/main" id="{AD01C8F5-AF8C-4208-A58B-0EDB089C5F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97771" y="1034278"/>
            <a:ext cx="2375353" cy="2429854"/>
          </a:xfrm>
          <a:prstGeom prst="rect">
            <a:avLst/>
          </a:prstGeom>
        </p:spPr>
      </p:pic>
    </p:spTree>
    <p:extLst>
      <p:ext uri="{BB962C8B-B14F-4D97-AF65-F5344CB8AC3E}">
        <p14:creationId xmlns:p14="http://schemas.microsoft.com/office/powerpoint/2010/main" val="109173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bldLvl="3"/>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41" name="Rectangle 6">
            <a:extLst>
              <a:ext uri="{FF2B5EF4-FFF2-40B4-BE49-F238E27FC236}">
                <a16:creationId xmlns:a16="http://schemas.microsoft.com/office/drawing/2014/main" id="{EDF9CCA5-2057-4FC3-AF4E-48B3FDDB2CCD}"/>
              </a:ext>
            </a:extLst>
          </p:cNvPr>
          <p:cNvSpPr>
            <a:spLocks noGrp="1" noChangeArrowheads="1"/>
          </p:cNvSpPr>
          <p:nvPr>
            <p:ph type="title"/>
          </p:nvPr>
        </p:nvSpPr>
        <p:spPr/>
        <p:txBody>
          <a:bodyPr/>
          <a:lstStyle/>
          <a:p>
            <a:r>
              <a:rPr lang="en-US" altLang="fr-FR"/>
              <a:t>Oefening – hoeveel test scenario’s?</a:t>
            </a:r>
            <a:endParaRPr lang="nl-NL" altLang="fr-FR"/>
          </a:p>
        </p:txBody>
      </p:sp>
      <p:sp>
        <p:nvSpPr>
          <p:cNvPr id="4" name="Text Placeholder 3">
            <a:extLst>
              <a:ext uri="{FF2B5EF4-FFF2-40B4-BE49-F238E27FC236}">
                <a16:creationId xmlns:a16="http://schemas.microsoft.com/office/drawing/2014/main" id="{5F7E3BD1-D950-462C-A41F-1CEC012353C7}"/>
              </a:ext>
            </a:extLst>
          </p:cNvPr>
          <p:cNvSpPr>
            <a:spLocks noGrp="1"/>
          </p:cNvSpPr>
          <p:nvPr>
            <p:ph type="body" sz="quarter" idx="10"/>
          </p:nvPr>
        </p:nvSpPr>
        <p:spPr>
          <a:xfrm>
            <a:off x="431800" y="1433513"/>
            <a:ext cx="3640088" cy="5184775"/>
          </a:xfrm>
        </p:spPr>
        <p:txBody>
          <a:bodyPr/>
          <a:lstStyle/>
          <a:p>
            <a:r>
              <a:rPr lang="en-US" altLang="fr-FR"/>
              <a:t>Hoeveel test scenario’s zou je maken, om onderstaande flowchart te testen?</a:t>
            </a:r>
          </a:p>
        </p:txBody>
      </p:sp>
      <p:pic>
        <p:nvPicPr>
          <p:cNvPr id="12" name="Picture 11">
            <a:extLst>
              <a:ext uri="{FF2B5EF4-FFF2-40B4-BE49-F238E27FC236}">
                <a16:creationId xmlns:a16="http://schemas.microsoft.com/office/drawing/2014/main" id="{5A5B8ACE-FD23-4192-83D0-77E88400E1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9076" y="1350915"/>
            <a:ext cx="4039306" cy="526737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a:extLst>
              <a:ext uri="{FF2B5EF4-FFF2-40B4-BE49-F238E27FC236}">
                <a16:creationId xmlns:a16="http://schemas.microsoft.com/office/drawing/2014/main" id="{1909B246-D89D-479F-8FAD-D118423129CD}"/>
              </a:ext>
            </a:extLst>
          </p:cNvPr>
          <p:cNvSpPr>
            <a:spLocks noGrp="1" noChangeArrowheads="1"/>
          </p:cNvSpPr>
          <p:nvPr>
            <p:ph type="title"/>
          </p:nvPr>
        </p:nvSpPr>
        <p:spPr/>
        <p:txBody>
          <a:bodyPr/>
          <a:lstStyle/>
          <a:p>
            <a:r>
              <a:rPr lang="en-US" altLang="fr-FR"/>
              <a:t>Project information</a:t>
            </a:r>
            <a:endParaRPr lang="nl-NL" altLang="fr-FR"/>
          </a:p>
        </p:txBody>
      </p:sp>
      <p:sp>
        <p:nvSpPr>
          <p:cNvPr id="4" name="Text Placeholder 3">
            <a:extLst>
              <a:ext uri="{FF2B5EF4-FFF2-40B4-BE49-F238E27FC236}">
                <a16:creationId xmlns:a16="http://schemas.microsoft.com/office/drawing/2014/main" id="{474A3FAB-3C08-4A89-9BCE-DE5F105D4E95}"/>
              </a:ext>
            </a:extLst>
          </p:cNvPr>
          <p:cNvSpPr>
            <a:spLocks noGrp="1"/>
          </p:cNvSpPr>
          <p:nvPr>
            <p:ph type="body" sz="quarter" idx="10"/>
          </p:nvPr>
        </p:nvSpPr>
        <p:spPr/>
        <p:txBody>
          <a:bodyPr/>
          <a:lstStyle/>
          <a:p>
            <a:r>
              <a:rPr lang="en-US" altLang="fr-FR"/>
              <a:t>Een paar voorbeelden</a:t>
            </a:r>
          </a:p>
          <a:p>
            <a:pPr lvl="1"/>
            <a:r>
              <a:rPr lang="en-US" altLang="fr-FR"/>
              <a:t>Deze code is onderdeel van een experimenteel systeem om een ruimteschip te beschermen tegen ruimteafval in de ruimte die het ruimteschip kunnen beschadigen</a:t>
            </a:r>
            <a:br>
              <a:rPr lang="en-US" altLang="fr-FR"/>
            </a:br>
            <a:r>
              <a:rPr lang="en-US" altLang="fr-FR"/>
              <a:t>Het systeem evalueert de ‘bedreiging’ van het ruimteafval op de route van het ruimteschip.</a:t>
            </a:r>
            <a:br>
              <a:rPr lang="en-US" altLang="fr-FR"/>
            </a:br>
            <a:r>
              <a:rPr lang="en-US" altLang="fr-FR"/>
              <a:t>Het systeem stelt te ondernemen acties voor.</a:t>
            </a:r>
            <a:br>
              <a:rPr lang="en-US" altLang="fr-FR"/>
            </a:br>
            <a:r>
              <a:rPr lang="en-US" altLang="fr-FR"/>
              <a:t>50 processors doen dit tegelijkertijd met informatie die komt van een radar netwerk en aan boord van het ruimteschip wordt dit constant ge-evalueerd.</a:t>
            </a:r>
            <a:br>
              <a:rPr lang="en-US" altLang="fr-FR"/>
            </a:br>
            <a:r>
              <a:rPr lang="en-US" altLang="fr-FR"/>
              <a:t>Wanneer een “dreiging” effectief is, dan wordt de route van het ruimteschip aangepast.</a:t>
            </a:r>
          </a:p>
          <a:p>
            <a:pPr lvl="1"/>
            <a:r>
              <a:rPr lang="en-US" altLang="fr-FR"/>
              <a:t>Wanneer je jonger dan 50 bent, dan kun je geen lid worden van de OKRA club.</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a:extLst>
              <a:ext uri="{FF2B5EF4-FFF2-40B4-BE49-F238E27FC236}">
                <a16:creationId xmlns:a16="http://schemas.microsoft.com/office/drawing/2014/main" id="{964FE17D-C893-4EF2-8670-11123532EBE4}"/>
              </a:ext>
            </a:extLst>
          </p:cNvPr>
          <p:cNvSpPr>
            <a:spLocks noGrp="1" noChangeArrowheads="1"/>
          </p:cNvSpPr>
          <p:nvPr>
            <p:ph type="title"/>
          </p:nvPr>
        </p:nvSpPr>
        <p:spPr/>
        <p:txBody>
          <a:bodyPr/>
          <a:lstStyle/>
          <a:p>
            <a:r>
              <a:rPr lang="en-US" altLang="fr-FR"/>
              <a:t>Input van A</a:t>
            </a:r>
            <a:endParaRPr lang="nl-NL" altLang="fr-FR"/>
          </a:p>
        </p:txBody>
      </p:sp>
      <p:sp>
        <p:nvSpPr>
          <p:cNvPr id="4" name="Text Placeholder 3">
            <a:extLst>
              <a:ext uri="{FF2B5EF4-FFF2-40B4-BE49-F238E27FC236}">
                <a16:creationId xmlns:a16="http://schemas.microsoft.com/office/drawing/2014/main" id="{1FC067F7-C2DC-4328-B652-624954DC76CD}"/>
              </a:ext>
            </a:extLst>
          </p:cNvPr>
          <p:cNvSpPr>
            <a:spLocks noGrp="1"/>
          </p:cNvSpPr>
          <p:nvPr>
            <p:ph type="body" sz="quarter" idx="10"/>
          </p:nvPr>
        </p:nvSpPr>
        <p:spPr/>
        <p:txBody>
          <a:bodyPr/>
          <a:lstStyle/>
          <a:p>
            <a:r>
              <a:rPr lang="en-US" altLang="fr-FR"/>
              <a:t>Een paar scenario’s</a:t>
            </a:r>
          </a:p>
          <a:p>
            <a:pPr lvl="1"/>
            <a:r>
              <a:rPr lang="en-US" altLang="fr-FR"/>
              <a:t>Connecteer naar een data server (al dan niet in de cloud)</a:t>
            </a:r>
          </a:p>
          <a:p>
            <a:pPr lvl="1"/>
            <a:r>
              <a:rPr lang="en-US" altLang="fr-FR"/>
              <a:t>Wacht op autenticatie.</a:t>
            </a:r>
          </a:p>
          <a:p>
            <a:pPr lvl="1"/>
            <a:r>
              <a:rPr lang="en-US" altLang="fr-FR"/>
              <a:t>Wacht op autorizatie.</a:t>
            </a:r>
          </a:p>
          <a:p>
            <a:pPr lvl="1"/>
            <a:r>
              <a:rPr lang="en-US" altLang="fr-FR"/>
              <a:t>Maak een nieuw record aan.</a:t>
            </a:r>
          </a:p>
          <a:p>
            <a:pPr lvl="1"/>
            <a:r>
              <a:rPr lang="en-US" altLang="fr-FR"/>
              <a:t>Handel alle mogelijke fouten af.</a:t>
            </a:r>
          </a:p>
          <a:p>
            <a:pPr lvl="1"/>
            <a:r>
              <a:rPr lang="en-US" altLang="fr-FR"/>
              <a:t>Voer op het getal groter dan 50 een berekening uit</a:t>
            </a:r>
          </a:p>
          <a:p>
            <a:pPr lvl="2"/>
            <a:r>
              <a:rPr lang="en-US" altLang="fr-FR"/>
              <a:t>Resultaat is een score van A tot F.</a:t>
            </a:r>
          </a:p>
          <a:p>
            <a:pPr lvl="1"/>
            <a:r>
              <a:rPr lang="en-US" altLang="fr-FR"/>
              <a:t>Zet de letter in Ascii code om.</a:t>
            </a:r>
          </a:p>
          <a:p>
            <a:pPr lvl="1"/>
            <a:r>
              <a:rPr lang="en-US" altLang="fr-FR"/>
              <a:t>Bewaar de Ascii code.</a:t>
            </a:r>
          </a:p>
          <a:p>
            <a:pPr lvl="1"/>
            <a:r>
              <a:rPr lang="en-US" altLang="fr-FR"/>
              <a:t>Alles binnen 25 milliseconden.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a:extLst>
              <a:ext uri="{FF2B5EF4-FFF2-40B4-BE49-F238E27FC236}">
                <a16:creationId xmlns:a16="http://schemas.microsoft.com/office/drawing/2014/main" id="{E02EB537-B361-4979-827B-4BF70900CC75}"/>
              </a:ext>
            </a:extLst>
          </p:cNvPr>
          <p:cNvSpPr>
            <a:spLocks noGrp="1" noChangeArrowheads="1"/>
          </p:cNvSpPr>
          <p:nvPr>
            <p:ph type="title"/>
          </p:nvPr>
        </p:nvSpPr>
        <p:spPr/>
        <p:txBody>
          <a:bodyPr/>
          <a:lstStyle/>
          <a:p>
            <a:r>
              <a:rPr lang="en-US" altLang="fr-FR"/>
              <a:t>A&lt;50?</a:t>
            </a:r>
            <a:endParaRPr lang="nl-NL" altLang="fr-FR"/>
          </a:p>
        </p:txBody>
      </p:sp>
      <p:sp>
        <p:nvSpPr>
          <p:cNvPr id="6" name="Text Placeholder 5">
            <a:extLst>
              <a:ext uri="{FF2B5EF4-FFF2-40B4-BE49-F238E27FC236}">
                <a16:creationId xmlns:a16="http://schemas.microsoft.com/office/drawing/2014/main" id="{5165A3EA-1130-4AC0-823D-92C8F9C805EA}"/>
              </a:ext>
            </a:extLst>
          </p:cNvPr>
          <p:cNvSpPr>
            <a:spLocks noGrp="1"/>
          </p:cNvSpPr>
          <p:nvPr>
            <p:ph type="body" sz="quarter" idx="10"/>
          </p:nvPr>
        </p:nvSpPr>
        <p:spPr/>
        <p:txBody>
          <a:bodyPr/>
          <a:lstStyle/>
          <a:p>
            <a:pPr marL="0" indent="0">
              <a:buNone/>
            </a:pPr>
            <a:r>
              <a:rPr lang="en-US" altLang="fr-FR" sz="3200">
                <a:solidFill>
                  <a:srgbClr val="66808D"/>
                </a:solidFill>
                <a:latin typeface="Courier New" panose="02070309020205020404" pitchFamily="49" charset="0"/>
                <a:cs typeface="Courier New" panose="02070309020205020404" pitchFamily="49" charset="0"/>
              </a:rPr>
              <a:t>if ($threat</a:t>
            </a:r>
            <a:r>
              <a:rPr lang="en-US" altLang="fr-FR">
                <a:solidFill>
                  <a:srgbClr val="66808D"/>
                </a:solidFill>
                <a:latin typeface="Courier New" panose="02070309020205020404" pitchFamily="49" charset="0"/>
                <a:cs typeface="Courier New" panose="02070309020205020404" pitchFamily="49" charset="0"/>
              </a:rPr>
              <a:t>A</a:t>
            </a:r>
            <a:r>
              <a:rPr lang="en-US" altLang="fr-FR" sz="3200">
                <a:solidFill>
                  <a:srgbClr val="66808D"/>
                </a:solidFill>
                <a:latin typeface="Courier New" panose="02070309020205020404" pitchFamily="49" charset="0"/>
                <a:cs typeface="Courier New" panose="02070309020205020404" pitchFamily="49" charset="0"/>
              </a:rPr>
              <a:t>nalysisScore &gt;= 50)</a:t>
            </a:r>
          </a:p>
          <a:p>
            <a:pPr marL="0" indent="0">
              <a:buNone/>
            </a:pPr>
            <a:r>
              <a:rPr lang="en-US" altLang="fr-FR" sz="3200">
                <a:solidFill>
                  <a:srgbClr val="66808D"/>
                </a:solidFill>
                <a:latin typeface="Courier New" panose="02070309020205020404" pitchFamily="49" charset="0"/>
                <a:cs typeface="Courier New" panose="02070309020205020404" pitchFamily="49" charset="0"/>
              </a:rPr>
              <a:t>{</a:t>
            </a:r>
          </a:p>
          <a:p>
            <a:pPr marL="0" indent="0">
              <a:buNone/>
            </a:pPr>
            <a:r>
              <a:rPr lang="en-US" altLang="fr-FR" sz="3200">
                <a:solidFill>
                  <a:srgbClr val="66808D"/>
                </a:solidFill>
                <a:latin typeface="Courier New" panose="02070309020205020404" pitchFamily="49" charset="0"/>
                <a:cs typeface="Courier New" panose="02070309020205020404" pitchFamily="49" charset="0"/>
              </a:rPr>
              <a:t>   store</a:t>
            </a:r>
            <a:r>
              <a:rPr lang="en-US" altLang="fr-FR">
                <a:solidFill>
                  <a:srgbClr val="66808D"/>
                </a:solidFill>
                <a:latin typeface="Courier New" panose="02070309020205020404" pitchFamily="49" charset="0"/>
                <a:cs typeface="Courier New" panose="02070309020205020404" pitchFamily="49" charset="0"/>
              </a:rPr>
              <a:t>T</a:t>
            </a:r>
            <a:r>
              <a:rPr lang="en-US" altLang="fr-FR" sz="3200">
                <a:solidFill>
                  <a:srgbClr val="66808D"/>
                </a:solidFill>
                <a:latin typeface="Courier New" panose="02070309020205020404" pitchFamily="49" charset="0"/>
                <a:cs typeface="Courier New" panose="02070309020205020404" pitchFamily="49" charset="0"/>
              </a:rPr>
              <a:t>hreat($threat</a:t>
            </a:r>
            <a:r>
              <a:rPr lang="en-US" altLang="fr-FR">
                <a:solidFill>
                  <a:srgbClr val="66808D"/>
                </a:solidFill>
                <a:latin typeface="Courier New" panose="02070309020205020404" pitchFamily="49" charset="0"/>
                <a:cs typeface="Courier New" panose="02070309020205020404" pitchFamily="49" charset="0"/>
              </a:rPr>
              <a:t>H</a:t>
            </a:r>
            <a:r>
              <a:rPr lang="en-US" altLang="fr-FR" sz="3200">
                <a:solidFill>
                  <a:srgbClr val="66808D"/>
                </a:solidFill>
                <a:latin typeface="Courier New" panose="02070309020205020404" pitchFamily="49" charset="0"/>
                <a:cs typeface="Courier New" panose="02070309020205020404" pitchFamily="49" charset="0"/>
              </a:rPr>
              <a:t>andle);</a:t>
            </a:r>
          </a:p>
          <a:p>
            <a:pPr marL="0" indent="0">
              <a:buNone/>
            </a:pPr>
            <a:r>
              <a:rPr lang="en-US" altLang="fr-FR" sz="3200">
                <a:solidFill>
                  <a:srgbClr val="66808D"/>
                </a:solidFill>
                <a:latin typeface="Courier New" panose="02070309020205020404" pitchFamily="49" charset="0"/>
                <a:cs typeface="Courier New" panose="02070309020205020404" pitchFamily="49" charset="0"/>
              </a:rPr>
              <a:t>}</a:t>
            </a:r>
          </a:p>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a:extLst>
              <a:ext uri="{FF2B5EF4-FFF2-40B4-BE49-F238E27FC236}">
                <a16:creationId xmlns:a16="http://schemas.microsoft.com/office/drawing/2014/main" id="{7CBB0340-DA76-42B1-AA47-985C88423269}"/>
              </a:ext>
            </a:extLst>
          </p:cNvPr>
          <p:cNvSpPr>
            <a:spLocks noGrp="1" noChangeArrowheads="1"/>
          </p:cNvSpPr>
          <p:nvPr>
            <p:ph type="title"/>
          </p:nvPr>
        </p:nvSpPr>
        <p:spPr/>
        <p:txBody>
          <a:bodyPr/>
          <a:lstStyle/>
          <a:p>
            <a:r>
              <a:rPr lang="en-US" altLang="fr-FR"/>
              <a:t>Bewaar A</a:t>
            </a:r>
            <a:endParaRPr lang="nl-NL" altLang="fr-FR"/>
          </a:p>
        </p:txBody>
      </p:sp>
      <p:sp>
        <p:nvSpPr>
          <p:cNvPr id="4" name="Text Placeholder 3">
            <a:extLst>
              <a:ext uri="{FF2B5EF4-FFF2-40B4-BE49-F238E27FC236}">
                <a16:creationId xmlns:a16="http://schemas.microsoft.com/office/drawing/2014/main" id="{1D2259E2-3D19-441C-8B42-C60CA6D1CE01}"/>
              </a:ext>
            </a:extLst>
          </p:cNvPr>
          <p:cNvSpPr>
            <a:spLocks noGrp="1"/>
          </p:cNvSpPr>
          <p:nvPr>
            <p:ph type="body" sz="quarter" idx="10"/>
          </p:nvPr>
        </p:nvSpPr>
        <p:spPr/>
        <p:txBody>
          <a:bodyPr/>
          <a:lstStyle/>
          <a:p>
            <a:r>
              <a:rPr lang="en-US" altLang="fr-FR"/>
              <a:t>Een paar scenario’s</a:t>
            </a:r>
          </a:p>
          <a:p>
            <a:pPr lvl="1"/>
            <a:r>
              <a:rPr lang="en-US" altLang="fr-FR"/>
              <a:t>Leg connectie naar de databank.</a:t>
            </a:r>
          </a:p>
          <a:p>
            <a:pPr lvl="1"/>
            <a:r>
              <a:rPr lang="en-US" altLang="fr-FR"/>
              <a:t>Wacht op autorisatie.</a:t>
            </a:r>
          </a:p>
          <a:p>
            <a:pPr lvl="1"/>
            <a:r>
              <a:rPr lang="en-US" altLang="fr-FR"/>
              <a:t>Stuur de waarde A als record naar de databank.</a:t>
            </a:r>
          </a:p>
          <a:p>
            <a:pPr lvl="1"/>
            <a:r>
              <a:rPr lang="en-US" altLang="fr-FR"/>
              <a:t>Ontvang een verificatie sleutel.</a:t>
            </a:r>
          </a:p>
          <a:p>
            <a:pPr lvl="1"/>
            <a:r>
              <a:rPr lang="en-US" altLang="fr-FR"/>
              <a:t>Check of het correct opgeslagen is.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B4D31A36-1E16-4A37-92E2-983AF792C1AE}"/>
              </a:ext>
            </a:extLst>
          </p:cNvPr>
          <p:cNvSpPr>
            <a:spLocks noGrp="1" noChangeArrowheads="1"/>
          </p:cNvSpPr>
          <p:nvPr>
            <p:ph type="title"/>
          </p:nvPr>
        </p:nvSpPr>
        <p:spPr/>
        <p:txBody>
          <a:bodyPr/>
          <a:lstStyle/>
          <a:p>
            <a:r>
              <a:rPr lang="nl-NL" altLang="fr-FR"/>
              <a:t>Stop</a:t>
            </a:r>
          </a:p>
        </p:txBody>
      </p:sp>
      <p:sp>
        <p:nvSpPr>
          <p:cNvPr id="4" name="Text Placeholder 3">
            <a:extLst>
              <a:ext uri="{FF2B5EF4-FFF2-40B4-BE49-F238E27FC236}">
                <a16:creationId xmlns:a16="http://schemas.microsoft.com/office/drawing/2014/main" id="{8B88E27D-CD1A-4F89-9163-F2B4865291F4}"/>
              </a:ext>
            </a:extLst>
          </p:cNvPr>
          <p:cNvSpPr>
            <a:spLocks noGrp="1"/>
          </p:cNvSpPr>
          <p:nvPr>
            <p:ph type="body" sz="quarter" idx="10"/>
          </p:nvPr>
        </p:nvSpPr>
        <p:spPr/>
        <p:txBody>
          <a:bodyPr/>
          <a:lstStyle/>
          <a:p>
            <a:r>
              <a:rPr lang="en-US" altLang="fr-FR"/>
              <a:t>Een paar scenario’s</a:t>
            </a:r>
          </a:p>
          <a:p>
            <a:pPr lvl="1"/>
            <a:r>
              <a:rPr lang="en-US" altLang="fr-FR"/>
              <a:t>Vernietig alle objecten.</a:t>
            </a:r>
          </a:p>
          <a:p>
            <a:pPr lvl="1"/>
            <a:r>
              <a:rPr lang="en-US" altLang="fr-FR"/>
              <a:t>Geef geheugen vrij.</a:t>
            </a:r>
          </a:p>
          <a:p>
            <a:pPr lvl="1"/>
            <a:r>
              <a:rPr lang="en-US" altLang="fr-FR"/>
              <a:t>Geef een “succes” code terug.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Static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33</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Wat is het?</a:t>
            </a:r>
          </a:p>
          <a:p>
            <a:pPr lvl="1"/>
            <a:r>
              <a:rPr lang="en-GB"/>
              <a:t>Je test een programma zonder de code uit te voeren.</a:t>
            </a:r>
          </a:p>
          <a:p>
            <a:r>
              <a:rPr lang="en-GB"/>
              <a:t>Waar wordt het gebruikt in het model?</a:t>
            </a:r>
          </a:p>
          <a:p>
            <a:pPr lvl="1"/>
            <a:r>
              <a:rPr lang="en-GB"/>
              <a:t>Zo dicht mogelijk bij het tikken van de code</a:t>
            </a:r>
          </a:p>
          <a:p>
            <a:r>
              <a:rPr lang="en-GB"/>
              <a:t>Technieken</a:t>
            </a:r>
          </a:p>
          <a:p>
            <a:pPr lvl="1"/>
            <a:r>
              <a:rPr lang="en-GB"/>
              <a:t>Pair programming (Extreme Programming)</a:t>
            </a:r>
          </a:p>
          <a:p>
            <a:pPr lvl="1"/>
            <a:r>
              <a:rPr lang="en-GB"/>
              <a:t>Pair testing (Extreme Testing)</a:t>
            </a:r>
          </a:p>
          <a:p>
            <a:pPr lvl="1"/>
            <a:r>
              <a:rPr lang="en-GB"/>
              <a:t>Code check / review</a:t>
            </a:r>
          </a:p>
        </p:txBody>
      </p:sp>
    </p:spTree>
    <p:extLst>
      <p:ext uri="{BB962C8B-B14F-4D97-AF65-F5344CB8AC3E}">
        <p14:creationId xmlns:p14="http://schemas.microsoft.com/office/powerpoint/2010/main" val="357785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Static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34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Voordelen</a:t>
            </a:r>
          </a:p>
          <a:p>
            <a:pPr lvl="1"/>
            <a:r>
              <a:rPr lang="en-GB"/>
              <a:t>Problemen worden in een héél vroeg stadium ontdekt.</a:t>
            </a:r>
          </a:p>
          <a:p>
            <a:pPr lvl="1"/>
            <a:r>
              <a:rPr lang="en-GB"/>
              <a:t>Je vindt ontwerp fouten (design).</a:t>
            </a:r>
          </a:p>
          <a:p>
            <a:pPr lvl="1"/>
            <a:r>
              <a:rPr lang="en-GB"/>
              <a:t>Programmeurs leren elkaars code en stijl kennen.</a:t>
            </a:r>
          </a:p>
          <a:p>
            <a:pPr lvl="1"/>
            <a:r>
              <a:rPr lang="en-GB"/>
              <a:t>Analisten leren elkaars analyses en stijl kennen.</a:t>
            </a:r>
          </a:p>
          <a:p>
            <a:pPr lvl="1"/>
            <a:r>
              <a:rPr lang="en-GB"/>
              <a:t>Documentatie / Requirements worden gelezen.</a:t>
            </a:r>
          </a:p>
          <a:p>
            <a:pPr lvl="1"/>
            <a:r>
              <a:rPr lang="en-GB"/>
              <a:t>Ontbrekende requirements worden gevonden.</a:t>
            </a:r>
          </a:p>
          <a:p>
            <a:pPr lvl="1"/>
            <a:r>
              <a:rPr lang="en-GB"/>
              <a:t>Afwijken van de standaard is lastiger.</a:t>
            </a:r>
          </a:p>
          <a:p>
            <a:pPr lvl="1"/>
            <a:r>
              <a:rPr lang="en-GB"/>
              <a:t>Onderhoudbare code.</a:t>
            </a:r>
          </a:p>
          <a:p>
            <a:pPr lvl="1"/>
            <a:r>
              <a:rPr lang="en-GB"/>
              <a:t>Interface specificaties die niet consistent zijn worden gevonden.</a:t>
            </a:r>
          </a:p>
          <a:p>
            <a:pPr lvl="2"/>
            <a:r>
              <a:rPr lang="en-GB"/>
              <a:t>Vooral de dataflow wordt gecontroleerd.</a:t>
            </a:r>
          </a:p>
          <a:p>
            <a:r>
              <a:rPr lang="en-GB"/>
              <a:t>Nadelen</a:t>
            </a:r>
          </a:p>
          <a:p>
            <a:pPr lvl="1"/>
            <a:r>
              <a:rPr lang="en-GB"/>
              <a:t>Tijdrovend (Je werkt met meerdere op hetzelfde ding)</a:t>
            </a:r>
          </a:p>
          <a:p>
            <a:pPr lvl="1"/>
            <a:r>
              <a:rPr lang="en-GB"/>
              <a:t>Je test niet de applicatie.</a:t>
            </a:r>
          </a:p>
        </p:txBody>
      </p:sp>
    </p:spTree>
    <p:extLst>
      <p:ext uri="{BB962C8B-B14F-4D97-AF65-F5344CB8AC3E}">
        <p14:creationId xmlns:p14="http://schemas.microsoft.com/office/powerpoint/2010/main" val="2638492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Dynamic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35</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Wat is het?</a:t>
            </a:r>
          </a:p>
          <a:p>
            <a:pPr lvl="1"/>
            <a:r>
              <a:rPr lang="en-GB"/>
              <a:t>Je test een programma door de code uit te voeren.</a:t>
            </a:r>
          </a:p>
          <a:p>
            <a:r>
              <a:rPr lang="en-GB"/>
              <a:t>Waar wordt het gebruikt in het model?</a:t>
            </a:r>
          </a:p>
          <a:p>
            <a:pPr lvl="1"/>
            <a:r>
              <a:rPr lang="en-GB"/>
              <a:t>Zo dicht mogelijk na het implementeren van de code</a:t>
            </a:r>
          </a:p>
          <a:p>
            <a:r>
              <a:rPr lang="en-GB"/>
              <a:t>Technieken</a:t>
            </a:r>
          </a:p>
          <a:p>
            <a:pPr lvl="1"/>
            <a:r>
              <a:rPr lang="en-GB"/>
              <a:t>Verkennend testen.</a:t>
            </a:r>
          </a:p>
          <a:p>
            <a:pPr lvl="1"/>
            <a:r>
              <a:rPr lang="en-GB"/>
              <a:t>Uitgeschreven testen.</a:t>
            </a:r>
          </a:p>
        </p:txBody>
      </p:sp>
    </p:spTree>
    <p:extLst>
      <p:ext uri="{BB962C8B-B14F-4D97-AF65-F5344CB8AC3E}">
        <p14:creationId xmlns:p14="http://schemas.microsoft.com/office/powerpoint/2010/main" val="2654636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Dynamic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36</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Voordelen</a:t>
            </a:r>
          </a:p>
          <a:p>
            <a:pPr lvl="1"/>
            <a:r>
              <a:rPr lang="en-GB"/>
              <a:t>Je voert de applicatie uit.</a:t>
            </a:r>
          </a:p>
          <a:p>
            <a:pPr lvl="1"/>
            <a:r>
              <a:rPr lang="en-GB"/>
              <a:t>Je moet abstractie maken van hoe het technisch in elkaar zit, je test de functionele en niet functionele requirements.</a:t>
            </a:r>
          </a:p>
          <a:p>
            <a:r>
              <a:rPr lang="en-GB"/>
              <a:t>Nadelen</a:t>
            </a:r>
          </a:p>
          <a:p>
            <a:pPr lvl="1"/>
            <a:r>
              <a:rPr lang="en-GB"/>
              <a:t>Je kunt niet alle testen uitvoeren.</a:t>
            </a:r>
          </a:p>
          <a:p>
            <a:pPr lvl="1"/>
            <a:r>
              <a:rPr lang="en-GB"/>
              <a:t>Je weet niet altijd wat er technisch op de achtergrond gebeurd.</a:t>
            </a:r>
          </a:p>
          <a:p>
            <a:pPr lvl="1"/>
            <a:r>
              <a:rPr lang="en-GB"/>
              <a:t>Er zijn honderden verschillende type testen uit te voeren.</a:t>
            </a:r>
          </a:p>
        </p:txBody>
      </p:sp>
    </p:spTree>
    <p:extLst>
      <p:ext uri="{BB962C8B-B14F-4D97-AF65-F5344CB8AC3E}">
        <p14:creationId xmlns:p14="http://schemas.microsoft.com/office/powerpoint/2010/main" val="4084768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482EC2EE-A9BE-4AFD-8C49-D001409FC116}"/>
              </a:ext>
            </a:extLst>
          </p:cNvPr>
          <p:cNvSpPr>
            <a:spLocks noGrp="1" noChangeArrowheads="1"/>
          </p:cNvSpPr>
          <p:nvPr>
            <p:ph type="title"/>
          </p:nvPr>
        </p:nvSpPr>
        <p:spPr/>
        <p:txBody>
          <a:bodyPr/>
          <a:lstStyle/>
          <a:p>
            <a:r>
              <a:rPr lang="en-US">
                <a:sym typeface="Gill Sans" charset="0"/>
              </a:rPr>
              <a:t>Twee frameworks voor verkennend testen</a:t>
            </a:r>
            <a:endParaRPr lang="en-US" dirty="0">
              <a:sym typeface="Gill Sans" charset="0"/>
            </a:endParaRPr>
          </a:p>
        </p:txBody>
      </p:sp>
      <p:sp>
        <p:nvSpPr>
          <p:cNvPr id="5" name="Text Placeholder 4">
            <a:extLst>
              <a:ext uri="{FF2B5EF4-FFF2-40B4-BE49-F238E27FC236}">
                <a16:creationId xmlns:a16="http://schemas.microsoft.com/office/drawing/2014/main" id="{5C755767-A797-4620-A4B3-28E21FEE931E}"/>
              </a:ext>
            </a:extLst>
          </p:cNvPr>
          <p:cNvSpPr>
            <a:spLocks noGrp="1"/>
          </p:cNvSpPr>
          <p:nvPr>
            <p:ph type="body" sz="quarter" idx="10"/>
          </p:nvPr>
        </p:nvSpPr>
        <p:spPr/>
        <p:txBody>
          <a:bodyPr/>
          <a:lstStyle/>
          <a:p>
            <a:endParaRPr lang="en-US"/>
          </a:p>
        </p:txBody>
      </p:sp>
      <p:sp>
        <p:nvSpPr>
          <p:cNvPr id="355332" name="Oval 4">
            <a:extLst>
              <a:ext uri="{FF2B5EF4-FFF2-40B4-BE49-F238E27FC236}">
                <a16:creationId xmlns:a16="http://schemas.microsoft.com/office/drawing/2014/main" id="{643200CE-ED72-4955-BBDF-1D865BAB9F3E}"/>
              </a:ext>
            </a:extLst>
          </p:cNvPr>
          <p:cNvSpPr>
            <a:spLocks/>
          </p:cNvSpPr>
          <p:nvPr/>
        </p:nvSpPr>
        <p:spPr bwMode="auto">
          <a:xfrm>
            <a:off x="2039056" y="2721681"/>
            <a:ext cx="2869848" cy="2756958"/>
          </a:xfrm>
          <a:prstGeom prst="ellipse">
            <a:avLst/>
          </a:prstGeom>
          <a:solidFill>
            <a:srgbClr val="99CCFF"/>
          </a:solidFill>
          <a:ln w="9525">
            <a:solidFill>
              <a:srgbClr val="000000"/>
            </a:solidFill>
            <a:round/>
            <a:headEnd/>
            <a:tailEnd/>
          </a:ln>
          <a:effectLst>
            <a:outerShdw blurRad="63500" dist="107763" dir="2700000" algn="ctr" rotWithShape="0">
              <a:srgbClr val="000000">
                <a:alpha val="50000"/>
              </a:srgbClr>
            </a:outerShdw>
          </a:effectLst>
        </p:spPr>
        <p:txBody>
          <a:bodyPr lIns="0" tIns="0" rIns="0" bIns="0"/>
          <a:lstStyle/>
          <a:p>
            <a:pPr algn="ctr">
              <a:defRPr/>
            </a:pPr>
            <a:r>
              <a:rPr lang="en-GB" sz="4800" b="1">
                <a:ea typeface="MS PGothic" charset="0"/>
                <a:cs typeface="MS PGothic" charset="0"/>
              </a:rPr>
              <a:t>In / Uit</a:t>
            </a:r>
            <a:endParaRPr lang="en-US" sz="4800" b="1">
              <a:ea typeface="MS PGothic" charset="0"/>
              <a:cs typeface="MS PGothic" charset="0"/>
            </a:endParaRPr>
          </a:p>
        </p:txBody>
      </p:sp>
      <p:sp>
        <p:nvSpPr>
          <p:cNvPr id="355335" name="Oval 7">
            <a:extLst>
              <a:ext uri="{FF2B5EF4-FFF2-40B4-BE49-F238E27FC236}">
                <a16:creationId xmlns:a16="http://schemas.microsoft.com/office/drawing/2014/main" id="{EBE9F54B-3868-48A2-AA55-607F9CEFC411}"/>
              </a:ext>
            </a:extLst>
          </p:cNvPr>
          <p:cNvSpPr>
            <a:spLocks/>
          </p:cNvSpPr>
          <p:nvPr/>
        </p:nvSpPr>
        <p:spPr bwMode="auto">
          <a:xfrm>
            <a:off x="5138210" y="2732264"/>
            <a:ext cx="2868083" cy="2756958"/>
          </a:xfrm>
          <a:prstGeom prst="ellipse">
            <a:avLst/>
          </a:prstGeom>
          <a:solidFill>
            <a:srgbClr val="99CCFF"/>
          </a:solidFill>
          <a:ln w="9525">
            <a:solidFill>
              <a:srgbClr val="000000"/>
            </a:solidFill>
            <a:round/>
            <a:headEnd/>
            <a:tailEnd/>
          </a:ln>
          <a:effectLst>
            <a:outerShdw blurRad="63500" dist="107763" dir="2700000" algn="ctr" rotWithShape="0">
              <a:srgbClr val="000000">
                <a:alpha val="50000"/>
              </a:srgbClr>
            </a:outerShdw>
          </a:effectLst>
        </p:spPr>
        <p:txBody>
          <a:bodyPr lIns="0" tIns="0" rIns="0" bIns="0"/>
          <a:lstStyle/>
          <a:p>
            <a:pPr algn="ctr">
              <a:defRPr/>
            </a:pPr>
            <a:r>
              <a:rPr lang="en-GB" sz="4800" b="1">
                <a:ea typeface="MS PGothic" charset="0"/>
                <a:cs typeface="MS PGothic" charset="0"/>
              </a:rPr>
              <a:t>Gedrag</a:t>
            </a:r>
            <a:endParaRPr lang="en-US" sz="4800" b="1">
              <a:ea typeface="MS PGothic" charset="0"/>
              <a:cs typeface="MS PGothic"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3AD16F87-DF7F-428D-B7CC-623C10FCD637}"/>
              </a:ext>
            </a:extLst>
          </p:cNvPr>
          <p:cNvSpPr>
            <a:spLocks noGrp="1" noChangeArrowheads="1"/>
          </p:cNvSpPr>
          <p:nvPr>
            <p:ph type="title"/>
          </p:nvPr>
        </p:nvSpPr>
        <p:spPr/>
        <p:txBody>
          <a:bodyPr/>
          <a:lstStyle/>
          <a:p>
            <a:r>
              <a:rPr lang="en-US" altLang="fr-FR">
                <a:sym typeface="Gill Sans" charset="0"/>
              </a:rPr>
              <a:t>Framework 1 – In / Out</a:t>
            </a:r>
          </a:p>
        </p:txBody>
      </p:sp>
      <p:sp>
        <p:nvSpPr>
          <p:cNvPr id="230403" name="Rectangle 3">
            <a:extLst>
              <a:ext uri="{FF2B5EF4-FFF2-40B4-BE49-F238E27FC236}">
                <a16:creationId xmlns:a16="http://schemas.microsoft.com/office/drawing/2014/main" id="{3710B352-1F34-41F5-A796-37521349E2CD}"/>
              </a:ext>
            </a:extLst>
          </p:cNvPr>
          <p:cNvSpPr>
            <a:spLocks noGrp="1" noChangeArrowheads="1"/>
          </p:cNvSpPr>
          <p:nvPr>
            <p:ph type="body" sz="quarter" idx="10"/>
          </p:nvPr>
        </p:nvSpPr>
        <p:spPr/>
        <p:txBody>
          <a:bodyPr/>
          <a:lstStyle/>
          <a:p>
            <a:r>
              <a:rPr lang="en-US" altLang="fr-FR"/>
              <a:t>In / uit</a:t>
            </a:r>
          </a:p>
          <a:p>
            <a:pPr lvl="1"/>
            <a:r>
              <a:rPr lang="en-US" altLang="fr-FR"/>
              <a:t>Input</a:t>
            </a:r>
          </a:p>
          <a:p>
            <a:pPr lvl="1"/>
            <a:r>
              <a:rPr lang="en-US" altLang="fr-FR"/>
              <a:t>Resultaat</a:t>
            </a:r>
          </a:p>
          <a:p>
            <a:pPr lvl="1"/>
            <a:r>
              <a:rPr lang="en-US" altLang="fr-FR"/>
              <a:t>Koppel input aan resultaat</a:t>
            </a:r>
          </a:p>
        </p:txBody>
      </p:sp>
      <p:grpSp>
        <p:nvGrpSpPr>
          <p:cNvPr id="6" name="Group 5">
            <a:extLst>
              <a:ext uri="{FF2B5EF4-FFF2-40B4-BE49-F238E27FC236}">
                <a16:creationId xmlns:a16="http://schemas.microsoft.com/office/drawing/2014/main" id="{48798BB6-C786-4582-89F3-A42A742E46FA}"/>
              </a:ext>
            </a:extLst>
          </p:cNvPr>
          <p:cNvGrpSpPr/>
          <p:nvPr/>
        </p:nvGrpSpPr>
        <p:grpSpPr>
          <a:xfrm>
            <a:off x="6232128" y="1599465"/>
            <a:ext cx="2880430" cy="4079875"/>
            <a:chOff x="4439708" y="1730376"/>
            <a:chExt cx="2880430" cy="4079875"/>
          </a:xfrm>
        </p:grpSpPr>
        <p:sp>
          <p:nvSpPr>
            <p:cNvPr id="356358" name="Oval 6">
              <a:extLst>
                <a:ext uri="{FF2B5EF4-FFF2-40B4-BE49-F238E27FC236}">
                  <a16:creationId xmlns:a16="http://schemas.microsoft.com/office/drawing/2014/main" id="{1C8DDB95-B877-45CF-9604-B756C923A5E0}"/>
                </a:ext>
              </a:extLst>
            </p:cNvPr>
            <p:cNvSpPr>
              <a:spLocks/>
            </p:cNvSpPr>
            <p:nvPr/>
          </p:nvSpPr>
          <p:spPr bwMode="auto">
            <a:xfrm>
              <a:off x="4439709" y="2370667"/>
              <a:ext cx="2869847" cy="2756959"/>
            </a:xfrm>
            <a:prstGeom prst="ellipse">
              <a:avLst/>
            </a:prstGeom>
            <a:solidFill>
              <a:srgbClr val="99CCFF"/>
            </a:solidFill>
            <a:ln w="9525">
              <a:solidFill>
                <a:srgbClr val="000000"/>
              </a:solidFill>
              <a:round/>
              <a:headEnd/>
              <a:tailEnd/>
            </a:ln>
            <a:effectLst>
              <a:outerShdw blurRad="63500" dist="107763" dir="2700000" algn="ctr" rotWithShape="0">
                <a:srgbClr val="000000">
                  <a:alpha val="50000"/>
                </a:srgbClr>
              </a:outerShdw>
            </a:effectLst>
          </p:spPr>
          <p:txBody>
            <a:bodyPr lIns="0" tIns="0" rIns="0" bIns="0"/>
            <a:lstStyle/>
            <a:p>
              <a:pPr algn="ctr">
                <a:defRPr/>
              </a:pPr>
              <a:r>
                <a:rPr lang="en-GB" sz="4800" b="1">
                  <a:ea typeface="MS PGothic" charset="0"/>
                  <a:cs typeface="MS PGothic" charset="0"/>
                </a:rPr>
                <a:t>In / Uit</a:t>
              </a:r>
              <a:endParaRPr lang="en-US" sz="4800" b="1">
                <a:ea typeface="MS PGothic" charset="0"/>
                <a:cs typeface="MS PGothic" charset="0"/>
              </a:endParaRPr>
            </a:p>
          </p:txBody>
        </p:sp>
        <p:sp>
          <p:nvSpPr>
            <p:cNvPr id="356360" name="AutoShape 8">
              <a:extLst>
                <a:ext uri="{FF2B5EF4-FFF2-40B4-BE49-F238E27FC236}">
                  <a16:creationId xmlns:a16="http://schemas.microsoft.com/office/drawing/2014/main" id="{C0EFD104-4D2E-4EBA-AB60-35BC71B4C70C}"/>
                </a:ext>
              </a:extLst>
            </p:cNvPr>
            <p:cNvSpPr>
              <a:spLocks noChangeArrowheads="1"/>
            </p:cNvSpPr>
            <p:nvPr/>
          </p:nvSpPr>
          <p:spPr bwMode="auto">
            <a:xfrm rot="3282237">
              <a:off x="4319764" y="1850320"/>
              <a:ext cx="880180" cy="640291"/>
            </a:xfrm>
            <a:prstGeom prst="rightArrow">
              <a:avLst>
                <a:gd name="adj1" fmla="val 50000"/>
                <a:gd name="adj2" fmla="val 34366"/>
              </a:avLst>
            </a:prstGeom>
            <a:solidFill>
              <a:srgbClr val="FFCC00"/>
            </a:solidFill>
            <a:ln w="9525">
              <a:solidFill>
                <a:schemeClr val="tx1"/>
              </a:solidFill>
              <a:miter lim="800000"/>
              <a:headEnd/>
              <a:tailEnd/>
            </a:ln>
            <a:effectLst>
              <a:outerShdw blurRad="63500" dist="107763" dir="2700000" algn="ctr" rotWithShape="0">
                <a:schemeClr val="bg2">
                  <a:alpha val="50000"/>
                </a:schemeClr>
              </a:outerShdw>
            </a:effectLst>
          </p:spPr>
          <p:txBody>
            <a:bodyPr wrap="none" anchor="ctr"/>
            <a:lstStyle/>
            <a:p>
              <a:pPr>
                <a:defRPr/>
              </a:pPr>
              <a:endParaRPr lang="en-US" sz="2000">
                <a:ea typeface="MS PGothic" charset="0"/>
                <a:cs typeface="MS PGothic" charset="0"/>
              </a:endParaRPr>
            </a:p>
          </p:txBody>
        </p:sp>
        <p:sp>
          <p:nvSpPr>
            <p:cNvPr id="356361" name="AutoShape 9">
              <a:extLst>
                <a:ext uri="{FF2B5EF4-FFF2-40B4-BE49-F238E27FC236}">
                  <a16:creationId xmlns:a16="http://schemas.microsoft.com/office/drawing/2014/main" id="{CB871C8B-D492-402A-B849-6EAD4139289A}"/>
                </a:ext>
              </a:extLst>
            </p:cNvPr>
            <p:cNvSpPr>
              <a:spLocks noChangeArrowheads="1"/>
            </p:cNvSpPr>
            <p:nvPr/>
          </p:nvSpPr>
          <p:spPr bwMode="auto">
            <a:xfrm rot="3282237">
              <a:off x="6559903" y="5050015"/>
              <a:ext cx="880180" cy="640291"/>
            </a:xfrm>
            <a:prstGeom prst="rightArrow">
              <a:avLst>
                <a:gd name="adj1" fmla="val 50000"/>
                <a:gd name="adj2" fmla="val 34366"/>
              </a:avLst>
            </a:prstGeom>
            <a:solidFill>
              <a:srgbClr val="CC99FF"/>
            </a:solidFill>
            <a:ln w="9525">
              <a:solidFill>
                <a:schemeClr val="tx1"/>
              </a:solidFill>
              <a:miter lim="800000"/>
              <a:headEnd/>
              <a:tailEnd/>
            </a:ln>
            <a:effectLst>
              <a:outerShdw blurRad="63500" dist="107763" dir="2700000" algn="ctr" rotWithShape="0">
                <a:schemeClr val="bg2">
                  <a:alpha val="50000"/>
                </a:schemeClr>
              </a:outerShdw>
            </a:effectLst>
          </p:spPr>
          <p:txBody>
            <a:bodyPr wrap="none" anchor="ctr"/>
            <a:lstStyle/>
            <a:p>
              <a:pPr>
                <a:defRPr/>
              </a:pPr>
              <a:endParaRPr lang="en-US" sz="2000">
                <a:ea typeface="MS PGothic" charset="0"/>
                <a:cs typeface="MS PGothic" charset="0"/>
              </a:endParaRPr>
            </a:p>
          </p:txBody>
        </p:sp>
        <p:sp>
          <p:nvSpPr>
            <p:cNvPr id="230407" name="Freeform 10">
              <a:extLst>
                <a:ext uri="{FF2B5EF4-FFF2-40B4-BE49-F238E27FC236}">
                  <a16:creationId xmlns:a16="http://schemas.microsoft.com/office/drawing/2014/main" id="{09C9C24D-3C57-4969-9BB5-3FFBAB49530E}"/>
                </a:ext>
              </a:extLst>
            </p:cNvPr>
            <p:cNvSpPr>
              <a:spLocks/>
            </p:cNvSpPr>
            <p:nvPr/>
          </p:nvSpPr>
          <p:spPr bwMode="auto">
            <a:xfrm>
              <a:off x="4760737" y="2529417"/>
              <a:ext cx="2012597" cy="2465917"/>
            </a:xfrm>
            <a:custGeom>
              <a:avLst/>
              <a:gdLst>
                <a:gd name="T0" fmla="*/ 2147483646 w 1030"/>
                <a:gd name="T1" fmla="*/ 0 h 1328"/>
                <a:gd name="T2" fmla="*/ 2147483646 w 1030"/>
                <a:gd name="T3" fmla="*/ 2147483646 h 1328"/>
                <a:gd name="T4" fmla="*/ 2147483646 w 1030"/>
                <a:gd name="T5" fmla="*/ 2147483646 h 1328"/>
                <a:gd name="T6" fmla="*/ 2147483646 w 1030"/>
                <a:gd name="T7" fmla="*/ 2147483646 h 1328"/>
                <a:gd name="T8" fmla="*/ 2147483646 w 1030"/>
                <a:gd name="T9" fmla="*/ 2147483646 h 1328"/>
                <a:gd name="T10" fmla="*/ 2147483646 w 1030"/>
                <a:gd name="T11" fmla="*/ 2147483646 h 1328"/>
                <a:gd name="T12" fmla="*/ 2147483646 w 1030"/>
                <a:gd name="T13" fmla="*/ 2147483646 h 1328"/>
                <a:gd name="T14" fmla="*/ 2147483646 w 1030"/>
                <a:gd name="T15" fmla="*/ 2147483646 h 1328"/>
                <a:gd name="T16" fmla="*/ 2147483646 w 1030"/>
                <a:gd name="T17" fmla="*/ 2147483646 h 1328"/>
                <a:gd name="T18" fmla="*/ 2147483646 w 1030"/>
                <a:gd name="T19" fmla="*/ 2147483646 h 1328"/>
                <a:gd name="T20" fmla="*/ 2147483646 w 1030"/>
                <a:gd name="T21" fmla="*/ 2147483646 h 1328"/>
                <a:gd name="T22" fmla="*/ 2147483646 w 1030"/>
                <a:gd name="T23" fmla="*/ 2147483646 h 1328"/>
                <a:gd name="T24" fmla="*/ 2147483646 w 1030"/>
                <a:gd name="T25" fmla="*/ 2147483646 h 1328"/>
                <a:gd name="T26" fmla="*/ 2147483646 w 1030"/>
                <a:gd name="T27" fmla="*/ 2147483646 h 1328"/>
                <a:gd name="T28" fmla="*/ 2147483646 w 1030"/>
                <a:gd name="T29" fmla="*/ 2147483646 h 1328"/>
                <a:gd name="T30" fmla="*/ 2147483646 w 1030"/>
                <a:gd name="T31" fmla="*/ 2147483646 h 1328"/>
                <a:gd name="T32" fmla="*/ 2147483646 w 1030"/>
                <a:gd name="T33" fmla="*/ 2147483646 h 1328"/>
                <a:gd name="T34" fmla="*/ 2147483646 w 1030"/>
                <a:gd name="T35" fmla="*/ 2147483646 h 1328"/>
                <a:gd name="T36" fmla="*/ 2147483646 w 1030"/>
                <a:gd name="T37" fmla="*/ 2147483646 h 1328"/>
                <a:gd name="T38" fmla="*/ 2147483646 w 1030"/>
                <a:gd name="T39" fmla="*/ 2147483646 h 1328"/>
                <a:gd name="T40" fmla="*/ 2147483646 w 1030"/>
                <a:gd name="T41" fmla="*/ 2147483646 h 1328"/>
                <a:gd name="T42" fmla="*/ 2147483646 w 1030"/>
                <a:gd name="T43" fmla="*/ 2147483646 h 1328"/>
                <a:gd name="T44" fmla="*/ 2147483646 w 1030"/>
                <a:gd name="T45" fmla="*/ 2147483646 h 1328"/>
                <a:gd name="T46" fmla="*/ 2147483646 w 1030"/>
                <a:gd name="T47" fmla="*/ 2147483646 h 1328"/>
                <a:gd name="T48" fmla="*/ 2147483646 w 1030"/>
                <a:gd name="T49" fmla="*/ 2147483646 h 1328"/>
                <a:gd name="T50" fmla="*/ 2147483646 w 1030"/>
                <a:gd name="T51" fmla="*/ 2147483646 h 1328"/>
                <a:gd name="T52" fmla="*/ 2147483646 w 1030"/>
                <a:gd name="T53" fmla="*/ 2147483646 h 1328"/>
                <a:gd name="T54" fmla="*/ 2147483646 w 1030"/>
                <a:gd name="T55" fmla="*/ 2147483646 h 1328"/>
                <a:gd name="T56" fmla="*/ 2147483646 w 1030"/>
                <a:gd name="T57" fmla="*/ 2147483646 h 1328"/>
                <a:gd name="T58" fmla="*/ 2147483646 w 1030"/>
                <a:gd name="T59" fmla="*/ 2147483646 h 1328"/>
                <a:gd name="T60" fmla="*/ 2147483646 w 1030"/>
                <a:gd name="T61" fmla="*/ 2147483646 h 1328"/>
                <a:gd name="T62" fmla="*/ 2147483646 w 1030"/>
                <a:gd name="T63" fmla="*/ 2147483646 h 1328"/>
                <a:gd name="T64" fmla="*/ 2147483646 w 1030"/>
                <a:gd name="T65" fmla="*/ 2147483646 h 1328"/>
                <a:gd name="T66" fmla="*/ 2147483646 w 1030"/>
                <a:gd name="T67" fmla="*/ 2147483646 h 1328"/>
                <a:gd name="T68" fmla="*/ 2147483646 w 1030"/>
                <a:gd name="T69" fmla="*/ 2147483646 h 1328"/>
                <a:gd name="T70" fmla="*/ 2147483646 w 1030"/>
                <a:gd name="T71" fmla="*/ 2147483646 h 1328"/>
                <a:gd name="T72" fmla="*/ 2147483646 w 1030"/>
                <a:gd name="T73" fmla="*/ 2147483646 h 1328"/>
                <a:gd name="T74" fmla="*/ 2147483646 w 1030"/>
                <a:gd name="T75" fmla="*/ 2147483646 h 1328"/>
                <a:gd name="T76" fmla="*/ 2147483646 w 1030"/>
                <a:gd name="T77" fmla="*/ 2147483646 h 1328"/>
                <a:gd name="T78" fmla="*/ 2147483646 w 1030"/>
                <a:gd name="T79" fmla="*/ 2147483646 h 132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030" h="1328">
                  <a:moveTo>
                    <a:pt x="126" y="0"/>
                  </a:moveTo>
                  <a:cubicBezTo>
                    <a:pt x="136" y="97"/>
                    <a:pt x="134" y="85"/>
                    <a:pt x="182" y="152"/>
                  </a:cubicBezTo>
                  <a:cubicBezTo>
                    <a:pt x="189" y="162"/>
                    <a:pt x="190" y="176"/>
                    <a:pt x="198" y="184"/>
                  </a:cubicBezTo>
                  <a:cubicBezTo>
                    <a:pt x="212" y="198"/>
                    <a:pt x="229" y="207"/>
                    <a:pt x="246" y="216"/>
                  </a:cubicBezTo>
                  <a:cubicBezTo>
                    <a:pt x="267" y="227"/>
                    <a:pt x="310" y="248"/>
                    <a:pt x="310" y="248"/>
                  </a:cubicBezTo>
                  <a:cubicBezTo>
                    <a:pt x="402" y="242"/>
                    <a:pt x="450" y="261"/>
                    <a:pt x="478" y="176"/>
                  </a:cubicBezTo>
                  <a:cubicBezTo>
                    <a:pt x="469" y="130"/>
                    <a:pt x="465" y="126"/>
                    <a:pt x="422" y="112"/>
                  </a:cubicBezTo>
                  <a:cubicBezTo>
                    <a:pt x="406" y="115"/>
                    <a:pt x="388" y="111"/>
                    <a:pt x="374" y="120"/>
                  </a:cubicBezTo>
                  <a:cubicBezTo>
                    <a:pt x="364" y="126"/>
                    <a:pt x="365" y="142"/>
                    <a:pt x="358" y="152"/>
                  </a:cubicBezTo>
                  <a:cubicBezTo>
                    <a:pt x="351" y="161"/>
                    <a:pt x="342" y="168"/>
                    <a:pt x="334" y="176"/>
                  </a:cubicBezTo>
                  <a:cubicBezTo>
                    <a:pt x="318" y="224"/>
                    <a:pt x="330" y="325"/>
                    <a:pt x="302" y="360"/>
                  </a:cubicBezTo>
                  <a:cubicBezTo>
                    <a:pt x="293" y="372"/>
                    <a:pt x="244" y="421"/>
                    <a:pt x="222" y="432"/>
                  </a:cubicBezTo>
                  <a:cubicBezTo>
                    <a:pt x="108" y="489"/>
                    <a:pt x="221" y="417"/>
                    <a:pt x="150" y="464"/>
                  </a:cubicBezTo>
                  <a:cubicBezTo>
                    <a:pt x="118" y="461"/>
                    <a:pt x="85" y="465"/>
                    <a:pt x="54" y="456"/>
                  </a:cubicBezTo>
                  <a:cubicBezTo>
                    <a:pt x="0" y="441"/>
                    <a:pt x="73" y="404"/>
                    <a:pt x="86" y="400"/>
                  </a:cubicBezTo>
                  <a:cubicBezTo>
                    <a:pt x="104" y="409"/>
                    <a:pt x="125" y="413"/>
                    <a:pt x="142" y="424"/>
                  </a:cubicBezTo>
                  <a:cubicBezTo>
                    <a:pt x="159" y="436"/>
                    <a:pt x="173" y="452"/>
                    <a:pt x="190" y="464"/>
                  </a:cubicBezTo>
                  <a:cubicBezTo>
                    <a:pt x="209" y="502"/>
                    <a:pt x="215" y="525"/>
                    <a:pt x="222" y="568"/>
                  </a:cubicBezTo>
                  <a:cubicBezTo>
                    <a:pt x="230" y="702"/>
                    <a:pt x="218" y="814"/>
                    <a:pt x="374" y="840"/>
                  </a:cubicBezTo>
                  <a:cubicBezTo>
                    <a:pt x="499" y="833"/>
                    <a:pt x="521" y="871"/>
                    <a:pt x="550" y="784"/>
                  </a:cubicBezTo>
                  <a:cubicBezTo>
                    <a:pt x="535" y="709"/>
                    <a:pt x="524" y="727"/>
                    <a:pt x="446" y="736"/>
                  </a:cubicBezTo>
                  <a:cubicBezTo>
                    <a:pt x="435" y="752"/>
                    <a:pt x="425" y="768"/>
                    <a:pt x="414" y="784"/>
                  </a:cubicBezTo>
                  <a:cubicBezTo>
                    <a:pt x="363" y="860"/>
                    <a:pt x="445" y="930"/>
                    <a:pt x="502" y="944"/>
                  </a:cubicBezTo>
                  <a:cubicBezTo>
                    <a:pt x="531" y="941"/>
                    <a:pt x="561" y="941"/>
                    <a:pt x="590" y="936"/>
                  </a:cubicBezTo>
                  <a:cubicBezTo>
                    <a:pt x="636" y="927"/>
                    <a:pt x="678" y="904"/>
                    <a:pt x="726" y="896"/>
                  </a:cubicBezTo>
                  <a:cubicBezTo>
                    <a:pt x="788" y="903"/>
                    <a:pt x="791" y="888"/>
                    <a:pt x="822" y="928"/>
                  </a:cubicBezTo>
                  <a:cubicBezTo>
                    <a:pt x="834" y="943"/>
                    <a:pt x="854" y="976"/>
                    <a:pt x="854" y="976"/>
                  </a:cubicBezTo>
                  <a:cubicBezTo>
                    <a:pt x="857" y="987"/>
                    <a:pt x="863" y="997"/>
                    <a:pt x="862" y="1008"/>
                  </a:cubicBezTo>
                  <a:cubicBezTo>
                    <a:pt x="860" y="1033"/>
                    <a:pt x="858" y="1058"/>
                    <a:pt x="846" y="1080"/>
                  </a:cubicBezTo>
                  <a:cubicBezTo>
                    <a:pt x="836" y="1098"/>
                    <a:pt x="746" y="1113"/>
                    <a:pt x="726" y="1120"/>
                  </a:cubicBezTo>
                  <a:cubicBezTo>
                    <a:pt x="689" y="1117"/>
                    <a:pt x="643" y="1136"/>
                    <a:pt x="614" y="1112"/>
                  </a:cubicBezTo>
                  <a:cubicBezTo>
                    <a:pt x="568" y="1074"/>
                    <a:pt x="657" y="1039"/>
                    <a:pt x="670" y="1032"/>
                  </a:cubicBezTo>
                  <a:cubicBezTo>
                    <a:pt x="735" y="1039"/>
                    <a:pt x="754" y="1038"/>
                    <a:pt x="806" y="1064"/>
                  </a:cubicBezTo>
                  <a:cubicBezTo>
                    <a:pt x="811" y="1072"/>
                    <a:pt x="815" y="1081"/>
                    <a:pt x="822" y="1088"/>
                  </a:cubicBezTo>
                  <a:cubicBezTo>
                    <a:pt x="829" y="1095"/>
                    <a:pt x="840" y="1096"/>
                    <a:pt x="846" y="1104"/>
                  </a:cubicBezTo>
                  <a:cubicBezTo>
                    <a:pt x="851" y="1111"/>
                    <a:pt x="850" y="1121"/>
                    <a:pt x="854" y="1128"/>
                  </a:cubicBezTo>
                  <a:cubicBezTo>
                    <a:pt x="863" y="1145"/>
                    <a:pt x="875" y="1160"/>
                    <a:pt x="886" y="1176"/>
                  </a:cubicBezTo>
                  <a:cubicBezTo>
                    <a:pt x="891" y="1183"/>
                    <a:pt x="889" y="1193"/>
                    <a:pt x="894" y="1200"/>
                  </a:cubicBezTo>
                  <a:cubicBezTo>
                    <a:pt x="916" y="1233"/>
                    <a:pt x="965" y="1258"/>
                    <a:pt x="998" y="1280"/>
                  </a:cubicBezTo>
                  <a:cubicBezTo>
                    <a:pt x="1009" y="1296"/>
                    <a:pt x="1030" y="1328"/>
                    <a:pt x="1030" y="1328"/>
                  </a:cubicBez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000"/>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04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04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04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bldLvl="3"/>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F9486CBE-BC51-4826-B435-AE7E3AFE5B44}"/>
              </a:ext>
            </a:extLst>
          </p:cNvPr>
          <p:cNvSpPr>
            <a:spLocks noGrp="1" noChangeArrowheads="1"/>
          </p:cNvSpPr>
          <p:nvPr>
            <p:ph type="title"/>
          </p:nvPr>
        </p:nvSpPr>
        <p:spPr/>
        <p:txBody>
          <a:bodyPr/>
          <a:lstStyle/>
          <a:p>
            <a:r>
              <a:rPr lang="en-US" altLang="fr-FR">
                <a:sym typeface="Gill Sans" charset="0"/>
              </a:rPr>
              <a:t>Framework 2 – Gedrag</a:t>
            </a:r>
          </a:p>
        </p:txBody>
      </p:sp>
      <p:sp>
        <p:nvSpPr>
          <p:cNvPr id="236547" name="Rectangle 3">
            <a:extLst>
              <a:ext uri="{FF2B5EF4-FFF2-40B4-BE49-F238E27FC236}">
                <a16:creationId xmlns:a16="http://schemas.microsoft.com/office/drawing/2014/main" id="{F72DA20F-C0FA-4D97-B7FE-B08E911A33F8}"/>
              </a:ext>
            </a:extLst>
          </p:cNvPr>
          <p:cNvSpPr>
            <a:spLocks noGrp="1" noChangeArrowheads="1"/>
          </p:cNvSpPr>
          <p:nvPr>
            <p:ph type="body" sz="quarter" idx="10"/>
          </p:nvPr>
        </p:nvSpPr>
        <p:spPr/>
        <p:txBody>
          <a:bodyPr/>
          <a:lstStyle/>
          <a:p>
            <a:r>
              <a:rPr lang="en-US" altLang="fr-FR">
                <a:sym typeface="Arial Italic" charset="0"/>
              </a:rPr>
              <a:t>Gedrag</a:t>
            </a:r>
          </a:p>
          <a:p>
            <a:pPr lvl="1"/>
            <a:r>
              <a:rPr lang="en-US" altLang="fr-FR">
                <a:sym typeface="Arial Italic" charset="0"/>
              </a:rPr>
              <a:t>Actie / Method</a:t>
            </a:r>
          </a:p>
          <a:p>
            <a:pPr lvl="1"/>
            <a:r>
              <a:rPr lang="en-US" altLang="fr-FR">
                <a:sym typeface="Arial Italic" charset="0"/>
              </a:rPr>
              <a:t>Gebeurtenis / Event</a:t>
            </a:r>
          </a:p>
          <a:p>
            <a:pPr lvl="1"/>
            <a:r>
              <a:rPr lang="en-US" altLang="fr-FR">
                <a:sym typeface="Arial Italic" charset="0"/>
              </a:rPr>
              <a:t>Gedrag</a:t>
            </a:r>
          </a:p>
          <a:p>
            <a:pPr lvl="1"/>
            <a:r>
              <a:rPr lang="en-US" altLang="fr-FR">
                <a:sym typeface="Arial Italic" charset="0"/>
              </a:rPr>
              <a:t>Informatie</a:t>
            </a:r>
          </a:p>
          <a:p>
            <a:r>
              <a:rPr lang="en-US" altLang="fr-FR">
                <a:sym typeface="Arial Italic" charset="0"/>
              </a:rPr>
              <a:t>Extra info</a:t>
            </a:r>
            <a:endParaRPr lang="en-US" altLang="fr-FR"/>
          </a:p>
          <a:p>
            <a:pPr lvl="1"/>
            <a:r>
              <a:rPr lang="en-US" altLang="fr-FR">
                <a:sym typeface="Arial Italic" charset="0"/>
              </a:rPr>
              <a:t>Gebruikers zijn niet altijd de rechtstreekse oorzaak van een observeerbaar gedrag.</a:t>
            </a:r>
          </a:p>
          <a:p>
            <a:pPr lvl="1"/>
            <a:r>
              <a:rPr lang="en-US" altLang="fr-FR">
                <a:sym typeface="Arial Italic" charset="0"/>
              </a:rPr>
              <a:t>Verschillend gedrag / antwoord wil zeggen een verschillende “status” (Eigenschap / Property)</a:t>
            </a:r>
          </a:p>
          <a:p>
            <a:pPr lvl="2"/>
            <a:r>
              <a:rPr lang="en-US" altLang="fr-FR">
                <a:sym typeface="Arial Italic" charset="0"/>
              </a:rPr>
              <a:t>E.g. State diagrams / state machine</a:t>
            </a:r>
          </a:p>
        </p:txBody>
      </p:sp>
      <p:grpSp>
        <p:nvGrpSpPr>
          <p:cNvPr id="6" name="Group 5">
            <a:extLst>
              <a:ext uri="{FF2B5EF4-FFF2-40B4-BE49-F238E27FC236}">
                <a16:creationId xmlns:a16="http://schemas.microsoft.com/office/drawing/2014/main" id="{EBB9E34C-DC58-45B7-BA99-0402221A6BBE}"/>
              </a:ext>
            </a:extLst>
          </p:cNvPr>
          <p:cNvGrpSpPr/>
          <p:nvPr/>
        </p:nvGrpSpPr>
        <p:grpSpPr>
          <a:xfrm>
            <a:off x="6592168" y="792330"/>
            <a:ext cx="2868083" cy="2756958"/>
            <a:chOff x="6120695" y="1532820"/>
            <a:chExt cx="2868083" cy="2756958"/>
          </a:xfrm>
        </p:grpSpPr>
        <p:sp>
          <p:nvSpPr>
            <p:cNvPr id="379911" name="Oval 7">
              <a:extLst>
                <a:ext uri="{FF2B5EF4-FFF2-40B4-BE49-F238E27FC236}">
                  <a16:creationId xmlns:a16="http://schemas.microsoft.com/office/drawing/2014/main" id="{34F21410-8CD1-4808-9D71-F560F6683CC2}"/>
                </a:ext>
              </a:extLst>
            </p:cNvPr>
            <p:cNvSpPr>
              <a:spLocks/>
            </p:cNvSpPr>
            <p:nvPr/>
          </p:nvSpPr>
          <p:spPr bwMode="auto">
            <a:xfrm>
              <a:off x="6120695" y="1532820"/>
              <a:ext cx="2868083" cy="2756958"/>
            </a:xfrm>
            <a:prstGeom prst="ellipse">
              <a:avLst/>
            </a:prstGeom>
            <a:solidFill>
              <a:srgbClr val="99CCFF"/>
            </a:solidFill>
            <a:ln w="9525">
              <a:solidFill>
                <a:srgbClr val="000000"/>
              </a:solidFill>
              <a:round/>
              <a:headEnd/>
              <a:tailEnd/>
            </a:ln>
            <a:effectLst>
              <a:outerShdw blurRad="63500" dist="107763" dir="2700000" algn="ctr" rotWithShape="0">
                <a:srgbClr val="000000">
                  <a:alpha val="50000"/>
                </a:srgbClr>
              </a:outerShdw>
            </a:effectLst>
          </p:spPr>
          <p:txBody>
            <a:bodyPr lIns="0" tIns="0" rIns="0" bIns="0"/>
            <a:lstStyle/>
            <a:p>
              <a:pPr algn="ctr">
                <a:defRPr/>
              </a:pPr>
              <a:r>
                <a:rPr lang="en-GB" sz="4800" b="1">
                  <a:ea typeface="MS PGothic" charset="0"/>
                  <a:cs typeface="MS PGothic" charset="0"/>
                </a:rPr>
                <a:t>Gedrag</a:t>
              </a:r>
              <a:endParaRPr lang="en-US" sz="4800" b="1">
                <a:ea typeface="MS PGothic" charset="0"/>
                <a:cs typeface="MS PGothic" charset="0"/>
              </a:endParaRPr>
            </a:p>
          </p:txBody>
        </p:sp>
        <p:pic>
          <p:nvPicPr>
            <p:cNvPr id="379913" name="Picture 9" descr="general_information">
              <a:extLst>
                <a:ext uri="{FF2B5EF4-FFF2-40B4-BE49-F238E27FC236}">
                  <a16:creationId xmlns:a16="http://schemas.microsoft.com/office/drawing/2014/main" id="{009EB932-486A-462D-A2DE-712A75809378}"/>
                </a:ext>
              </a:extLst>
            </p:cNvPr>
            <p:cNvPicPr>
              <a:picLocks noChangeAspect="1" noChangeArrowheads="1"/>
            </p:cNvPicPr>
            <p:nvPr/>
          </p:nvPicPr>
          <p:blipFill>
            <a:blip r:embed="rId3"/>
            <a:srcRect/>
            <a:stretch>
              <a:fillRect/>
            </a:stretch>
          </p:blipFill>
          <p:spPr bwMode="auto">
            <a:xfrm>
              <a:off x="7480654" y="2929821"/>
              <a:ext cx="1238250" cy="1238250"/>
            </a:xfrm>
            <a:prstGeom prst="rect">
              <a:avLst/>
            </a:prstGeom>
            <a:noFill/>
            <a:ln>
              <a:noFill/>
            </a:ln>
            <a:effectLst>
              <a:outerShdw blurRad="63500" dist="107763" dir="2700000" algn="ctr" rotWithShape="0">
                <a:srgbClr val="000000">
                  <a:alpha val="50000"/>
                </a:srgbClr>
              </a:outerShdw>
            </a:effectLst>
          </p:spPr>
        </p:pic>
        <p:sp>
          <p:nvSpPr>
            <p:cNvPr id="379914" name="AutoShape 10">
              <a:extLst>
                <a:ext uri="{FF2B5EF4-FFF2-40B4-BE49-F238E27FC236}">
                  <a16:creationId xmlns:a16="http://schemas.microsoft.com/office/drawing/2014/main" id="{72321432-BA69-44FA-8352-98E9C51C1F36}"/>
                </a:ext>
              </a:extLst>
            </p:cNvPr>
            <p:cNvSpPr>
              <a:spLocks noChangeArrowheads="1"/>
            </p:cNvSpPr>
            <p:nvPr/>
          </p:nvSpPr>
          <p:spPr bwMode="auto">
            <a:xfrm>
              <a:off x="6258876" y="2635976"/>
              <a:ext cx="1040694" cy="880180"/>
            </a:xfrm>
            <a:prstGeom prst="star5">
              <a:avLst/>
            </a:prstGeom>
            <a:solidFill>
              <a:srgbClr val="61808B"/>
            </a:solidFill>
            <a:ln w="9525">
              <a:solidFill>
                <a:schemeClr val="tx1"/>
              </a:solidFill>
              <a:miter lim="800000"/>
              <a:headEnd/>
              <a:tailEnd/>
            </a:ln>
            <a:effectLst>
              <a:outerShdw blurRad="63500" dist="107763" dir="2700000" algn="ctr" rotWithShape="0">
                <a:schemeClr val="bg2">
                  <a:alpha val="50000"/>
                </a:schemeClr>
              </a:outerShdw>
            </a:effectLst>
          </p:spPr>
          <p:txBody>
            <a:bodyPr wrap="none" anchor="ctr"/>
            <a:lstStyle/>
            <a:p>
              <a:pPr>
                <a:defRPr/>
              </a:pPr>
              <a:endParaRPr lang="en-US" sz="2000">
                <a:ea typeface="MS PGothic" charset="0"/>
                <a:cs typeface="MS PGothic" charset="0"/>
              </a:endParaRPr>
            </a:p>
          </p:txBody>
        </p:sp>
        <p:pic>
          <p:nvPicPr>
            <p:cNvPr id="236552" name="Picture 11" descr="normal">
              <a:extLst>
                <a:ext uri="{FF2B5EF4-FFF2-40B4-BE49-F238E27FC236}">
                  <a16:creationId xmlns:a16="http://schemas.microsoft.com/office/drawing/2014/main" id="{07E37127-DB57-4997-86B3-EA05F13258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89451" y="3222310"/>
              <a:ext cx="1280583" cy="78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voorbeeld van een state diagram</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40</a:t>
            </a:fld>
            <a:endParaRPr lang="en-US"/>
          </a:p>
        </p:txBody>
      </p:sp>
      <p:pic>
        <p:nvPicPr>
          <p:cNvPr id="1026" name="Picture 2">
            <a:extLst>
              <a:ext uri="{FF2B5EF4-FFF2-40B4-BE49-F238E27FC236}">
                <a16:creationId xmlns:a16="http://schemas.microsoft.com/office/drawing/2014/main" id="{2051A53D-8876-4B09-A7D7-432328A64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9600" y="1662112"/>
            <a:ext cx="7820025"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1636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White Box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41</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Wat is het?</a:t>
            </a:r>
          </a:p>
          <a:p>
            <a:pPr lvl="1"/>
            <a:r>
              <a:rPr lang="en-GB"/>
              <a:t>De structuur / ontwerp en uitvoering van het te testen onderwerp is gekend.</a:t>
            </a:r>
          </a:p>
          <a:p>
            <a:pPr lvl="2"/>
            <a:r>
              <a:rPr lang="en-GB"/>
              <a:t>Met andere woorden, de binnenkant en design kan worden bekeken.</a:t>
            </a:r>
          </a:p>
          <a:p>
            <a:r>
              <a:rPr lang="en-GB"/>
              <a:t>Waar wordt het gebruikt in het model?</a:t>
            </a:r>
          </a:p>
          <a:p>
            <a:pPr lvl="1"/>
            <a:r>
              <a:rPr lang="en-GB"/>
              <a:t>Component testen.</a:t>
            </a:r>
          </a:p>
          <a:p>
            <a:pPr lvl="1"/>
            <a:r>
              <a:rPr lang="en-GB"/>
              <a:t>Integratie testen.</a:t>
            </a:r>
          </a:p>
          <a:p>
            <a:pPr lvl="1"/>
            <a:r>
              <a:rPr lang="en-GB"/>
              <a:t>Systeem testen.</a:t>
            </a:r>
          </a:p>
          <a:p>
            <a:pPr lvl="1"/>
            <a:r>
              <a:rPr lang="en-GB"/>
              <a:t>Unit testen. (Voer voor discussie)</a:t>
            </a:r>
          </a:p>
          <a:p>
            <a:r>
              <a:rPr lang="en-GB"/>
              <a:t>Technieken</a:t>
            </a:r>
          </a:p>
          <a:p>
            <a:pPr lvl="1"/>
            <a:r>
              <a:rPr lang="en-GB"/>
              <a:t>Een beetje code kunnen lezen is handig.</a:t>
            </a:r>
          </a:p>
          <a:p>
            <a:pPr lvl="1"/>
            <a:r>
              <a:rPr lang="en-GB"/>
              <a:t>Je kijkt dus onder de motorkap van het voertuig.</a:t>
            </a:r>
          </a:p>
          <a:p>
            <a:pPr lvl="1"/>
            <a:r>
              <a:rPr lang="en-GB"/>
              <a:t>Je kunt echt “bitziften”.</a:t>
            </a:r>
          </a:p>
          <a:p>
            <a:pPr lvl="1"/>
            <a:endParaRPr lang="en-GB"/>
          </a:p>
        </p:txBody>
      </p:sp>
    </p:spTree>
    <p:extLst>
      <p:ext uri="{BB962C8B-B14F-4D97-AF65-F5344CB8AC3E}">
        <p14:creationId xmlns:p14="http://schemas.microsoft.com/office/powerpoint/2010/main" val="50568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White Box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42</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Voordelen</a:t>
            </a:r>
          </a:p>
          <a:p>
            <a:pPr lvl="1"/>
            <a:r>
              <a:rPr lang="en-GB"/>
              <a:t>Ge kunt testen in een vroeg stadium. Niet echt een User Interface nodig om het testen te starten.</a:t>
            </a:r>
          </a:p>
          <a:p>
            <a:pPr lvl="1"/>
            <a:r>
              <a:rPr lang="en-GB"/>
              <a:t>Doordat je de code en de interne werking kunt zien, kun je ook de mogelijke paden in de code testen.</a:t>
            </a:r>
          </a:p>
          <a:p>
            <a:r>
              <a:rPr lang="en-GB"/>
              <a:t>Nadelen</a:t>
            </a:r>
          </a:p>
          <a:p>
            <a:pPr lvl="1"/>
            <a:r>
              <a:rPr lang="en-GB"/>
              <a:t>Testen kunnen héél snel, héél complex worden, en dus is een “skill set” nodig.</a:t>
            </a:r>
          </a:p>
          <a:p>
            <a:pPr lvl="2"/>
            <a:r>
              <a:rPr lang="en-GB"/>
              <a:t>Databanken, Interfaces, Code begrijpend lezen, …</a:t>
            </a:r>
          </a:p>
          <a:p>
            <a:pPr lvl="1"/>
            <a:r>
              <a:rPr lang="en-GB"/>
              <a:t>Onderhoud van uitgeschreven testen kan veel werk zijn, als de code constant gewijzigd wordt (refactoring).</a:t>
            </a:r>
          </a:p>
          <a:p>
            <a:pPr lvl="1"/>
            <a:r>
              <a:rPr lang="en-GB"/>
              <a:t>Test methode ligt zeer dicht bij coderen, niet iedere testtool kan dit aan.</a:t>
            </a:r>
          </a:p>
          <a:p>
            <a:pPr lvl="1"/>
            <a:r>
              <a:rPr lang="en-GB"/>
              <a:t>Er is al iets werkends nodig om testen te kunnen starten.</a:t>
            </a:r>
          </a:p>
          <a:p>
            <a:pPr lvl="1"/>
            <a:endParaRPr lang="en-GB"/>
          </a:p>
        </p:txBody>
      </p:sp>
    </p:spTree>
    <p:extLst>
      <p:ext uri="{BB962C8B-B14F-4D97-AF65-F5344CB8AC3E}">
        <p14:creationId xmlns:p14="http://schemas.microsoft.com/office/powerpoint/2010/main" val="1399064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Black Box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43</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Wat is het?</a:t>
            </a:r>
          </a:p>
          <a:p>
            <a:pPr lvl="1"/>
            <a:r>
              <a:rPr lang="en-GB"/>
              <a:t>De structuur / ontwerp en uitvoering van het te testen onderwerp is niet gekend.</a:t>
            </a:r>
          </a:p>
          <a:p>
            <a:pPr lvl="2"/>
            <a:r>
              <a:rPr lang="en-GB"/>
              <a:t>Met andere woorden, de binnenkant en design kan niet worden bekeken.</a:t>
            </a:r>
          </a:p>
          <a:p>
            <a:r>
              <a:rPr lang="en-GB"/>
              <a:t>Waar wordt het gebruikt in het model?</a:t>
            </a:r>
          </a:p>
          <a:p>
            <a:pPr lvl="1"/>
            <a:r>
              <a:rPr lang="en-GB"/>
              <a:t>Integratie testen.</a:t>
            </a:r>
          </a:p>
          <a:p>
            <a:pPr lvl="1"/>
            <a:r>
              <a:rPr lang="en-GB"/>
              <a:t>Systeem testen.</a:t>
            </a:r>
          </a:p>
          <a:p>
            <a:pPr lvl="1"/>
            <a:r>
              <a:rPr lang="en-GB"/>
              <a:t>Acceptatie testen.</a:t>
            </a:r>
          </a:p>
          <a:p>
            <a:r>
              <a:rPr lang="en-GB"/>
              <a:t>Technieken</a:t>
            </a:r>
          </a:p>
          <a:p>
            <a:pPr lvl="1"/>
            <a:r>
              <a:rPr lang="en-GB"/>
              <a:t>Gedrag en performantie fouten.</a:t>
            </a:r>
          </a:p>
          <a:p>
            <a:pPr lvl="1"/>
            <a:r>
              <a:rPr lang="en-GB"/>
              <a:t>Initialisatie en afsluit fouten.</a:t>
            </a:r>
          </a:p>
          <a:p>
            <a:pPr lvl="1"/>
            <a:r>
              <a:rPr lang="en-GB"/>
              <a:t>Data structuren, interfaces en ontbrekende functionaliteit.</a:t>
            </a:r>
          </a:p>
          <a:p>
            <a:pPr lvl="1"/>
            <a:endParaRPr lang="en-GB"/>
          </a:p>
        </p:txBody>
      </p:sp>
    </p:spTree>
    <p:extLst>
      <p:ext uri="{BB962C8B-B14F-4D97-AF65-F5344CB8AC3E}">
        <p14:creationId xmlns:p14="http://schemas.microsoft.com/office/powerpoint/2010/main" val="132804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Black Box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44</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Voordelen</a:t>
            </a:r>
          </a:p>
          <a:p>
            <a:pPr lvl="1"/>
            <a:r>
              <a:rPr lang="en-GB"/>
              <a:t>Testen worden uitgevoerd vanuit een gebruikers standpunt.</a:t>
            </a:r>
          </a:p>
          <a:p>
            <a:pPr lvl="1"/>
            <a:r>
              <a:rPr lang="en-GB"/>
              <a:t>Testers hoeven niet de design te kennen van hoe iets gemaakt is.</a:t>
            </a:r>
          </a:p>
          <a:p>
            <a:pPr lvl="1"/>
            <a:r>
              <a:rPr lang="en-GB"/>
              <a:t>Testen kunnen uitgevoerd worden door derde partijen.</a:t>
            </a:r>
          </a:p>
          <a:p>
            <a:pPr lvl="1"/>
            <a:r>
              <a:rPr lang="en-GB"/>
              <a:t>Je ontwijkt het “ontwikkelaars”-vooroordeel.</a:t>
            </a:r>
          </a:p>
          <a:p>
            <a:pPr lvl="1"/>
            <a:r>
              <a:rPr lang="en-GB"/>
              <a:t>Test scenario’s kunnen geschreven worden, zodra de specificaties / requirements gekend zijn.</a:t>
            </a:r>
          </a:p>
          <a:p>
            <a:r>
              <a:rPr lang="en-GB"/>
              <a:t>Nadelen</a:t>
            </a:r>
          </a:p>
          <a:p>
            <a:pPr lvl="1"/>
            <a:r>
              <a:rPr lang="en-GB"/>
              <a:t>Er is een grote kans dat niet alle code zal getest zijn. Bijvoorbeeld een randscenario dat ontwikkeld is, maar niet gekend door de testers.</a:t>
            </a:r>
          </a:p>
          <a:p>
            <a:pPr lvl="1"/>
            <a:r>
              <a:rPr lang="en-GB"/>
              <a:t>Zonder duidelijke specificaties, wordt dit snel Try and Error.</a:t>
            </a:r>
          </a:p>
          <a:p>
            <a:pPr lvl="1"/>
            <a:r>
              <a:rPr lang="en-GB"/>
              <a:t>Testen kunnen soms overbodig zijn. Iets testen waarvan er een unit test is, is zinloos.</a:t>
            </a:r>
          </a:p>
          <a:p>
            <a:pPr lvl="1"/>
            <a:endParaRPr lang="en-GB"/>
          </a:p>
          <a:p>
            <a:pPr lvl="1"/>
            <a:endParaRPr lang="en-GB"/>
          </a:p>
        </p:txBody>
      </p:sp>
    </p:spTree>
    <p:extLst>
      <p:ext uri="{BB962C8B-B14F-4D97-AF65-F5344CB8AC3E}">
        <p14:creationId xmlns:p14="http://schemas.microsoft.com/office/powerpoint/2010/main" val="95639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CC5AA11-F589-41E6-B5F0-A1FB2CCCEFD7}"/>
              </a:ext>
            </a:extLst>
          </p:cNvPr>
          <p:cNvSpPr>
            <a:spLocks noGrp="1"/>
          </p:cNvSpPr>
          <p:nvPr>
            <p:ph type="sldNum" sz="quarter" idx="4294967295"/>
          </p:nvPr>
        </p:nvSpPr>
        <p:spPr>
          <a:xfrm>
            <a:off x="0" y="7162800"/>
            <a:ext cx="533400" cy="184150"/>
          </a:xfrm>
          <a:prstGeom prst="rect">
            <a:avLst/>
          </a:prstGeom>
        </p:spPr>
        <p:txBody>
          <a:bodyPr/>
          <a:lstStyle/>
          <a:p>
            <a:fld id="{B6F15528-21DE-4FAA-801E-634DDDAF4B2B}" type="slidenum">
              <a:rPr lang="en-US" smtClean="0"/>
              <a:pPr/>
              <a:t>45</a:t>
            </a:fld>
            <a:endParaRPr lang="en-US"/>
          </a:p>
        </p:txBody>
      </p:sp>
      <p:graphicFrame>
        <p:nvGraphicFramePr>
          <p:cNvPr id="2" name="Diagram 1">
            <a:extLst>
              <a:ext uri="{FF2B5EF4-FFF2-40B4-BE49-F238E27FC236}">
                <a16:creationId xmlns:a16="http://schemas.microsoft.com/office/drawing/2014/main" id="{181582AA-750B-4DA3-9652-EBF9422C6D8F}"/>
              </a:ext>
            </a:extLst>
          </p:cNvPr>
          <p:cNvGraphicFramePr/>
          <p:nvPr>
            <p:extLst>
              <p:ext uri="{D42A27DB-BD31-4B8C-83A1-F6EECF244321}">
                <p14:modId xmlns:p14="http://schemas.microsoft.com/office/powerpoint/2010/main" val="3424442877"/>
              </p:ext>
            </p:extLst>
          </p:nvPr>
        </p:nvGraphicFramePr>
        <p:xfrm>
          <a:off x="255464" y="569640"/>
          <a:ext cx="9577063" cy="67773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88395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Gray Box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46</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Wat is het?</a:t>
            </a:r>
          </a:p>
          <a:p>
            <a:pPr lvl="1"/>
            <a:r>
              <a:rPr lang="en-GB"/>
              <a:t>Een mengeling van Black Box en White Box testing.</a:t>
            </a:r>
          </a:p>
          <a:p>
            <a:pPr lvl="1"/>
            <a:r>
              <a:rPr lang="en-GB"/>
              <a:t>Je hoeft niet van alles het detail te weten.</a:t>
            </a:r>
          </a:p>
          <a:p>
            <a:r>
              <a:rPr lang="en-GB"/>
              <a:t>Waar wordt het gebruikt in het model?</a:t>
            </a:r>
          </a:p>
          <a:p>
            <a:pPr lvl="1"/>
            <a:r>
              <a:rPr lang="en-GB"/>
              <a:t>Integratie testen.</a:t>
            </a:r>
          </a:p>
          <a:p>
            <a:pPr lvl="1"/>
            <a:r>
              <a:rPr lang="en-GB"/>
              <a:t>Systeem testen.</a:t>
            </a:r>
          </a:p>
          <a:p>
            <a:pPr lvl="1"/>
            <a:endParaRPr lang="en-GB"/>
          </a:p>
        </p:txBody>
      </p:sp>
    </p:spTree>
    <p:extLst>
      <p:ext uri="{BB962C8B-B14F-4D97-AF65-F5344CB8AC3E}">
        <p14:creationId xmlns:p14="http://schemas.microsoft.com/office/powerpoint/2010/main" val="3531051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Agile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47</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Wat is het?</a:t>
            </a:r>
          </a:p>
          <a:p>
            <a:pPr lvl="1"/>
            <a:r>
              <a:rPr lang="en-GB"/>
              <a:t>De cyclus van het testen wordt verkleind naar een kortere periode.</a:t>
            </a:r>
          </a:p>
          <a:p>
            <a:r>
              <a:rPr lang="en-GB"/>
              <a:t>Waar wordt het gebruikt in het model?</a:t>
            </a:r>
          </a:p>
          <a:p>
            <a:pPr lvl="1"/>
            <a:r>
              <a:rPr lang="en-GB"/>
              <a:t>Dit wordt overal gebruikt in het model.</a:t>
            </a:r>
          </a:p>
          <a:p>
            <a:r>
              <a:rPr lang="en-GB"/>
              <a:t>Technieken</a:t>
            </a:r>
          </a:p>
          <a:p>
            <a:pPr lvl="1"/>
            <a:r>
              <a:rPr lang="en-GB"/>
              <a:t>Test-Driven Development.</a:t>
            </a:r>
          </a:p>
          <a:p>
            <a:pPr lvl="2"/>
            <a:r>
              <a:rPr lang="en-GB"/>
              <a:t>De input en output zijn gekend op voorhand.</a:t>
            </a:r>
          </a:p>
          <a:p>
            <a:pPr lvl="2"/>
            <a:r>
              <a:rPr lang="en-GB"/>
              <a:t>Het te verwachten resultaat is gekend op voorhand.</a:t>
            </a:r>
          </a:p>
          <a:p>
            <a:pPr lvl="1"/>
            <a:r>
              <a:rPr lang="en-GB"/>
              <a:t>Behaviour-Driven Development / Testing.</a:t>
            </a:r>
          </a:p>
          <a:p>
            <a:pPr lvl="2"/>
            <a:r>
              <a:rPr lang="en-GB"/>
              <a:t>Het gedrag van de applicatie is beschreven op voorhand.</a:t>
            </a:r>
          </a:p>
          <a:p>
            <a:pPr lvl="2"/>
            <a:r>
              <a:rPr lang="en-GB"/>
              <a:t>De beschrijving van het gedrag laat automatisering van code / testen toe.</a:t>
            </a:r>
          </a:p>
          <a:p>
            <a:pPr lvl="1"/>
            <a:endParaRPr lang="en-GB"/>
          </a:p>
        </p:txBody>
      </p:sp>
    </p:spTree>
    <p:extLst>
      <p:ext uri="{BB962C8B-B14F-4D97-AF65-F5344CB8AC3E}">
        <p14:creationId xmlns:p14="http://schemas.microsoft.com/office/powerpoint/2010/main" val="225155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Agile testing</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t>48</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Voordelen</a:t>
            </a:r>
          </a:p>
          <a:p>
            <a:pPr lvl="1"/>
            <a:r>
              <a:rPr lang="en-GB"/>
              <a:t>Veel sneller feedback.</a:t>
            </a:r>
          </a:p>
          <a:p>
            <a:pPr lvl="1"/>
            <a:r>
              <a:rPr lang="en-GB"/>
              <a:t>Alles is timeboxed (afgesproken tijdstippen en tijdsduur).</a:t>
            </a:r>
          </a:p>
          <a:p>
            <a:pPr lvl="1"/>
            <a:r>
              <a:rPr lang="en-GB"/>
              <a:t>Niet sequentieel.</a:t>
            </a:r>
          </a:p>
          <a:p>
            <a:pPr lvl="2"/>
            <a:r>
              <a:rPr lang="en-GB"/>
              <a:t> Je test in blokken en werkt met milestones.</a:t>
            </a:r>
          </a:p>
          <a:p>
            <a:pPr lvl="1"/>
            <a:r>
              <a:rPr lang="en-GB"/>
              <a:t>Testen gebeurt door het team, niet door testers.</a:t>
            </a:r>
          </a:p>
          <a:p>
            <a:r>
              <a:rPr lang="en-GB"/>
              <a:t>Nadelen</a:t>
            </a:r>
          </a:p>
          <a:p>
            <a:pPr lvl="1"/>
            <a:r>
              <a:rPr lang="en-GB"/>
              <a:t>Je hebt een ander denkpatroon nodig om iets af te werken.</a:t>
            </a:r>
          </a:p>
          <a:p>
            <a:pPr lvl="1"/>
            <a:r>
              <a:rPr lang="en-GB"/>
              <a:t>Testen gebeurt door het team, niet door testers.</a:t>
            </a:r>
          </a:p>
          <a:p>
            <a:pPr lvl="1"/>
            <a:r>
              <a:rPr lang="en-GB"/>
              <a:t>Business Driven.</a:t>
            </a:r>
          </a:p>
          <a:p>
            <a:pPr lvl="2"/>
            <a:r>
              <a:rPr lang="en-GB"/>
              <a:t>En die hebben niet altijd kaas gegeten van software ontwikkeling.</a:t>
            </a:r>
          </a:p>
          <a:p>
            <a:pPr lvl="1"/>
            <a:r>
              <a:rPr lang="en-GB"/>
              <a:t>Verandering is normaal, maar altijd veranderen is dat niet.</a:t>
            </a:r>
          </a:p>
          <a:p>
            <a:pPr lvl="1"/>
            <a:r>
              <a:rPr lang="en-GB"/>
              <a:t>Je bent de laatste in de rij, dus vaak kom je in tijdsnood.</a:t>
            </a:r>
          </a:p>
          <a:p>
            <a:pPr lvl="1"/>
            <a:endParaRPr lang="en-GB"/>
          </a:p>
          <a:p>
            <a:pPr lvl="1"/>
            <a:endParaRPr lang="en-GB"/>
          </a:p>
        </p:txBody>
      </p:sp>
    </p:spTree>
    <p:extLst>
      <p:ext uri="{BB962C8B-B14F-4D97-AF65-F5344CB8AC3E}">
        <p14:creationId xmlns:p14="http://schemas.microsoft.com/office/powerpoint/2010/main" val="4006710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4BF7-9EA4-4D74-9CB6-9F9D5C37A97F}"/>
              </a:ext>
            </a:extLst>
          </p:cNvPr>
          <p:cNvSpPr>
            <a:spLocks noGrp="1"/>
          </p:cNvSpPr>
          <p:nvPr>
            <p:ph type="title"/>
          </p:nvPr>
        </p:nvSpPr>
        <p:spPr/>
        <p:txBody>
          <a:bodyPr/>
          <a:lstStyle/>
          <a:p>
            <a:r>
              <a:rPr lang="en-GB"/>
              <a:t>Een voorbeeld uit de praktijk</a:t>
            </a:r>
            <a:endParaRPr lang="en-US"/>
          </a:p>
        </p:txBody>
      </p:sp>
      <p:sp>
        <p:nvSpPr>
          <p:cNvPr id="4" name="Slide Number Placeholder 3">
            <a:extLst>
              <a:ext uri="{FF2B5EF4-FFF2-40B4-BE49-F238E27FC236}">
                <a16:creationId xmlns:a16="http://schemas.microsoft.com/office/drawing/2014/main" id="{F980F054-FEF5-44B7-B2DE-8DF361EE13DE}"/>
              </a:ext>
            </a:extLst>
          </p:cNvPr>
          <p:cNvSpPr>
            <a:spLocks noGrp="1"/>
          </p:cNvSpPr>
          <p:nvPr>
            <p:ph type="sldNum" sz="quarter" idx="7"/>
          </p:nvPr>
        </p:nvSpPr>
        <p:spPr/>
        <p:txBody>
          <a:bodyPr/>
          <a:lstStyle/>
          <a:p>
            <a:fld id="{B6F15528-21DE-4FAA-801E-634DDDAF4B2B}" type="slidenum">
              <a:rPr lang="en-US" smtClean="0"/>
              <a:pPr/>
              <a:t>49</a:t>
            </a:fld>
            <a:endParaRPr lang="en-US"/>
          </a:p>
        </p:txBody>
      </p:sp>
      <p:sp>
        <p:nvSpPr>
          <p:cNvPr id="3" name="Text Placeholder 2">
            <a:extLst>
              <a:ext uri="{FF2B5EF4-FFF2-40B4-BE49-F238E27FC236}">
                <a16:creationId xmlns:a16="http://schemas.microsoft.com/office/drawing/2014/main" id="{754B645B-9EEA-440B-904A-162EAFA92460}"/>
              </a:ext>
            </a:extLst>
          </p:cNvPr>
          <p:cNvSpPr>
            <a:spLocks noGrp="1"/>
          </p:cNvSpPr>
          <p:nvPr>
            <p:ph type="body" sz="quarter" idx="10"/>
          </p:nvPr>
        </p:nvSpPr>
        <p:spPr/>
        <p:txBody>
          <a:bodyPr/>
          <a:lstStyle/>
          <a:p>
            <a:r>
              <a:rPr lang="en-GB"/>
              <a:t>Een component</a:t>
            </a:r>
          </a:p>
          <a:p>
            <a:pPr lvl="1"/>
            <a:r>
              <a:rPr lang="en-GB"/>
              <a:t>Rijksregister nummer met validatie.</a:t>
            </a:r>
          </a:p>
          <a:p>
            <a:r>
              <a:rPr lang="en-GB"/>
              <a:t>Een component gebruiken</a:t>
            </a:r>
          </a:p>
          <a:p>
            <a:pPr lvl="1"/>
            <a:r>
              <a:rPr lang="en-GB"/>
              <a:t>Rijksregister nummer met validatie.</a:t>
            </a:r>
          </a:p>
          <a:p>
            <a:r>
              <a:rPr lang="en-GB"/>
              <a:t>Ingeven van een geboortedatum</a:t>
            </a:r>
          </a:p>
          <a:p>
            <a:pPr lvl="1"/>
            <a:r>
              <a:rPr lang="en-GB"/>
              <a:t>Een datum ingave.</a:t>
            </a:r>
          </a:p>
          <a:p>
            <a:r>
              <a:rPr lang="en-GB"/>
              <a:t>Ingeven van het geslacht</a:t>
            </a:r>
          </a:p>
          <a:p>
            <a:pPr lvl="1"/>
            <a:r>
              <a:rPr lang="en-GB"/>
              <a:t>Een ingave via een keuzelijst.</a:t>
            </a:r>
          </a:p>
          <a:p>
            <a:pPr lvl="1"/>
            <a:endParaRPr lang="en-GB"/>
          </a:p>
        </p:txBody>
      </p:sp>
    </p:spTree>
    <p:extLst>
      <p:ext uri="{BB962C8B-B14F-4D97-AF65-F5344CB8AC3E}">
        <p14:creationId xmlns:p14="http://schemas.microsoft.com/office/powerpoint/2010/main" val="2394194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13963EC-CB83-4A74-AD17-7E027499DCFE}">
  <ds:schemaRefs>
    <ds:schemaRef ds:uri="http://schemas.microsoft.com/sharepoint/v3/contenttype/forms"/>
  </ds:schemaRefs>
</ds:datastoreItem>
</file>

<file path=customXml/itemProps2.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F776112-665F-4321-8DF2-154B8CFE473B}">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2032</TotalTime>
  <Words>3751</Words>
  <Application>Microsoft Office PowerPoint</Application>
  <PresentationFormat>Custom</PresentationFormat>
  <Paragraphs>616</Paragraphs>
  <Slides>49</Slides>
  <Notes>46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Arial</vt:lpstr>
      <vt:lpstr>Arial Black</vt:lpstr>
      <vt:lpstr>Calibri</vt:lpstr>
      <vt:lpstr>Candara</vt:lpstr>
      <vt:lpstr>Courier New</vt:lpstr>
      <vt:lpstr>Gill Sans</vt:lpstr>
      <vt:lpstr>Tahoma</vt:lpstr>
      <vt:lpstr>Times</vt:lpstr>
      <vt:lpstr>Wingdings</vt:lpstr>
      <vt:lpstr>SyntraWestBase</vt:lpstr>
      <vt:lpstr>PowerPoint Presentation</vt:lpstr>
      <vt:lpstr>PowerPoint Presentation</vt:lpstr>
      <vt:lpstr>PowerPoint Presentation</vt:lpstr>
      <vt:lpstr>Wie bereidt de testen voor?</vt:lpstr>
      <vt:lpstr>Wie voert de testen uit?</vt:lpstr>
      <vt:lpstr>Ad hoc testing</vt:lpstr>
      <vt:lpstr>Verkennend Testen (UK Exploratory testing)</vt:lpstr>
      <vt:lpstr>Tegenstrijdige aanpakken</vt:lpstr>
      <vt:lpstr>Tegenstrijdige aanpakken</vt:lpstr>
      <vt:lpstr>Tegenstrijdige aanpakken</vt:lpstr>
      <vt:lpstr>Samenvatting</vt:lpstr>
      <vt:lpstr>Checken versus Testen</vt:lpstr>
      <vt:lpstr>PowerPoint Presentation</vt:lpstr>
      <vt:lpstr>PowerPoint Presentation</vt:lpstr>
      <vt:lpstr>Het hangt ervan af</vt:lpstr>
      <vt:lpstr>Uitgeschreven versus Verkennend testen</vt:lpstr>
      <vt:lpstr>Uitgeschreven versus Verkennend testen</vt:lpstr>
      <vt:lpstr>Het ‘probleem’ van verkennend testen</vt:lpstr>
      <vt:lpstr>Stap voor stap naar Verkennend Testen</vt:lpstr>
      <vt:lpstr>Stap voor stap naar Verkennend Testen</vt:lpstr>
      <vt:lpstr>Testen in een notedop</vt:lpstr>
      <vt:lpstr>Verkennend testen in een notedop</vt:lpstr>
      <vt:lpstr>Uitgeschreven testen in een notedop</vt:lpstr>
      <vt:lpstr>De waarheid over modellen</vt:lpstr>
      <vt:lpstr>Een meer realistisch model</vt:lpstr>
      <vt:lpstr>Verkennend testen in een Agile omgeving</vt:lpstr>
      <vt:lpstr>Oefening – hoeveel test scenario’s?</vt:lpstr>
      <vt:lpstr>Project information</vt:lpstr>
      <vt:lpstr>Input van A</vt:lpstr>
      <vt:lpstr>A&lt;50?</vt:lpstr>
      <vt:lpstr>Bewaar A</vt:lpstr>
      <vt:lpstr>Stop</vt:lpstr>
      <vt:lpstr>Static testing</vt:lpstr>
      <vt:lpstr>Static testing</vt:lpstr>
      <vt:lpstr>Dynamic testing</vt:lpstr>
      <vt:lpstr>Dynamic testing</vt:lpstr>
      <vt:lpstr>Twee frameworks voor verkennend testen</vt:lpstr>
      <vt:lpstr>Framework 1 – In / Out</vt:lpstr>
      <vt:lpstr>Framework 2 – Gedrag</vt:lpstr>
      <vt:lpstr>Een voorbeeld van een state diagram</vt:lpstr>
      <vt:lpstr>White Box testing</vt:lpstr>
      <vt:lpstr>White Box testing</vt:lpstr>
      <vt:lpstr>Black Box testing</vt:lpstr>
      <vt:lpstr>Black Box testing</vt:lpstr>
      <vt:lpstr>PowerPoint Presentation</vt:lpstr>
      <vt:lpstr>Gray Box testing</vt:lpstr>
      <vt:lpstr>Agile testing</vt:lpstr>
      <vt:lpstr>Agile testing</vt:lpstr>
      <vt:lpstr>Een voorbeeld uit de praktijk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335</cp:revision>
  <dcterms:created xsi:type="dcterms:W3CDTF">2020-09-23T07:49:56Z</dcterms:created>
  <dcterms:modified xsi:type="dcterms:W3CDTF">2021-11-15T08:22:44Z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