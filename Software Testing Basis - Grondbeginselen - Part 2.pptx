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8"/>
  </p:notesMasterIdLst>
  <p:sldIdLst>
    <p:sldId id="265" r:id="rId5"/>
    <p:sldId id="266" r:id="rId6"/>
    <p:sldId id="267" r:id="rId7"/>
    <p:sldId id="816" r:id="rId8"/>
    <p:sldId id="817" r:id="rId9"/>
    <p:sldId id="793" r:id="rId10"/>
    <p:sldId id="794" r:id="rId11"/>
    <p:sldId id="840" r:id="rId12"/>
    <p:sldId id="811" r:id="rId13"/>
    <p:sldId id="819" r:id="rId14"/>
    <p:sldId id="820" r:id="rId15"/>
    <p:sldId id="821" r:id="rId16"/>
    <p:sldId id="823" r:id="rId17"/>
    <p:sldId id="824" r:id="rId18"/>
    <p:sldId id="825" r:id="rId19"/>
    <p:sldId id="826" r:id="rId20"/>
    <p:sldId id="832" r:id="rId21"/>
    <p:sldId id="833" r:id="rId22"/>
    <p:sldId id="834" r:id="rId23"/>
    <p:sldId id="829" r:id="rId24"/>
    <p:sldId id="830" r:id="rId25"/>
    <p:sldId id="828" r:id="rId26"/>
    <p:sldId id="831" r:id="rId27"/>
    <p:sldId id="835" r:id="rId28"/>
    <p:sldId id="851" r:id="rId29"/>
    <p:sldId id="855" r:id="rId30"/>
    <p:sldId id="856" r:id="rId31"/>
    <p:sldId id="857" r:id="rId32"/>
    <p:sldId id="858" r:id="rId33"/>
    <p:sldId id="859" r:id="rId34"/>
    <p:sldId id="860" r:id="rId35"/>
    <p:sldId id="861" r:id="rId36"/>
    <p:sldId id="862" r:id="rId37"/>
    <p:sldId id="863" r:id="rId38"/>
    <p:sldId id="864" r:id="rId39"/>
    <p:sldId id="836" r:id="rId40"/>
    <p:sldId id="837" r:id="rId41"/>
    <p:sldId id="795" r:id="rId42"/>
    <p:sldId id="838" r:id="rId43"/>
    <p:sldId id="839" r:id="rId44"/>
    <p:sldId id="843" r:id="rId45"/>
    <p:sldId id="844" r:id="rId46"/>
    <p:sldId id="845" r:id="rId47"/>
    <p:sldId id="846" r:id="rId48"/>
    <p:sldId id="847" r:id="rId49"/>
    <p:sldId id="848" r:id="rId50"/>
    <p:sldId id="849" r:id="rId51"/>
    <p:sldId id="841" r:id="rId52"/>
    <p:sldId id="842" r:id="rId53"/>
    <p:sldId id="850" r:id="rId54"/>
    <p:sldId id="853" r:id="rId55"/>
    <p:sldId id="852" r:id="rId56"/>
    <p:sldId id="854" r:id="rId57"/>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5" autoAdjust="0"/>
    <p:restoredTop sz="63058" autoAdjust="0"/>
  </p:normalViewPr>
  <p:slideViewPr>
    <p:cSldViewPr>
      <p:cViewPr varScale="1">
        <p:scale>
          <a:sx n="69" d="100"/>
          <a:sy n="69" d="100"/>
        </p:scale>
        <p:origin x="2382" y="4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7E577F-3070-4041-A643-AD63C19782C3}" type="doc">
      <dgm:prSet loTypeId="urn:microsoft.com/office/officeart/2005/8/layout/StepDownProcess" loCatId="process" qsTypeId="urn:microsoft.com/office/officeart/2005/8/quickstyle/simple1" qsCatId="simple" csTypeId="urn:microsoft.com/office/officeart/2005/8/colors/accent1_2" csCatId="accent1" phldr="1"/>
      <dgm:spPr/>
    </dgm:pt>
    <dgm:pt modelId="{A61B5002-2E74-4C69-91D4-2AF7FEA29BB4}">
      <dgm:prSet phldrT="[Text]"/>
      <dgm:spPr/>
      <dgm:t>
        <a:bodyPr/>
        <a:lstStyle/>
        <a:p>
          <a:r>
            <a:rPr lang="en-GB"/>
            <a:t>Component / Unit Test</a:t>
          </a:r>
          <a:endParaRPr lang="en-US"/>
        </a:p>
      </dgm:t>
    </dgm:pt>
    <dgm:pt modelId="{4A33AEB3-8503-4A5F-ACC9-4466171796DF}" type="parTrans" cxnId="{F309E748-FEB2-42EF-884B-47EF7E0030BA}">
      <dgm:prSet/>
      <dgm:spPr/>
      <dgm:t>
        <a:bodyPr/>
        <a:lstStyle/>
        <a:p>
          <a:endParaRPr lang="en-US"/>
        </a:p>
      </dgm:t>
    </dgm:pt>
    <dgm:pt modelId="{5FD7A2EB-E922-4FCE-BE58-C780393DC17B}" type="sibTrans" cxnId="{F309E748-FEB2-42EF-884B-47EF7E0030BA}">
      <dgm:prSet/>
      <dgm:spPr/>
      <dgm:t>
        <a:bodyPr/>
        <a:lstStyle/>
        <a:p>
          <a:endParaRPr lang="en-US"/>
        </a:p>
      </dgm:t>
    </dgm:pt>
    <dgm:pt modelId="{4C0ECD90-EF28-4D62-81AC-7A8EC626EF5F}">
      <dgm:prSet phldrT="[Text]"/>
      <dgm:spPr/>
      <dgm:t>
        <a:bodyPr/>
        <a:lstStyle/>
        <a:p>
          <a:r>
            <a:rPr lang="en-GB"/>
            <a:t>Integratie test</a:t>
          </a:r>
          <a:endParaRPr lang="en-US"/>
        </a:p>
      </dgm:t>
    </dgm:pt>
    <dgm:pt modelId="{D6E28466-E8E4-470C-80A6-F060AD8955F4}" type="parTrans" cxnId="{C8241916-AE95-4B5C-8671-19F443EC485A}">
      <dgm:prSet/>
      <dgm:spPr/>
      <dgm:t>
        <a:bodyPr/>
        <a:lstStyle/>
        <a:p>
          <a:endParaRPr lang="en-US"/>
        </a:p>
      </dgm:t>
    </dgm:pt>
    <dgm:pt modelId="{8876D404-BD4B-415A-B2F6-139D8D1E0FF7}" type="sibTrans" cxnId="{C8241916-AE95-4B5C-8671-19F443EC485A}">
      <dgm:prSet/>
      <dgm:spPr/>
      <dgm:t>
        <a:bodyPr/>
        <a:lstStyle/>
        <a:p>
          <a:endParaRPr lang="en-US"/>
        </a:p>
      </dgm:t>
    </dgm:pt>
    <dgm:pt modelId="{9F527B99-B502-45FD-B5A4-6652633694B4}">
      <dgm:prSet phldrT="[Text]"/>
      <dgm:spPr/>
      <dgm:t>
        <a:bodyPr/>
        <a:lstStyle/>
        <a:p>
          <a:r>
            <a:rPr lang="en-GB"/>
            <a:t>Acceptatie test</a:t>
          </a:r>
          <a:endParaRPr lang="en-US"/>
        </a:p>
      </dgm:t>
    </dgm:pt>
    <dgm:pt modelId="{20BF27A8-E201-4A90-A203-CEE422EC779E}" type="parTrans" cxnId="{BE1F4B59-B002-4060-B76C-2115D79750AD}">
      <dgm:prSet/>
      <dgm:spPr/>
      <dgm:t>
        <a:bodyPr/>
        <a:lstStyle/>
        <a:p>
          <a:endParaRPr lang="en-US"/>
        </a:p>
      </dgm:t>
    </dgm:pt>
    <dgm:pt modelId="{FF2509F8-B51B-4CDD-87BE-086427AF49F8}" type="sibTrans" cxnId="{BE1F4B59-B002-4060-B76C-2115D79750AD}">
      <dgm:prSet/>
      <dgm:spPr/>
      <dgm:t>
        <a:bodyPr/>
        <a:lstStyle/>
        <a:p>
          <a:endParaRPr lang="en-US"/>
        </a:p>
      </dgm:t>
    </dgm:pt>
    <dgm:pt modelId="{A0F6B66F-AAE4-42F0-BBA7-74D88CE76790}">
      <dgm:prSet phldrT="[Text]"/>
      <dgm:spPr/>
      <dgm:t>
        <a:bodyPr/>
        <a:lstStyle/>
        <a:p>
          <a:r>
            <a:rPr lang="en-GB"/>
            <a:t>Systeem test</a:t>
          </a:r>
          <a:endParaRPr lang="en-US"/>
        </a:p>
      </dgm:t>
    </dgm:pt>
    <dgm:pt modelId="{DA2294FF-3858-4F5A-9E8B-D2C5A5FF747E}" type="parTrans" cxnId="{D7776F4F-7B1A-4274-89D5-ECEEB6F47D8A}">
      <dgm:prSet/>
      <dgm:spPr/>
      <dgm:t>
        <a:bodyPr/>
        <a:lstStyle/>
        <a:p>
          <a:endParaRPr lang="en-US"/>
        </a:p>
      </dgm:t>
    </dgm:pt>
    <dgm:pt modelId="{907577FB-EB7A-461D-A78C-F2C05DBF9CBA}" type="sibTrans" cxnId="{D7776F4F-7B1A-4274-89D5-ECEEB6F47D8A}">
      <dgm:prSet/>
      <dgm:spPr/>
      <dgm:t>
        <a:bodyPr/>
        <a:lstStyle/>
        <a:p>
          <a:endParaRPr lang="en-US"/>
        </a:p>
      </dgm:t>
    </dgm:pt>
    <dgm:pt modelId="{BDCF3D97-DC04-440C-9783-5858C99CA55A}" type="pres">
      <dgm:prSet presAssocID="{337E577F-3070-4041-A643-AD63C19782C3}" presName="rootnode" presStyleCnt="0">
        <dgm:presLayoutVars>
          <dgm:chMax/>
          <dgm:chPref/>
          <dgm:dir/>
          <dgm:animLvl val="lvl"/>
        </dgm:presLayoutVars>
      </dgm:prSet>
      <dgm:spPr/>
    </dgm:pt>
    <dgm:pt modelId="{65530B76-1972-4C4E-AB37-F7467F032B97}" type="pres">
      <dgm:prSet presAssocID="{A61B5002-2E74-4C69-91D4-2AF7FEA29BB4}" presName="composite" presStyleCnt="0"/>
      <dgm:spPr/>
    </dgm:pt>
    <dgm:pt modelId="{48F6782C-A4DD-47DB-A0B6-9E339AEAF3D1}" type="pres">
      <dgm:prSet presAssocID="{A61B5002-2E74-4C69-91D4-2AF7FEA29BB4}" presName="bentUpArrow1" presStyleLbl="alignImgPlace1" presStyleIdx="0" presStyleCnt="3"/>
      <dgm:spPr/>
    </dgm:pt>
    <dgm:pt modelId="{8DABB2F2-D5E5-477E-9604-CEC71FA7E70A}" type="pres">
      <dgm:prSet presAssocID="{A61B5002-2E74-4C69-91D4-2AF7FEA29BB4}" presName="ParentText" presStyleLbl="node1" presStyleIdx="0" presStyleCnt="4">
        <dgm:presLayoutVars>
          <dgm:chMax val="1"/>
          <dgm:chPref val="1"/>
          <dgm:bulletEnabled val="1"/>
        </dgm:presLayoutVars>
      </dgm:prSet>
      <dgm:spPr/>
    </dgm:pt>
    <dgm:pt modelId="{91431A4D-278A-406D-A3FD-0ADABB337643}" type="pres">
      <dgm:prSet presAssocID="{A61B5002-2E74-4C69-91D4-2AF7FEA29BB4}" presName="ChildText" presStyleLbl="revTx" presStyleIdx="0" presStyleCnt="3">
        <dgm:presLayoutVars>
          <dgm:chMax val="0"/>
          <dgm:chPref val="0"/>
          <dgm:bulletEnabled val="1"/>
        </dgm:presLayoutVars>
      </dgm:prSet>
      <dgm:spPr/>
    </dgm:pt>
    <dgm:pt modelId="{B80AD21B-3881-49D0-8AC9-1CAD2A0F08C8}" type="pres">
      <dgm:prSet presAssocID="{5FD7A2EB-E922-4FCE-BE58-C780393DC17B}" presName="sibTrans" presStyleCnt="0"/>
      <dgm:spPr/>
    </dgm:pt>
    <dgm:pt modelId="{0D47EE4E-2B38-421F-B1AC-F78B2E6B41A6}" type="pres">
      <dgm:prSet presAssocID="{4C0ECD90-EF28-4D62-81AC-7A8EC626EF5F}" presName="composite" presStyleCnt="0"/>
      <dgm:spPr/>
    </dgm:pt>
    <dgm:pt modelId="{E894CD5A-9109-49D7-AC6E-EC366B51B551}" type="pres">
      <dgm:prSet presAssocID="{4C0ECD90-EF28-4D62-81AC-7A8EC626EF5F}" presName="bentUpArrow1" presStyleLbl="alignImgPlace1" presStyleIdx="1" presStyleCnt="3"/>
      <dgm:spPr/>
    </dgm:pt>
    <dgm:pt modelId="{8960847C-44BA-4E65-97C0-C19798C52374}" type="pres">
      <dgm:prSet presAssocID="{4C0ECD90-EF28-4D62-81AC-7A8EC626EF5F}" presName="ParentText" presStyleLbl="node1" presStyleIdx="1" presStyleCnt="4">
        <dgm:presLayoutVars>
          <dgm:chMax val="1"/>
          <dgm:chPref val="1"/>
          <dgm:bulletEnabled val="1"/>
        </dgm:presLayoutVars>
      </dgm:prSet>
      <dgm:spPr/>
    </dgm:pt>
    <dgm:pt modelId="{7C51C01E-2438-4D11-BA82-C8847A65AF0F}" type="pres">
      <dgm:prSet presAssocID="{4C0ECD90-EF28-4D62-81AC-7A8EC626EF5F}" presName="ChildText" presStyleLbl="revTx" presStyleIdx="1" presStyleCnt="3">
        <dgm:presLayoutVars>
          <dgm:chMax val="0"/>
          <dgm:chPref val="0"/>
          <dgm:bulletEnabled val="1"/>
        </dgm:presLayoutVars>
      </dgm:prSet>
      <dgm:spPr/>
    </dgm:pt>
    <dgm:pt modelId="{7CBEE30D-0FB4-4BCB-82F0-1F65FCB9226B}" type="pres">
      <dgm:prSet presAssocID="{8876D404-BD4B-415A-B2F6-139D8D1E0FF7}" presName="sibTrans" presStyleCnt="0"/>
      <dgm:spPr/>
    </dgm:pt>
    <dgm:pt modelId="{BA8239D8-0C7A-45C8-AA96-07B5DF4DAA55}" type="pres">
      <dgm:prSet presAssocID="{A0F6B66F-AAE4-42F0-BBA7-74D88CE76790}" presName="composite" presStyleCnt="0"/>
      <dgm:spPr/>
    </dgm:pt>
    <dgm:pt modelId="{A38150FC-B86A-477F-966D-CD5C6493BD07}" type="pres">
      <dgm:prSet presAssocID="{A0F6B66F-AAE4-42F0-BBA7-74D88CE76790}" presName="bentUpArrow1" presStyleLbl="alignImgPlace1" presStyleIdx="2" presStyleCnt="3"/>
      <dgm:spPr/>
    </dgm:pt>
    <dgm:pt modelId="{90A8C10A-D0B9-41B2-8DED-9EED4037F693}" type="pres">
      <dgm:prSet presAssocID="{A0F6B66F-AAE4-42F0-BBA7-74D88CE76790}" presName="ParentText" presStyleLbl="node1" presStyleIdx="2" presStyleCnt="4">
        <dgm:presLayoutVars>
          <dgm:chMax val="1"/>
          <dgm:chPref val="1"/>
          <dgm:bulletEnabled val="1"/>
        </dgm:presLayoutVars>
      </dgm:prSet>
      <dgm:spPr/>
    </dgm:pt>
    <dgm:pt modelId="{1E08E310-B6D7-4D3F-B141-E4EFE6146136}" type="pres">
      <dgm:prSet presAssocID="{A0F6B66F-AAE4-42F0-BBA7-74D88CE76790}" presName="ChildText" presStyleLbl="revTx" presStyleIdx="2" presStyleCnt="3">
        <dgm:presLayoutVars>
          <dgm:chMax val="0"/>
          <dgm:chPref val="0"/>
          <dgm:bulletEnabled val="1"/>
        </dgm:presLayoutVars>
      </dgm:prSet>
      <dgm:spPr/>
    </dgm:pt>
    <dgm:pt modelId="{3DD10C4F-4DFB-4D50-97C5-DE718C65A67E}" type="pres">
      <dgm:prSet presAssocID="{907577FB-EB7A-461D-A78C-F2C05DBF9CBA}" presName="sibTrans" presStyleCnt="0"/>
      <dgm:spPr/>
    </dgm:pt>
    <dgm:pt modelId="{697C9A48-0C7B-4D98-B06D-5842289C182D}" type="pres">
      <dgm:prSet presAssocID="{9F527B99-B502-45FD-B5A4-6652633694B4}" presName="composite" presStyleCnt="0"/>
      <dgm:spPr/>
    </dgm:pt>
    <dgm:pt modelId="{CA4FE472-B03F-41CC-8880-BFCCB7CE9378}" type="pres">
      <dgm:prSet presAssocID="{9F527B99-B502-45FD-B5A4-6652633694B4}" presName="ParentText" presStyleLbl="node1" presStyleIdx="3" presStyleCnt="4">
        <dgm:presLayoutVars>
          <dgm:chMax val="1"/>
          <dgm:chPref val="1"/>
          <dgm:bulletEnabled val="1"/>
        </dgm:presLayoutVars>
      </dgm:prSet>
      <dgm:spPr/>
    </dgm:pt>
  </dgm:ptLst>
  <dgm:cxnLst>
    <dgm:cxn modelId="{E9C92800-4323-41F5-9713-0F65DAC23E84}" type="presOf" srcId="{A0F6B66F-AAE4-42F0-BBA7-74D88CE76790}" destId="{90A8C10A-D0B9-41B2-8DED-9EED4037F693}" srcOrd="0" destOrd="0" presId="urn:microsoft.com/office/officeart/2005/8/layout/StepDownProcess"/>
    <dgm:cxn modelId="{C8241916-AE95-4B5C-8671-19F443EC485A}" srcId="{337E577F-3070-4041-A643-AD63C19782C3}" destId="{4C0ECD90-EF28-4D62-81AC-7A8EC626EF5F}" srcOrd="1" destOrd="0" parTransId="{D6E28466-E8E4-470C-80A6-F060AD8955F4}" sibTransId="{8876D404-BD4B-415A-B2F6-139D8D1E0FF7}"/>
    <dgm:cxn modelId="{A91D231D-9640-46AB-B7AD-2C1865B9909B}" type="presOf" srcId="{4C0ECD90-EF28-4D62-81AC-7A8EC626EF5F}" destId="{8960847C-44BA-4E65-97C0-C19798C52374}" srcOrd="0" destOrd="0" presId="urn:microsoft.com/office/officeart/2005/8/layout/StepDownProcess"/>
    <dgm:cxn modelId="{F309E748-FEB2-42EF-884B-47EF7E0030BA}" srcId="{337E577F-3070-4041-A643-AD63C19782C3}" destId="{A61B5002-2E74-4C69-91D4-2AF7FEA29BB4}" srcOrd="0" destOrd="0" parTransId="{4A33AEB3-8503-4A5F-ACC9-4466171796DF}" sibTransId="{5FD7A2EB-E922-4FCE-BE58-C780393DC17B}"/>
    <dgm:cxn modelId="{D7776F4F-7B1A-4274-89D5-ECEEB6F47D8A}" srcId="{337E577F-3070-4041-A643-AD63C19782C3}" destId="{A0F6B66F-AAE4-42F0-BBA7-74D88CE76790}" srcOrd="2" destOrd="0" parTransId="{DA2294FF-3858-4F5A-9E8B-D2C5A5FF747E}" sibTransId="{907577FB-EB7A-461D-A78C-F2C05DBF9CBA}"/>
    <dgm:cxn modelId="{AA633979-F4AB-455E-8B5A-9CE01972B9B4}" type="presOf" srcId="{9F527B99-B502-45FD-B5A4-6652633694B4}" destId="{CA4FE472-B03F-41CC-8880-BFCCB7CE9378}" srcOrd="0" destOrd="0" presId="urn:microsoft.com/office/officeart/2005/8/layout/StepDownProcess"/>
    <dgm:cxn modelId="{BE1F4B59-B002-4060-B76C-2115D79750AD}" srcId="{337E577F-3070-4041-A643-AD63C19782C3}" destId="{9F527B99-B502-45FD-B5A4-6652633694B4}" srcOrd="3" destOrd="0" parTransId="{20BF27A8-E201-4A90-A203-CEE422EC779E}" sibTransId="{FF2509F8-B51B-4CDD-87BE-086427AF49F8}"/>
    <dgm:cxn modelId="{8C3CE099-8762-44CE-AFCA-FEA1DAD11962}" type="presOf" srcId="{A61B5002-2E74-4C69-91D4-2AF7FEA29BB4}" destId="{8DABB2F2-D5E5-477E-9604-CEC71FA7E70A}" srcOrd="0" destOrd="0" presId="urn:microsoft.com/office/officeart/2005/8/layout/StepDownProcess"/>
    <dgm:cxn modelId="{DA375AB6-1DDD-4FF1-95A1-2F2960318AE4}" type="presOf" srcId="{337E577F-3070-4041-A643-AD63C19782C3}" destId="{BDCF3D97-DC04-440C-9783-5858C99CA55A}" srcOrd="0" destOrd="0" presId="urn:microsoft.com/office/officeart/2005/8/layout/StepDownProcess"/>
    <dgm:cxn modelId="{72F90A4D-59F8-442A-81D5-A94D06D922A7}" type="presParOf" srcId="{BDCF3D97-DC04-440C-9783-5858C99CA55A}" destId="{65530B76-1972-4C4E-AB37-F7467F032B97}" srcOrd="0" destOrd="0" presId="urn:microsoft.com/office/officeart/2005/8/layout/StepDownProcess"/>
    <dgm:cxn modelId="{34F507C2-84A7-4109-805A-D3735B92D9D2}" type="presParOf" srcId="{65530B76-1972-4C4E-AB37-F7467F032B97}" destId="{48F6782C-A4DD-47DB-A0B6-9E339AEAF3D1}" srcOrd="0" destOrd="0" presId="urn:microsoft.com/office/officeart/2005/8/layout/StepDownProcess"/>
    <dgm:cxn modelId="{F90A0F16-29B3-4413-95AE-28A6296EAFBE}" type="presParOf" srcId="{65530B76-1972-4C4E-AB37-F7467F032B97}" destId="{8DABB2F2-D5E5-477E-9604-CEC71FA7E70A}" srcOrd="1" destOrd="0" presId="urn:microsoft.com/office/officeart/2005/8/layout/StepDownProcess"/>
    <dgm:cxn modelId="{250959FF-87E1-40EA-A97C-FDD44274B65C}" type="presParOf" srcId="{65530B76-1972-4C4E-AB37-F7467F032B97}" destId="{91431A4D-278A-406D-A3FD-0ADABB337643}" srcOrd="2" destOrd="0" presId="urn:microsoft.com/office/officeart/2005/8/layout/StepDownProcess"/>
    <dgm:cxn modelId="{1C91495A-665C-491A-BEFB-885B20D733C8}" type="presParOf" srcId="{BDCF3D97-DC04-440C-9783-5858C99CA55A}" destId="{B80AD21B-3881-49D0-8AC9-1CAD2A0F08C8}" srcOrd="1" destOrd="0" presId="urn:microsoft.com/office/officeart/2005/8/layout/StepDownProcess"/>
    <dgm:cxn modelId="{D986630E-7263-4C8A-8E3E-3985D45B3203}" type="presParOf" srcId="{BDCF3D97-DC04-440C-9783-5858C99CA55A}" destId="{0D47EE4E-2B38-421F-B1AC-F78B2E6B41A6}" srcOrd="2" destOrd="0" presId="urn:microsoft.com/office/officeart/2005/8/layout/StepDownProcess"/>
    <dgm:cxn modelId="{9C847562-DE19-4F48-B452-08850005A565}" type="presParOf" srcId="{0D47EE4E-2B38-421F-B1AC-F78B2E6B41A6}" destId="{E894CD5A-9109-49D7-AC6E-EC366B51B551}" srcOrd="0" destOrd="0" presId="urn:microsoft.com/office/officeart/2005/8/layout/StepDownProcess"/>
    <dgm:cxn modelId="{1F66B5C6-872E-4A30-B309-AAE2BF2B0835}" type="presParOf" srcId="{0D47EE4E-2B38-421F-B1AC-F78B2E6B41A6}" destId="{8960847C-44BA-4E65-97C0-C19798C52374}" srcOrd="1" destOrd="0" presId="urn:microsoft.com/office/officeart/2005/8/layout/StepDownProcess"/>
    <dgm:cxn modelId="{C5E07617-8576-4DA3-B80F-D3147FA1A67E}" type="presParOf" srcId="{0D47EE4E-2B38-421F-B1AC-F78B2E6B41A6}" destId="{7C51C01E-2438-4D11-BA82-C8847A65AF0F}" srcOrd="2" destOrd="0" presId="urn:microsoft.com/office/officeart/2005/8/layout/StepDownProcess"/>
    <dgm:cxn modelId="{D30068DA-D5D0-4D99-86BA-A7357CD4EEA4}" type="presParOf" srcId="{BDCF3D97-DC04-440C-9783-5858C99CA55A}" destId="{7CBEE30D-0FB4-4BCB-82F0-1F65FCB9226B}" srcOrd="3" destOrd="0" presId="urn:microsoft.com/office/officeart/2005/8/layout/StepDownProcess"/>
    <dgm:cxn modelId="{97317EBC-BE92-4FA8-8291-CF658FCCB5F1}" type="presParOf" srcId="{BDCF3D97-DC04-440C-9783-5858C99CA55A}" destId="{BA8239D8-0C7A-45C8-AA96-07B5DF4DAA55}" srcOrd="4" destOrd="0" presId="urn:microsoft.com/office/officeart/2005/8/layout/StepDownProcess"/>
    <dgm:cxn modelId="{97F8FC2D-F8D3-488C-912F-BAD3D58ACE7F}" type="presParOf" srcId="{BA8239D8-0C7A-45C8-AA96-07B5DF4DAA55}" destId="{A38150FC-B86A-477F-966D-CD5C6493BD07}" srcOrd="0" destOrd="0" presId="urn:microsoft.com/office/officeart/2005/8/layout/StepDownProcess"/>
    <dgm:cxn modelId="{5F319D5F-3326-4607-AF66-1BA39C9DAB13}" type="presParOf" srcId="{BA8239D8-0C7A-45C8-AA96-07B5DF4DAA55}" destId="{90A8C10A-D0B9-41B2-8DED-9EED4037F693}" srcOrd="1" destOrd="0" presId="urn:microsoft.com/office/officeart/2005/8/layout/StepDownProcess"/>
    <dgm:cxn modelId="{D0A321DD-0C78-40CF-ABE3-284DC7F38FC4}" type="presParOf" srcId="{BA8239D8-0C7A-45C8-AA96-07B5DF4DAA55}" destId="{1E08E310-B6D7-4D3F-B141-E4EFE6146136}" srcOrd="2" destOrd="0" presId="urn:microsoft.com/office/officeart/2005/8/layout/StepDownProcess"/>
    <dgm:cxn modelId="{23F7F50B-B63E-49C3-95F8-A8331C29CDE6}" type="presParOf" srcId="{BDCF3D97-DC04-440C-9783-5858C99CA55A}" destId="{3DD10C4F-4DFB-4D50-97C5-DE718C65A67E}" srcOrd="5" destOrd="0" presId="urn:microsoft.com/office/officeart/2005/8/layout/StepDownProcess"/>
    <dgm:cxn modelId="{35D1403F-4156-4CD9-B514-84E286627F17}" type="presParOf" srcId="{BDCF3D97-DC04-440C-9783-5858C99CA55A}" destId="{697C9A48-0C7B-4D98-B06D-5842289C182D}" srcOrd="6" destOrd="0" presId="urn:microsoft.com/office/officeart/2005/8/layout/StepDownProcess"/>
    <dgm:cxn modelId="{A4A1932A-2503-4F91-BBBD-B3617B4843A1}" type="presParOf" srcId="{697C9A48-0C7B-4D98-B06D-5842289C182D}" destId="{CA4FE472-B03F-41CC-8880-BFCCB7CE9378}"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B4C899-D8B0-40CD-88F5-766FDDAF3AB7}"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US"/>
        </a:p>
      </dgm:t>
    </dgm:pt>
    <dgm:pt modelId="{DFF9CCEB-823C-4ED4-9893-E52825B0D4FC}">
      <dgm:prSet phldrT="[Text]"/>
      <dgm:spPr/>
      <dgm:t>
        <a:bodyPr/>
        <a:lstStyle/>
        <a:p>
          <a:r>
            <a:rPr lang="en-GB"/>
            <a:t>Test ontwerp</a:t>
          </a:r>
          <a:endParaRPr lang="en-US"/>
        </a:p>
      </dgm:t>
    </dgm:pt>
    <dgm:pt modelId="{822C6E94-3A3B-4CC6-8B89-7F5EE48B8863}" type="parTrans" cxnId="{1AECD0F8-75F7-46FE-8ED6-D4478E19CDCF}">
      <dgm:prSet/>
      <dgm:spPr/>
      <dgm:t>
        <a:bodyPr/>
        <a:lstStyle/>
        <a:p>
          <a:endParaRPr lang="en-US"/>
        </a:p>
      </dgm:t>
    </dgm:pt>
    <dgm:pt modelId="{58F27D62-8A33-421E-B7DD-9379E94DEC96}" type="sibTrans" cxnId="{1AECD0F8-75F7-46FE-8ED6-D4478E19CDCF}">
      <dgm:prSet/>
      <dgm:spPr/>
      <dgm:t>
        <a:bodyPr/>
        <a:lstStyle/>
        <a:p>
          <a:endParaRPr lang="en-US"/>
        </a:p>
      </dgm:t>
    </dgm:pt>
    <dgm:pt modelId="{6738F073-4162-45F9-8D75-527210787759}">
      <dgm:prSet phldrT="[Text]"/>
      <dgm:spPr/>
      <dgm:t>
        <a:bodyPr/>
        <a:lstStyle/>
        <a:p>
          <a:r>
            <a:rPr lang="en-GB"/>
            <a:t>Wie doet het?</a:t>
          </a:r>
        </a:p>
        <a:p>
          <a:r>
            <a:rPr lang="en-GB"/>
            <a:t>Wat wil je testen?</a:t>
          </a:r>
          <a:endParaRPr lang="en-US"/>
        </a:p>
      </dgm:t>
    </dgm:pt>
    <dgm:pt modelId="{DF88CC17-8ADC-4D08-BF44-2B32A2217DC5}" type="parTrans" cxnId="{F00ADF7D-03E1-48EA-9EA6-E7E8236748C6}">
      <dgm:prSet/>
      <dgm:spPr/>
      <dgm:t>
        <a:bodyPr/>
        <a:lstStyle/>
        <a:p>
          <a:endParaRPr lang="en-US"/>
        </a:p>
      </dgm:t>
    </dgm:pt>
    <dgm:pt modelId="{0E5E7D57-31A7-490A-9079-8C176DAF294A}" type="sibTrans" cxnId="{F00ADF7D-03E1-48EA-9EA6-E7E8236748C6}">
      <dgm:prSet/>
      <dgm:spPr/>
      <dgm:t>
        <a:bodyPr/>
        <a:lstStyle/>
        <a:p>
          <a:endParaRPr lang="en-US"/>
        </a:p>
      </dgm:t>
    </dgm:pt>
    <dgm:pt modelId="{0B462730-4481-4AEB-ACE9-2AF03367A973}">
      <dgm:prSet phldrT="[Text]"/>
      <dgm:spPr/>
      <dgm:t>
        <a:bodyPr/>
        <a:lstStyle/>
        <a:p>
          <a:r>
            <a:rPr lang="en-GB"/>
            <a:t>Test uitvoering</a:t>
          </a:r>
          <a:endParaRPr lang="en-US"/>
        </a:p>
      </dgm:t>
    </dgm:pt>
    <dgm:pt modelId="{CFC7713E-2BA2-469C-B4ED-5012803472AE}" type="parTrans" cxnId="{4595CCC4-9694-43E6-BDA9-9038154121F3}">
      <dgm:prSet/>
      <dgm:spPr/>
      <dgm:t>
        <a:bodyPr/>
        <a:lstStyle/>
        <a:p>
          <a:endParaRPr lang="en-US"/>
        </a:p>
      </dgm:t>
    </dgm:pt>
    <dgm:pt modelId="{EEA049EA-EC45-4A9C-AC44-8E41F982CA85}" type="sibTrans" cxnId="{4595CCC4-9694-43E6-BDA9-9038154121F3}">
      <dgm:prSet/>
      <dgm:spPr/>
      <dgm:t>
        <a:bodyPr/>
        <a:lstStyle/>
        <a:p>
          <a:endParaRPr lang="en-US"/>
        </a:p>
      </dgm:t>
    </dgm:pt>
    <dgm:pt modelId="{187BC571-847B-4AE0-9F79-7E8AD5DF5B79}">
      <dgm:prSet phldrT="[Text]"/>
      <dgm:spPr/>
      <dgm:t>
        <a:bodyPr/>
        <a:lstStyle/>
        <a:p>
          <a:r>
            <a:rPr lang="en-GB"/>
            <a:t>Hoe ga je het uitschrijven?</a:t>
          </a:r>
          <a:endParaRPr lang="en-US"/>
        </a:p>
      </dgm:t>
    </dgm:pt>
    <dgm:pt modelId="{DB5FD430-E7EB-44D9-84CC-CBB78D55738D}" type="parTrans" cxnId="{CB9126EE-F8FC-4E9E-8CBC-3B6175225F2E}">
      <dgm:prSet/>
      <dgm:spPr/>
      <dgm:t>
        <a:bodyPr/>
        <a:lstStyle/>
        <a:p>
          <a:endParaRPr lang="en-US"/>
        </a:p>
      </dgm:t>
    </dgm:pt>
    <dgm:pt modelId="{89FD5BBD-05A4-4DAA-876A-C0A2F5D528D4}" type="sibTrans" cxnId="{CB9126EE-F8FC-4E9E-8CBC-3B6175225F2E}">
      <dgm:prSet/>
      <dgm:spPr/>
      <dgm:t>
        <a:bodyPr/>
        <a:lstStyle/>
        <a:p>
          <a:endParaRPr lang="en-US"/>
        </a:p>
      </dgm:t>
    </dgm:pt>
    <dgm:pt modelId="{A38542E7-7C05-4A44-B195-1925CCA3ACE9}">
      <dgm:prSet phldrT="[Text]"/>
      <dgm:spPr/>
      <dgm:t>
        <a:bodyPr/>
        <a:lstStyle/>
        <a:p>
          <a:r>
            <a:rPr lang="en-GB"/>
            <a:t>Wie doet het?</a:t>
          </a:r>
        </a:p>
        <a:p>
          <a:r>
            <a:rPr lang="en-GB"/>
            <a:t>De doelstelling is duidelijk</a:t>
          </a:r>
          <a:endParaRPr lang="en-US"/>
        </a:p>
      </dgm:t>
    </dgm:pt>
    <dgm:pt modelId="{4545E9F2-DF0F-4916-ACEE-710C0D171209}" type="parTrans" cxnId="{2B6DA0E7-2F30-4C45-B1C7-806E4CBDC948}">
      <dgm:prSet/>
      <dgm:spPr/>
      <dgm:t>
        <a:bodyPr/>
        <a:lstStyle/>
        <a:p>
          <a:endParaRPr lang="en-US"/>
        </a:p>
      </dgm:t>
    </dgm:pt>
    <dgm:pt modelId="{5171E538-46C3-42D5-876C-9B0F63E957F5}" type="sibTrans" cxnId="{2B6DA0E7-2F30-4C45-B1C7-806E4CBDC948}">
      <dgm:prSet/>
      <dgm:spPr/>
      <dgm:t>
        <a:bodyPr/>
        <a:lstStyle/>
        <a:p>
          <a:endParaRPr lang="en-US"/>
        </a:p>
      </dgm:t>
    </dgm:pt>
    <dgm:pt modelId="{8B34BD8F-7C8B-4443-BBF2-3F8218F33CF7}">
      <dgm:prSet phldrT="[Text]"/>
      <dgm:spPr/>
      <dgm:t>
        <a:bodyPr/>
        <a:lstStyle/>
        <a:p>
          <a:r>
            <a:rPr lang="en-GB"/>
            <a:t>Wijk je ervan af?</a:t>
          </a:r>
          <a:endParaRPr lang="en-US"/>
        </a:p>
      </dgm:t>
    </dgm:pt>
    <dgm:pt modelId="{E0BA9CBE-A26B-45BA-9757-6261BFCA9E4A}" type="parTrans" cxnId="{83B4A90F-2EC1-4568-824B-960A1C072592}">
      <dgm:prSet/>
      <dgm:spPr/>
      <dgm:t>
        <a:bodyPr/>
        <a:lstStyle/>
        <a:p>
          <a:endParaRPr lang="en-US"/>
        </a:p>
      </dgm:t>
    </dgm:pt>
    <dgm:pt modelId="{5EFA9B59-3BA9-4313-B620-BF7523B70EB6}" type="sibTrans" cxnId="{83B4A90F-2EC1-4568-824B-960A1C072592}">
      <dgm:prSet/>
      <dgm:spPr/>
      <dgm:t>
        <a:bodyPr/>
        <a:lstStyle/>
        <a:p>
          <a:endParaRPr lang="en-US"/>
        </a:p>
      </dgm:t>
    </dgm:pt>
    <dgm:pt modelId="{F3380522-5ECA-44AA-B5FF-72E7DE365CE2}" type="pres">
      <dgm:prSet presAssocID="{CBB4C899-D8B0-40CD-88F5-766FDDAF3AB7}" presName="Name0" presStyleCnt="0">
        <dgm:presLayoutVars>
          <dgm:chMax val="5"/>
          <dgm:chPref val="5"/>
          <dgm:dir/>
          <dgm:animLvl val="lvl"/>
        </dgm:presLayoutVars>
      </dgm:prSet>
      <dgm:spPr/>
    </dgm:pt>
    <dgm:pt modelId="{73D71289-9E11-4F53-A184-429BA9507F8F}" type="pres">
      <dgm:prSet presAssocID="{DFF9CCEB-823C-4ED4-9893-E52825B0D4FC}" presName="parentText1" presStyleLbl="node1" presStyleIdx="0" presStyleCnt="2">
        <dgm:presLayoutVars>
          <dgm:chMax/>
          <dgm:chPref val="3"/>
          <dgm:bulletEnabled val="1"/>
        </dgm:presLayoutVars>
      </dgm:prSet>
      <dgm:spPr/>
    </dgm:pt>
    <dgm:pt modelId="{CD5DE8D0-F82F-4073-AE84-163AD3B5A619}" type="pres">
      <dgm:prSet presAssocID="{DFF9CCEB-823C-4ED4-9893-E52825B0D4FC}" presName="childText1" presStyleLbl="solidAlignAcc1" presStyleIdx="0" presStyleCnt="2">
        <dgm:presLayoutVars>
          <dgm:chMax val="0"/>
          <dgm:chPref val="0"/>
          <dgm:bulletEnabled val="1"/>
        </dgm:presLayoutVars>
      </dgm:prSet>
      <dgm:spPr/>
    </dgm:pt>
    <dgm:pt modelId="{F5E6222D-5E3C-4443-AA0F-A4CB7EDEF743}" type="pres">
      <dgm:prSet presAssocID="{0B462730-4481-4AEB-ACE9-2AF03367A973}" presName="parentText2" presStyleLbl="node1" presStyleIdx="1" presStyleCnt="2">
        <dgm:presLayoutVars>
          <dgm:chMax/>
          <dgm:chPref val="3"/>
          <dgm:bulletEnabled val="1"/>
        </dgm:presLayoutVars>
      </dgm:prSet>
      <dgm:spPr/>
    </dgm:pt>
    <dgm:pt modelId="{23D68363-D8B5-489D-A97F-FA5CC4549C87}" type="pres">
      <dgm:prSet presAssocID="{0B462730-4481-4AEB-ACE9-2AF03367A973}" presName="childText2" presStyleLbl="solidAlignAcc1" presStyleIdx="1" presStyleCnt="2">
        <dgm:presLayoutVars>
          <dgm:chMax val="0"/>
          <dgm:chPref val="0"/>
          <dgm:bulletEnabled val="1"/>
        </dgm:presLayoutVars>
      </dgm:prSet>
      <dgm:spPr/>
    </dgm:pt>
  </dgm:ptLst>
  <dgm:cxnLst>
    <dgm:cxn modelId="{83B4A90F-2EC1-4568-824B-960A1C072592}" srcId="{0B462730-4481-4AEB-ACE9-2AF03367A973}" destId="{8B34BD8F-7C8B-4443-BBF2-3F8218F33CF7}" srcOrd="1" destOrd="0" parTransId="{E0BA9CBE-A26B-45BA-9757-6261BFCA9E4A}" sibTransId="{5EFA9B59-3BA9-4313-B620-BF7523B70EB6}"/>
    <dgm:cxn modelId="{EEFE5E1B-F956-40AC-9B66-1851D5618F71}" type="presOf" srcId="{6738F073-4162-45F9-8D75-527210787759}" destId="{CD5DE8D0-F82F-4073-AE84-163AD3B5A619}" srcOrd="0" destOrd="0" presId="urn:microsoft.com/office/officeart/2009/3/layout/IncreasingArrowsProcess"/>
    <dgm:cxn modelId="{56DA6326-CE13-4532-9ADB-2784693458FD}" type="presOf" srcId="{187BC571-847B-4AE0-9F79-7E8AD5DF5B79}" destId="{CD5DE8D0-F82F-4073-AE84-163AD3B5A619}" srcOrd="0" destOrd="1" presId="urn:microsoft.com/office/officeart/2009/3/layout/IncreasingArrowsProcess"/>
    <dgm:cxn modelId="{EBB9AA36-972B-4767-BE0F-5360194A2077}" type="presOf" srcId="{8B34BD8F-7C8B-4443-BBF2-3F8218F33CF7}" destId="{23D68363-D8B5-489D-A97F-FA5CC4549C87}" srcOrd="0" destOrd="1" presId="urn:microsoft.com/office/officeart/2009/3/layout/IncreasingArrowsProcess"/>
    <dgm:cxn modelId="{F00ADF7D-03E1-48EA-9EA6-E7E8236748C6}" srcId="{DFF9CCEB-823C-4ED4-9893-E52825B0D4FC}" destId="{6738F073-4162-45F9-8D75-527210787759}" srcOrd="0" destOrd="0" parTransId="{DF88CC17-8ADC-4D08-BF44-2B32A2217DC5}" sibTransId="{0E5E7D57-31A7-490A-9079-8C176DAF294A}"/>
    <dgm:cxn modelId="{DB32E28C-6AB8-4E82-97D1-CE16CF518648}" type="presOf" srcId="{CBB4C899-D8B0-40CD-88F5-766FDDAF3AB7}" destId="{F3380522-5ECA-44AA-B5FF-72E7DE365CE2}" srcOrd="0" destOrd="0" presId="urn:microsoft.com/office/officeart/2009/3/layout/IncreasingArrowsProcess"/>
    <dgm:cxn modelId="{2E29839B-DFBC-4748-92A7-620D9F0C6598}" type="presOf" srcId="{DFF9CCEB-823C-4ED4-9893-E52825B0D4FC}" destId="{73D71289-9E11-4F53-A184-429BA9507F8F}" srcOrd="0" destOrd="0" presId="urn:microsoft.com/office/officeart/2009/3/layout/IncreasingArrowsProcess"/>
    <dgm:cxn modelId="{F5C886A6-242C-41D4-8F22-120459CE3F7B}" type="presOf" srcId="{0B462730-4481-4AEB-ACE9-2AF03367A973}" destId="{F5E6222D-5E3C-4443-AA0F-A4CB7EDEF743}" srcOrd="0" destOrd="0" presId="urn:microsoft.com/office/officeart/2009/3/layout/IncreasingArrowsProcess"/>
    <dgm:cxn modelId="{4595CCC4-9694-43E6-BDA9-9038154121F3}" srcId="{CBB4C899-D8B0-40CD-88F5-766FDDAF3AB7}" destId="{0B462730-4481-4AEB-ACE9-2AF03367A973}" srcOrd="1" destOrd="0" parTransId="{CFC7713E-2BA2-469C-B4ED-5012803472AE}" sibTransId="{EEA049EA-EC45-4A9C-AC44-8E41F982CA85}"/>
    <dgm:cxn modelId="{9E2947CE-E436-4F59-A64D-A3A75EB454EE}" type="presOf" srcId="{A38542E7-7C05-4A44-B195-1925CCA3ACE9}" destId="{23D68363-D8B5-489D-A97F-FA5CC4549C87}" srcOrd="0" destOrd="0" presId="urn:microsoft.com/office/officeart/2009/3/layout/IncreasingArrowsProcess"/>
    <dgm:cxn modelId="{2B6DA0E7-2F30-4C45-B1C7-806E4CBDC948}" srcId="{0B462730-4481-4AEB-ACE9-2AF03367A973}" destId="{A38542E7-7C05-4A44-B195-1925CCA3ACE9}" srcOrd="0" destOrd="0" parTransId="{4545E9F2-DF0F-4916-ACEE-710C0D171209}" sibTransId="{5171E538-46C3-42D5-876C-9B0F63E957F5}"/>
    <dgm:cxn modelId="{CB9126EE-F8FC-4E9E-8CBC-3B6175225F2E}" srcId="{DFF9CCEB-823C-4ED4-9893-E52825B0D4FC}" destId="{187BC571-847B-4AE0-9F79-7E8AD5DF5B79}" srcOrd="1" destOrd="0" parTransId="{DB5FD430-E7EB-44D9-84CC-CBB78D55738D}" sibTransId="{89FD5BBD-05A4-4DAA-876A-C0A2F5D528D4}"/>
    <dgm:cxn modelId="{1AECD0F8-75F7-46FE-8ED6-D4478E19CDCF}" srcId="{CBB4C899-D8B0-40CD-88F5-766FDDAF3AB7}" destId="{DFF9CCEB-823C-4ED4-9893-E52825B0D4FC}" srcOrd="0" destOrd="0" parTransId="{822C6E94-3A3B-4CC6-8B89-7F5EE48B8863}" sibTransId="{58F27D62-8A33-421E-B7DD-9379E94DEC96}"/>
    <dgm:cxn modelId="{A1E4A0EE-2B24-44BC-B068-D31A6FFECF8F}" type="presParOf" srcId="{F3380522-5ECA-44AA-B5FF-72E7DE365CE2}" destId="{73D71289-9E11-4F53-A184-429BA9507F8F}" srcOrd="0" destOrd="0" presId="urn:microsoft.com/office/officeart/2009/3/layout/IncreasingArrowsProcess"/>
    <dgm:cxn modelId="{E36717B4-54DD-46E4-90C8-B8ABC614D29F}" type="presParOf" srcId="{F3380522-5ECA-44AA-B5FF-72E7DE365CE2}" destId="{CD5DE8D0-F82F-4073-AE84-163AD3B5A619}" srcOrd="1" destOrd="0" presId="urn:microsoft.com/office/officeart/2009/3/layout/IncreasingArrowsProcess"/>
    <dgm:cxn modelId="{2F7B64E5-4063-46F9-AA3F-92B58D2A9F31}" type="presParOf" srcId="{F3380522-5ECA-44AA-B5FF-72E7DE365CE2}" destId="{F5E6222D-5E3C-4443-AA0F-A4CB7EDEF743}" srcOrd="2" destOrd="0" presId="urn:microsoft.com/office/officeart/2009/3/layout/IncreasingArrowsProcess"/>
    <dgm:cxn modelId="{46239D9C-5B11-48DA-B4D9-47127FFFF429}" type="presParOf" srcId="{F3380522-5ECA-44AA-B5FF-72E7DE365CE2}" destId="{23D68363-D8B5-489D-A97F-FA5CC4549C87}" srcOrd="3"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7E577F-3070-4041-A643-AD63C19782C3}" type="doc">
      <dgm:prSet loTypeId="urn:microsoft.com/office/officeart/2005/8/layout/StepDownProcess" loCatId="process" qsTypeId="urn:microsoft.com/office/officeart/2005/8/quickstyle/simple1" qsCatId="simple" csTypeId="urn:microsoft.com/office/officeart/2005/8/colors/accent1_2" csCatId="accent1" phldr="1"/>
      <dgm:spPr/>
    </dgm:pt>
    <dgm:pt modelId="{A61B5002-2E74-4C69-91D4-2AF7FEA29BB4}">
      <dgm:prSet phldrT="[Text]"/>
      <dgm:spPr/>
      <dgm:t>
        <a:bodyPr/>
        <a:lstStyle/>
        <a:p>
          <a:r>
            <a:rPr lang="en-GB"/>
            <a:t>Component / Unit Test</a:t>
          </a:r>
          <a:endParaRPr lang="en-US"/>
        </a:p>
      </dgm:t>
    </dgm:pt>
    <dgm:pt modelId="{4A33AEB3-8503-4A5F-ACC9-4466171796DF}" type="parTrans" cxnId="{F309E748-FEB2-42EF-884B-47EF7E0030BA}">
      <dgm:prSet/>
      <dgm:spPr/>
      <dgm:t>
        <a:bodyPr/>
        <a:lstStyle/>
        <a:p>
          <a:endParaRPr lang="en-US"/>
        </a:p>
      </dgm:t>
    </dgm:pt>
    <dgm:pt modelId="{5FD7A2EB-E922-4FCE-BE58-C780393DC17B}" type="sibTrans" cxnId="{F309E748-FEB2-42EF-884B-47EF7E0030BA}">
      <dgm:prSet/>
      <dgm:spPr/>
      <dgm:t>
        <a:bodyPr/>
        <a:lstStyle/>
        <a:p>
          <a:endParaRPr lang="en-US"/>
        </a:p>
      </dgm:t>
    </dgm:pt>
    <dgm:pt modelId="{4C0ECD90-EF28-4D62-81AC-7A8EC626EF5F}">
      <dgm:prSet phldrT="[Text]"/>
      <dgm:spPr/>
      <dgm:t>
        <a:bodyPr/>
        <a:lstStyle/>
        <a:p>
          <a:r>
            <a:rPr lang="en-GB"/>
            <a:t>Integratie test</a:t>
          </a:r>
          <a:endParaRPr lang="en-US"/>
        </a:p>
      </dgm:t>
    </dgm:pt>
    <dgm:pt modelId="{D6E28466-E8E4-470C-80A6-F060AD8955F4}" type="parTrans" cxnId="{C8241916-AE95-4B5C-8671-19F443EC485A}">
      <dgm:prSet/>
      <dgm:spPr/>
      <dgm:t>
        <a:bodyPr/>
        <a:lstStyle/>
        <a:p>
          <a:endParaRPr lang="en-US"/>
        </a:p>
      </dgm:t>
    </dgm:pt>
    <dgm:pt modelId="{8876D404-BD4B-415A-B2F6-139D8D1E0FF7}" type="sibTrans" cxnId="{C8241916-AE95-4B5C-8671-19F443EC485A}">
      <dgm:prSet/>
      <dgm:spPr/>
      <dgm:t>
        <a:bodyPr/>
        <a:lstStyle/>
        <a:p>
          <a:endParaRPr lang="en-US"/>
        </a:p>
      </dgm:t>
    </dgm:pt>
    <dgm:pt modelId="{9F527B99-B502-45FD-B5A4-6652633694B4}">
      <dgm:prSet phldrT="[Text]"/>
      <dgm:spPr/>
      <dgm:t>
        <a:bodyPr/>
        <a:lstStyle/>
        <a:p>
          <a:r>
            <a:rPr lang="en-GB"/>
            <a:t>Acceptatie test</a:t>
          </a:r>
          <a:endParaRPr lang="en-US"/>
        </a:p>
      </dgm:t>
    </dgm:pt>
    <dgm:pt modelId="{20BF27A8-E201-4A90-A203-CEE422EC779E}" type="parTrans" cxnId="{BE1F4B59-B002-4060-B76C-2115D79750AD}">
      <dgm:prSet/>
      <dgm:spPr/>
      <dgm:t>
        <a:bodyPr/>
        <a:lstStyle/>
        <a:p>
          <a:endParaRPr lang="en-US"/>
        </a:p>
      </dgm:t>
    </dgm:pt>
    <dgm:pt modelId="{FF2509F8-B51B-4CDD-87BE-086427AF49F8}" type="sibTrans" cxnId="{BE1F4B59-B002-4060-B76C-2115D79750AD}">
      <dgm:prSet/>
      <dgm:spPr/>
      <dgm:t>
        <a:bodyPr/>
        <a:lstStyle/>
        <a:p>
          <a:endParaRPr lang="en-US"/>
        </a:p>
      </dgm:t>
    </dgm:pt>
    <dgm:pt modelId="{A0F6B66F-AAE4-42F0-BBA7-74D88CE76790}">
      <dgm:prSet phldrT="[Text]"/>
      <dgm:spPr/>
      <dgm:t>
        <a:bodyPr/>
        <a:lstStyle/>
        <a:p>
          <a:r>
            <a:rPr lang="en-GB"/>
            <a:t>Systeem test</a:t>
          </a:r>
          <a:endParaRPr lang="en-US"/>
        </a:p>
      </dgm:t>
    </dgm:pt>
    <dgm:pt modelId="{DA2294FF-3858-4F5A-9E8B-D2C5A5FF747E}" type="parTrans" cxnId="{D7776F4F-7B1A-4274-89D5-ECEEB6F47D8A}">
      <dgm:prSet/>
      <dgm:spPr/>
      <dgm:t>
        <a:bodyPr/>
        <a:lstStyle/>
        <a:p>
          <a:endParaRPr lang="en-US"/>
        </a:p>
      </dgm:t>
    </dgm:pt>
    <dgm:pt modelId="{907577FB-EB7A-461D-A78C-F2C05DBF9CBA}" type="sibTrans" cxnId="{D7776F4F-7B1A-4274-89D5-ECEEB6F47D8A}">
      <dgm:prSet/>
      <dgm:spPr/>
      <dgm:t>
        <a:bodyPr/>
        <a:lstStyle/>
        <a:p>
          <a:endParaRPr lang="en-US"/>
        </a:p>
      </dgm:t>
    </dgm:pt>
    <dgm:pt modelId="{BDCF3D97-DC04-440C-9783-5858C99CA55A}" type="pres">
      <dgm:prSet presAssocID="{337E577F-3070-4041-A643-AD63C19782C3}" presName="rootnode" presStyleCnt="0">
        <dgm:presLayoutVars>
          <dgm:chMax/>
          <dgm:chPref/>
          <dgm:dir/>
          <dgm:animLvl val="lvl"/>
        </dgm:presLayoutVars>
      </dgm:prSet>
      <dgm:spPr/>
    </dgm:pt>
    <dgm:pt modelId="{65530B76-1972-4C4E-AB37-F7467F032B97}" type="pres">
      <dgm:prSet presAssocID="{A61B5002-2E74-4C69-91D4-2AF7FEA29BB4}" presName="composite" presStyleCnt="0"/>
      <dgm:spPr/>
    </dgm:pt>
    <dgm:pt modelId="{48F6782C-A4DD-47DB-A0B6-9E339AEAF3D1}" type="pres">
      <dgm:prSet presAssocID="{A61B5002-2E74-4C69-91D4-2AF7FEA29BB4}" presName="bentUpArrow1" presStyleLbl="alignImgPlace1" presStyleIdx="0" presStyleCnt="3"/>
      <dgm:spPr/>
    </dgm:pt>
    <dgm:pt modelId="{8DABB2F2-D5E5-477E-9604-CEC71FA7E70A}" type="pres">
      <dgm:prSet presAssocID="{A61B5002-2E74-4C69-91D4-2AF7FEA29BB4}" presName="ParentText" presStyleLbl="node1" presStyleIdx="0" presStyleCnt="4">
        <dgm:presLayoutVars>
          <dgm:chMax val="1"/>
          <dgm:chPref val="1"/>
          <dgm:bulletEnabled val="1"/>
        </dgm:presLayoutVars>
      </dgm:prSet>
      <dgm:spPr/>
    </dgm:pt>
    <dgm:pt modelId="{91431A4D-278A-406D-A3FD-0ADABB337643}" type="pres">
      <dgm:prSet presAssocID="{A61B5002-2E74-4C69-91D4-2AF7FEA29BB4}" presName="ChildText" presStyleLbl="revTx" presStyleIdx="0" presStyleCnt="3">
        <dgm:presLayoutVars>
          <dgm:chMax val="0"/>
          <dgm:chPref val="0"/>
          <dgm:bulletEnabled val="1"/>
        </dgm:presLayoutVars>
      </dgm:prSet>
      <dgm:spPr/>
    </dgm:pt>
    <dgm:pt modelId="{B80AD21B-3881-49D0-8AC9-1CAD2A0F08C8}" type="pres">
      <dgm:prSet presAssocID="{5FD7A2EB-E922-4FCE-BE58-C780393DC17B}" presName="sibTrans" presStyleCnt="0"/>
      <dgm:spPr/>
    </dgm:pt>
    <dgm:pt modelId="{0D47EE4E-2B38-421F-B1AC-F78B2E6B41A6}" type="pres">
      <dgm:prSet presAssocID="{4C0ECD90-EF28-4D62-81AC-7A8EC626EF5F}" presName="composite" presStyleCnt="0"/>
      <dgm:spPr/>
    </dgm:pt>
    <dgm:pt modelId="{E894CD5A-9109-49D7-AC6E-EC366B51B551}" type="pres">
      <dgm:prSet presAssocID="{4C0ECD90-EF28-4D62-81AC-7A8EC626EF5F}" presName="bentUpArrow1" presStyleLbl="alignImgPlace1" presStyleIdx="1" presStyleCnt="3"/>
      <dgm:spPr/>
    </dgm:pt>
    <dgm:pt modelId="{8960847C-44BA-4E65-97C0-C19798C52374}" type="pres">
      <dgm:prSet presAssocID="{4C0ECD90-EF28-4D62-81AC-7A8EC626EF5F}" presName="ParentText" presStyleLbl="node1" presStyleIdx="1" presStyleCnt="4">
        <dgm:presLayoutVars>
          <dgm:chMax val="1"/>
          <dgm:chPref val="1"/>
          <dgm:bulletEnabled val="1"/>
        </dgm:presLayoutVars>
      </dgm:prSet>
      <dgm:spPr/>
    </dgm:pt>
    <dgm:pt modelId="{7C51C01E-2438-4D11-BA82-C8847A65AF0F}" type="pres">
      <dgm:prSet presAssocID="{4C0ECD90-EF28-4D62-81AC-7A8EC626EF5F}" presName="ChildText" presStyleLbl="revTx" presStyleIdx="1" presStyleCnt="3">
        <dgm:presLayoutVars>
          <dgm:chMax val="0"/>
          <dgm:chPref val="0"/>
          <dgm:bulletEnabled val="1"/>
        </dgm:presLayoutVars>
      </dgm:prSet>
      <dgm:spPr/>
    </dgm:pt>
    <dgm:pt modelId="{7CBEE30D-0FB4-4BCB-82F0-1F65FCB9226B}" type="pres">
      <dgm:prSet presAssocID="{8876D404-BD4B-415A-B2F6-139D8D1E0FF7}" presName="sibTrans" presStyleCnt="0"/>
      <dgm:spPr/>
    </dgm:pt>
    <dgm:pt modelId="{BA8239D8-0C7A-45C8-AA96-07B5DF4DAA55}" type="pres">
      <dgm:prSet presAssocID="{A0F6B66F-AAE4-42F0-BBA7-74D88CE76790}" presName="composite" presStyleCnt="0"/>
      <dgm:spPr/>
    </dgm:pt>
    <dgm:pt modelId="{A38150FC-B86A-477F-966D-CD5C6493BD07}" type="pres">
      <dgm:prSet presAssocID="{A0F6B66F-AAE4-42F0-BBA7-74D88CE76790}" presName="bentUpArrow1" presStyleLbl="alignImgPlace1" presStyleIdx="2" presStyleCnt="3"/>
      <dgm:spPr/>
    </dgm:pt>
    <dgm:pt modelId="{90A8C10A-D0B9-41B2-8DED-9EED4037F693}" type="pres">
      <dgm:prSet presAssocID="{A0F6B66F-AAE4-42F0-BBA7-74D88CE76790}" presName="ParentText" presStyleLbl="node1" presStyleIdx="2" presStyleCnt="4">
        <dgm:presLayoutVars>
          <dgm:chMax val="1"/>
          <dgm:chPref val="1"/>
          <dgm:bulletEnabled val="1"/>
        </dgm:presLayoutVars>
      </dgm:prSet>
      <dgm:spPr/>
    </dgm:pt>
    <dgm:pt modelId="{1E08E310-B6D7-4D3F-B141-E4EFE6146136}" type="pres">
      <dgm:prSet presAssocID="{A0F6B66F-AAE4-42F0-BBA7-74D88CE76790}" presName="ChildText" presStyleLbl="revTx" presStyleIdx="2" presStyleCnt="3">
        <dgm:presLayoutVars>
          <dgm:chMax val="0"/>
          <dgm:chPref val="0"/>
          <dgm:bulletEnabled val="1"/>
        </dgm:presLayoutVars>
      </dgm:prSet>
      <dgm:spPr/>
    </dgm:pt>
    <dgm:pt modelId="{3DD10C4F-4DFB-4D50-97C5-DE718C65A67E}" type="pres">
      <dgm:prSet presAssocID="{907577FB-EB7A-461D-A78C-F2C05DBF9CBA}" presName="sibTrans" presStyleCnt="0"/>
      <dgm:spPr/>
    </dgm:pt>
    <dgm:pt modelId="{697C9A48-0C7B-4D98-B06D-5842289C182D}" type="pres">
      <dgm:prSet presAssocID="{9F527B99-B502-45FD-B5A4-6652633694B4}" presName="composite" presStyleCnt="0"/>
      <dgm:spPr/>
    </dgm:pt>
    <dgm:pt modelId="{CA4FE472-B03F-41CC-8880-BFCCB7CE9378}" type="pres">
      <dgm:prSet presAssocID="{9F527B99-B502-45FD-B5A4-6652633694B4}" presName="ParentText" presStyleLbl="node1" presStyleIdx="3" presStyleCnt="4">
        <dgm:presLayoutVars>
          <dgm:chMax val="1"/>
          <dgm:chPref val="1"/>
          <dgm:bulletEnabled val="1"/>
        </dgm:presLayoutVars>
      </dgm:prSet>
      <dgm:spPr/>
    </dgm:pt>
  </dgm:ptLst>
  <dgm:cxnLst>
    <dgm:cxn modelId="{E9C92800-4323-41F5-9713-0F65DAC23E84}" type="presOf" srcId="{A0F6B66F-AAE4-42F0-BBA7-74D88CE76790}" destId="{90A8C10A-D0B9-41B2-8DED-9EED4037F693}" srcOrd="0" destOrd="0" presId="urn:microsoft.com/office/officeart/2005/8/layout/StepDownProcess"/>
    <dgm:cxn modelId="{C8241916-AE95-4B5C-8671-19F443EC485A}" srcId="{337E577F-3070-4041-A643-AD63C19782C3}" destId="{4C0ECD90-EF28-4D62-81AC-7A8EC626EF5F}" srcOrd="1" destOrd="0" parTransId="{D6E28466-E8E4-470C-80A6-F060AD8955F4}" sibTransId="{8876D404-BD4B-415A-B2F6-139D8D1E0FF7}"/>
    <dgm:cxn modelId="{A91D231D-9640-46AB-B7AD-2C1865B9909B}" type="presOf" srcId="{4C0ECD90-EF28-4D62-81AC-7A8EC626EF5F}" destId="{8960847C-44BA-4E65-97C0-C19798C52374}" srcOrd="0" destOrd="0" presId="urn:microsoft.com/office/officeart/2005/8/layout/StepDownProcess"/>
    <dgm:cxn modelId="{F309E748-FEB2-42EF-884B-47EF7E0030BA}" srcId="{337E577F-3070-4041-A643-AD63C19782C3}" destId="{A61B5002-2E74-4C69-91D4-2AF7FEA29BB4}" srcOrd="0" destOrd="0" parTransId="{4A33AEB3-8503-4A5F-ACC9-4466171796DF}" sibTransId="{5FD7A2EB-E922-4FCE-BE58-C780393DC17B}"/>
    <dgm:cxn modelId="{D7776F4F-7B1A-4274-89D5-ECEEB6F47D8A}" srcId="{337E577F-3070-4041-A643-AD63C19782C3}" destId="{A0F6B66F-AAE4-42F0-BBA7-74D88CE76790}" srcOrd="2" destOrd="0" parTransId="{DA2294FF-3858-4F5A-9E8B-D2C5A5FF747E}" sibTransId="{907577FB-EB7A-461D-A78C-F2C05DBF9CBA}"/>
    <dgm:cxn modelId="{AA633979-F4AB-455E-8B5A-9CE01972B9B4}" type="presOf" srcId="{9F527B99-B502-45FD-B5A4-6652633694B4}" destId="{CA4FE472-B03F-41CC-8880-BFCCB7CE9378}" srcOrd="0" destOrd="0" presId="urn:microsoft.com/office/officeart/2005/8/layout/StepDownProcess"/>
    <dgm:cxn modelId="{BE1F4B59-B002-4060-B76C-2115D79750AD}" srcId="{337E577F-3070-4041-A643-AD63C19782C3}" destId="{9F527B99-B502-45FD-B5A4-6652633694B4}" srcOrd="3" destOrd="0" parTransId="{20BF27A8-E201-4A90-A203-CEE422EC779E}" sibTransId="{FF2509F8-B51B-4CDD-87BE-086427AF49F8}"/>
    <dgm:cxn modelId="{8C3CE099-8762-44CE-AFCA-FEA1DAD11962}" type="presOf" srcId="{A61B5002-2E74-4C69-91D4-2AF7FEA29BB4}" destId="{8DABB2F2-D5E5-477E-9604-CEC71FA7E70A}" srcOrd="0" destOrd="0" presId="urn:microsoft.com/office/officeart/2005/8/layout/StepDownProcess"/>
    <dgm:cxn modelId="{DA375AB6-1DDD-4FF1-95A1-2F2960318AE4}" type="presOf" srcId="{337E577F-3070-4041-A643-AD63C19782C3}" destId="{BDCF3D97-DC04-440C-9783-5858C99CA55A}" srcOrd="0" destOrd="0" presId="urn:microsoft.com/office/officeart/2005/8/layout/StepDownProcess"/>
    <dgm:cxn modelId="{72F90A4D-59F8-442A-81D5-A94D06D922A7}" type="presParOf" srcId="{BDCF3D97-DC04-440C-9783-5858C99CA55A}" destId="{65530B76-1972-4C4E-AB37-F7467F032B97}" srcOrd="0" destOrd="0" presId="urn:microsoft.com/office/officeart/2005/8/layout/StepDownProcess"/>
    <dgm:cxn modelId="{34F507C2-84A7-4109-805A-D3735B92D9D2}" type="presParOf" srcId="{65530B76-1972-4C4E-AB37-F7467F032B97}" destId="{48F6782C-A4DD-47DB-A0B6-9E339AEAF3D1}" srcOrd="0" destOrd="0" presId="urn:microsoft.com/office/officeart/2005/8/layout/StepDownProcess"/>
    <dgm:cxn modelId="{F90A0F16-29B3-4413-95AE-28A6296EAFBE}" type="presParOf" srcId="{65530B76-1972-4C4E-AB37-F7467F032B97}" destId="{8DABB2F2-D5E5-477E-9604-CEC71FA7E70A}" srcOrd="1" destOrd="0" presId="urn:microsoft.com/office/officeart/2005/8/layout/StepDownProcess"/>
    <dgm:cxn modelId="{250959FF-87E1-40EA-A97C-FDD44274B65C}" type="presParOf" srcId="{65530B76-1972-4C4E-AB37-F7467F032B97}" destId="{91431A4D-278A-406D-A3FD-0ADABB337643}" srcOrd="2" destOrd="0" presId="urn:microsoft.com/office/officeart/2005/8/layout/StepDownProcess"/>
    <dgm:cxn modelId="{1C91495A-665C-491A-BEFB-885B20D733C8}" type="presParOf" srcId="{BDCF3D97-DC04-440C-9783-5858C99CA55A}" destId="{B80AD21B-3881-49D0-8AC9-1CAD2A0F08C8}" srcOrd="1" destOrd="0" presId="urn:microsoft.com/office/officeart/2005/8/layout/StepDownProcess"/>
    <dgm:cxn modelId="{D986630E-7263-4C8A-8E3E-3985D45B3203}" type="presParOf" srcId="{BDCF3D97-DC04-440C-9783-5858C99CA55A}" destId="{0D47EE4E-2B38-421F-B1AC-F78B2E6B41A6}" srcOrd="2" destOrd="0" presId="urn:microsoft.com/office/officeart/2005/8/layout/StepDownProcess"/>
    <dgm:cxn modelId="{9C847562-DE19-4F48-B452-08850005A565}" type="presParOf" srcId="{0D47EE4E-2B38-421F-B1AC-F78B2E6B41A6}" destId="{E894CD5A-9109-49D7-AC6E-EC366B51B551}" srcOrd="0" destOrd="0" presId="urn:microsoft.com/office/officeart/2005/8/layout/StepDownProcess"/>
    <dgm:cxn modelId="{1F66B5C6-872E-4A30-B309-AAE2BF2B0835}" type="presParOf" srcId="{0D47EE4E-2B38-421F-B1AC-F78B2E6B41A6}" destId="{8960847C-44BA-4E65-97C0-C19798C52374}" srcOrd="1" destOrd="0" presId="urn:microsoft.com/office/officeart/2005/8/layout/StepDownProcess"/>
    <dgm:cxn modelId="{C5E07617-8576-4DA3-B80F-D3147FA1A67E}" type="presParOf" srcId="{0D47EE4E-2B38-421F-B1AC-F78B2E6B41A6}" destId="{7C51C01E-2438-4D11-BA82-C8847A65AF0F}" srcOrd="2" destOrd="0" presId="urn:microsoft.com/office/officeart/2005/8/layout/StepDownProcess"/>
    <dgm:cxn modelId="{D30068DA-D5D0-4D99-86BA-A7357CD4EEA4}" type="presParOf" srcId="{BDCF3D97-DC04-440C-9783-5858C99CA55A}" destId="{7CBEE30D-0FB4-4BCB-82F0-1F65FCB9226B}" srcOrd="3" destOrd="0" presId="urn:microsoft.com/office/officeart/2005/8/layout/StepDownProcess"/>
    <dgm:cxn modelId="{97317EBC-BE92-4FA8-8291-CF658FCCB5F1}" type="presParOf" srcId="{BDCF3D97-DC04-440C-9783-5858C99CA55A}" destId="{BA8239D8-0C7A-45C8-AA96-07B5DF4DAA55}" srcOrd="4" destOrd="0" presId="urn:microsoft.com/office/officeart/2005/8/layout/StepDownProcess"/>
    <dgm:cxn modelId="{97F8FC2D-F8D3-488C-912F-BAD3D58ACE7F}" type="presParOf" srcId="{BA8239D8-0C7A-45C8-AA96-07B5DF4DAA55}" destId="{A38150FC-B86A-477F-966D-CD5C6493BD07}" srcOrd="0" destOrd="0" presId="urn:microsoft.com/office/officeart/2005/8/layout/StepDownProcess"/>
    <dgm:cxn modelId="{5F319D5F-3326-4607-AF66-1BA39C9DAB13}" type="presParOf" srcId="{BA8239D8-0C7A-45C8-AA96-07B5DF4DAA55}" destId="{90A8C10A-D0B9-41B2-8DED-9EED4037F693}" srcOrd="1" destOrd="0" presId="urn:microsoft.com/office/officeart/2005/8/layout/StepDownProcess"/>
    <dgm:cxn modelId="{D0A321DD-0C78-40CF-ABE3-284DC7F38FC4}" type="presParOf" srcId="{BA8239D8-0C7A-45C8-AA96-07B5DF4DAA55}" destId="{1E08E310-B6D7-4D3F-B141-E4EFE6146136}" srcOrd="2" destOrd="0" presId="urn:microsoft.com/office/officeart/2005/8/layout/StepDownProcess"/>
    <dgm:cxn modelId="{23F7F50B-B63E-49C3-95F8-A8331C29CDE6}" type="presParOf" srcId="{BDCF3D97-DC04-440C-9783-5858C99CA55A}" destId="{3DD10C4F-4DFB-4D50-97C5-DE718C65A67E}" srcOrd="5" destOrd="0" presId="urn:microsoft.com/office/officeart/2005/8/layout/StepDownProcess"/>
    <dgm:cxn modelId="{35D1403F-4156-4CD9-B514-84E286627F17}" type="presParOf" srcId="{BDCF3D97-DC04-440C-9783-5858C99CA55A}" destId="{697C9A48-0C7B-4D98-B06D-5842289C182D}" srcOrd="6" destOrd="0" presId="urn:microsoft.com/office/officeart/2005/8/layout/StepDownProcess"/>
    <dgm:cxn modelId="{A4A1932A-2503-4F91-BBBD-B3617B4843A1}" type="presParOf" srcId="{697C9A48-0C7B-4D98-B06D-5842289C182D}" destId="{CA4FE472-B03F-41CC-8880-BFCCB7CE9378}"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7E577F-3070-4041-A643-AD63C19782C3}" type="doc">
      <dgm:prSet loTypeId="urn:microsoft.com/office/officeart/2005/8/layout/StepDownProcess" loCatId="process" qsTypeId="urn:microsoft.com/office/officeart/2005/8/quickstyle/simple1" qsCatId="simple" csTypeId="urn:microsoft.com/office/officeart/2005/8/colors/accent1_2" csCatId="accent1" phldr="1"/>
      <dgm:spPr/>
    </dgm:pt>
    <dgm:pt modelId="{A61B5002-2E74-4C69-91D4-2AF7FEA29BB4}">
      <dgm:prSet phldrT="[Text]"/>
      <dgm:spPr/>
      <dgm:t>
        <a:bodyPr/>
        <a:lstStyle/>
        <a:p>
          <a:r>
            <a:rPr lang="en-GB"/>
            <a:t>Component / Unit Test</a:t>
          </a:r>
          <a:endParaRPr lang="en-US"/>
        </a:p>
      </dgm:t>
    </dgm:pt>
    <dgm:pt modelId="{4A33AEB3-8503-4A5F-ACC9-4466171796DF}" type="parTrans" cxnId="{F309E748-FEB2-42EF-884B-47EF7E0030BA}">
      <dgm:prSet/>
      <dgm:spPr/>
      <dgm:t>
        <a:bodyPr/>
        <a:lstStyle/>
        <a:p>
          <a:endParaRPr lang="en-US"/>
        </a:p>
      </dgm:t>
    </dgm:pt>
    <dgm:pt modelId="{5FD7A2EB-E922-4FCE-BE58-C780393DC17B}" type="sibTrans" cxnId="{F309E748-FEB2-42EF-884B-47EF7E0030BA}">
      <dgm:prSet/>
      <dgm:spPr/>
      <dgm:t>
        <a:bodyPr/>
        <a:lstStyle/>
        <a:p>
          <a:endParaRPr lang="en-US"/>
        </a:p>
      </dgm:t>
    </dgm:pt>
    <dgm:pt modelId="{4C0ECD90-EF28-4D62-81AC-7A8EC626EF5F}">
      <dgm:prSet phldrT="[Text]"/>
      <dgm:spPr/>
      <dgm:t>
        <a:bodyPr/>
        <a:lstStyle/>
        <a:p>
          <a:r>
            <a:rPr lang="en-GB"/>
            <a:t>Integratie test</a:t>
          </a:r>
          <a:endParaRPr lang="en-US"/>
        </a:p>
      </dgm:t>
    </dgm:pt>
    <dgm:pt modelId="{D6E28466-E8E4-470C-80A6-F060AD8955F4}" type="parTrans" cxnId="{C8241916-AE95-4B5C-8671-19F443EC485A}">
      <dgm:prSet/>
      <dgm:spPr/>
      <dgm:t>
        <a:bodyPr/>
        <a:lstStyle/>
        <a:p>
          <a:endParaRPr lang="en-US"/>
        </a:p>
      </dgm:t>
    </dgm:pt>
    <dgm:pt modelId="{8876D404-BD4B-415A-B2F6-139D8D1E0FF7}" type="sibTrans" cxnId="{C8241916-AE95-4B5C-8671-19F443EC485A}">
      <dgm:prSet/>
      <dgm:spPr/>
      <dgm:t>
        <a:bodyPr/>
        <a:lstStyle/>
        <a:p>
          <a:endParaRPr lang="en-US"/>
        </a:p>
      </dgm:t>
    </dgm:pt>
    <dgm:pt modelId="{9F527B99-B502-45FD-B5A4-6652633694B4}">
      <dgm:prSet phldrT="[Text]"/>
      <dgm:spPr/>
      <dgm:t>
        <a:bodyPr/>
        <a:lstStyle/>
        <a:p>
          <a:r>
            <a:rPr lang="en-GB"/>
            <a:t>Acceptatie test</a:t>
          </a:r>
          <a:endParaRPr lang="en-US"/>
        </a:p>
      </dgm:t>
    </dgm:pt>
    <dgm:pt modelId="{20BF27A8-E201-4A90-A203-CEE422EC779E}" type="parTrans" cxnId="{BE1F4B59-B002-4060-B76C-2115D79750AD}">
      <dgm:prSet/>
      <dgm:spPr/>
      <dgm:t>
        <a:bodyPr/>
        <a:lstStyle/>
        <a:p>
          <a:endParaRPr lang="en-US"/>
        </a:p>
      </dgm:t>
    </dgm:pt>
    <dgm:pt modelId="{FF2509F8-B51B-4CDD-87BE-086427AF49F8}" type="sibTrans" cxnId="{BE1F4B59-B002-4060-B76C-2115D79750AD}">
      <dgm:prSet/>
      <dgm:spPr/>
      <dgm:t>
        <a:bodyPr/>
        <a:lstStyle/>
        <a:p>
          <a:endParaRPr lang="en-US"/>
        </a:p>
      </dgm:t>
    </dgm:pt>
    <dgm:pt modelId="{A0F6B66F-AAE4-42F0-BBA7-74D88CE76790}">
      <dgm:prSet phldrT="[Text]"/>
      <dgm:spPr/>
      <dgm:t>
        <a:bodyPr/>
        <a:lstStyle/>
        <a:p>
          <a:r>
            <a:rPr lang="en-GB"/>
            <a:t>Systeem test</a:t>
          </a:r>
          <a:endParaRPr lang="en-US"/>
        </a:p>
      </dgm:t>
    </dgm:pt>
    <dgm:pt modelId="{DA2294FF-3858-4F5A-9E8B-D2C5A5FF747E}" type="parTrans" cxnId="{D7776F4F-7B1A-4274-89D5-ECEEB6F47D8A}">
      <dgm:prSet/>
      <dgm:spPr/>
      <dgm:t>
        <a:bodyPr/>
        <a:lstStyle/>
        <a:p>
          <a:endParaRPr lang="en-US"/>
        </a:p>
      </dgm:t>
    </dgm:pt>
    <dgm:pt modelId="{907577FB-EB7A-461D-A78C-F2C05DBF9CBA}" type="sibTrans" cxnId="{D7776F4F-7B1A-4274-89D5-ECEEB6F47D8A}">
      <dgm:prSet/>
      <dgm:spPr/>
      <dgm:t>
        <a:bodyPr/>
        <a:lstStyle/>
        <a:p>
          <a:endParaRPr lang="en-US"/>
        </a:p>
      </dgm:t>
    </dgm:pt>
    <dgm:pt modelId="{BDCF3D97-DC04-440C-9783-5858C99CA55A}" type="pres">
      <dgm:prSet presAssocID="{337E577F-3070-4041-A643-AD63C19782C3}" presName="rootnode" presStyleCnt="0">
        <dgm:presLayoutVars>
          <dgm:chMax/>
          <dgm:chPref/>
          <dgm:dir/>
          <dgm:animLvl val="lvl"/>
        </dgm:presLayoutVars>
      </dgm:prSet>
      <dgm:spPr/>
    </dgm:pt>
    <dgm:pt modelId="{65530B76-1972-4C4E-AB37-F7467F032B97}" type="pres">
      <dgm:prSet presAssocID="{A61B5002-2E74-4C69-91D4-2AF7FEA29BB4}" presName="composite" presStyleCnt="0"/>
      <dgm:spPr/>
    </dgm:pt>
    <dgm:pt modelId="{48F6782C-A4DD-47DB-A0B6-9E339AEAF3D1}" type="pres">
      <dgm:prSet presAssocID="{A61B5002-2E74-4C69-91D4-2AF7FEA29BB4}" presName="bentUpArrow1" presStyleLbl="alignImgPlace1" presStyleIdx="0" presStyleCnt="3"/>
      <dgm:spPr/>
    </dgm:pt>
    <dgm:pt modelId="{8DABB2F2-D5E5-477E-9604-CEC71FA7E70A}" type="pres">
      <dgm:prSet presAssocID="{A61B5002-2E74-4C69-91D4-2AF7FEA29BB4}" presName="ParentText" presStyleLbl="node1" presStyleIdx="0" presStyleCnt="4">
        <dgm:presLayoutVars>
          <dgm:chMax val="1"/>
          <dgm:chPref val="1"/>
          <dgm:bulletEnabled val="1"/>
        </dgm:presLayoutVars>
      </dgm:prSet>
      <dgm:spPr/>
    </dgm:pt>
    <dgm:pt modelId="{91431A4D-278A-406D-A3FD-0ADABB337643}" type="pres">
      <dgm:prSet presAssocID="{A61B5002-2E74-4C69-91D4-2AF7FEA29BB4}" presName="ChildText" presStyleLbl="revTx" presStyleIdx="0" presStyleCnt="3">
        <dgm:presLayoutVars>
          <dgm:chMax val="0"/>
          <dgm:chPref val="0"/>
          <dgm:bulletEnabled val="1"/>
        </dgm:presLayoutVars>
      </dgm:prSet>
      <dgm:spPr/>
    </dgm:pt>
    <dgm:pt modelId="{B80AD21B-3881-49D0-8AC9-1CAD2A0F08C8}" type="pres">
      <dgm:prSet presAssocID="{5FD7A2EB-E922-4FCE-BE58-C780393DC17B}" presName="sibTrans" presStyleCnt="0"/>
      <dgm:spPr/>
    </dgm:pt>
    <dgm:pt modelId="{0D47EE4E-2B38-421F-B1AC-F78B2E6B41A6}" type="pres">
      <dgm:prSet presAssocID="{4C0ECD90-EF28-4D62-81AC-7A8EC626EF5F}" presName="composite" presStyleCnt="0"/>
      <dgm:spPr/>
    </dgm:pt>
    <dgm:pt modelId="{E894CD5A-9109-49D7-AC6E-EC366B51B551}" type="pres">
      <dgm:prSet presAssocID="{4C0ECD90-EF28-4D62-81AC-7A8EC626EF5F}" presName="bentUpArrow1" presStyleLbl="alignImgPlace1" presStyleIdx="1" presStyleCnt="3"/>
      <dgm:spPr/>
    </dgm:pt>
    <dgm:pt modelId="{8960847C-44BA-4E65-97C0-C19798C52374}" type="pres">
      <dgm:prSet presAssocID="{4C0ECD90-EF28-4D62-81AC-7A8EC626EF5F}" presName="ParentText" presStyleLbl="node1" presStyleIdx="1" presStyleCnt="4">
        <dgm:presLayoutVars>
          <dgm:chMax val="1"/>
          <dgm:chPref val="1"/>
          <dgm:bulletEnabled val="1"/>
        </dgm:presLayoutVars>
      </dgm:prSet>
      <dgm:spPr/>
    </dgm:pt>
    <dgm:pt modelId="{7C51C01E-2438-4D11-BA82-C8847A65AF0F}" type="pres">
      <dgm:prSet presAssocID="{4C0ECD90-EF28-4D62-81AC-7A8EC626EF5F}" presName="ChildText" presStyleLbl="revTx" presStyleIdx="1" presStyleCnt="3">
        <dgm:presLayoutVars>
          <dgm:chMax val="0"/>
          <dgm:chPref val="0"/>
          <dgm:bulletEnabled val="1"/>
        </dgm:presLayoutVars>
      </dgm:prSet>
      <dgm:spPr/>
    </dgm:pt>
    <dgm:pt modelId="{7CBEE30D-0FB4-4BCB-82F0-1F65FCB9226B}" type="pres">
      <dgm:prSet presAssocID="{8876D404-BD4B-415A-B2F6-139D8D1E0FF7}" presName="sibTrans" presStyleCnt="0"/>
      <dgm:spPr/>
    </dgm:pt>
    <dgm:pt modelId="{BA8239D8-0C7A-45C8-AA96-07B5DF4DAA55}" type="pres">
      <dgm:prSet presAssocID="{A0F6B66F-AAE4-42F0-BBA7-74D88CE76790}" presName="composite" presStyleCnt="0"/>
      <dgm:spPr/>
    </dgm:pt>
    <dgm:pt modelId="{A38150FC-B86A-477F-966D-CD5C6493BD07}" type="pres">
      <dgm:prSet presAssocID="{A0F6B66F-AAE4-42F0-BBA7-74D88CE76790}" presName="bentUpArrow1" presStyleLbl="alignImgPlace1" presStyleIdx="2" presStyleCnt="3"/>
      <dgm:spPr/>
    </dgm:pt>
    <dgm:pt modelId="{90A8C10A-D0B9-41B2-8DED-9EED4037F693}" type="pres">
      <dgm:prSet presAssocID="{A0F6B66F-AAE4-42F0-BBA7-74D88CE76790}" presName="ParentText" presStyleLbl="node1" presStyleIdx="2" presStyleCnt="4">
        <dgm:presLayoutVars>
          <dgm:chMax val="1"/>
          <dgm:chPref val="1"/>
          <dgm:bulletEnabled val="1"/>
        </dgm:presLayoutVars>
      </dgm:prSet>
      <dgm:spPr/>
    </dgm:pt>
    <dgm:pt modelId="{1E08E310-B6D7-4D3F-B141-E4EFE6146136}" type="pres">
      <dgm:prSet presAssocID="{A0F6B66F-AAE4-42F0-BBA7-74D88CE76790}" presName="ChildText" presStyleLbl="revTx" presStyleIdx="2" presStyleCnt="3">
        <dgm:presLayoutVars>
          <dgm:chMax val="0"/>
          <dgm:chPref val="0"/>
          <dgm:bulletEnabled val="1"/>
        </dgm:presLayoutVars>
      </dgm:prSet>
      <dgm:spPr/>
    </dgm:pt>
    <dgm:pt modelId="{3DD10C4F-4DFB-4D50-97C5-DE718C65A67E}" type="pres">
      <dgm:prSet presAssocID="{907577FB-EB7A-461D-A78C-F2C05DBF9CBA}" presName="sibTrans" presStyleCnt="0"/>
      <dgm:spPr/>
    </dgm:pt>
    <dgm:pt modelId="{697C9A48-0C7B-4D98-B06D-5842289C182D}" type="pres">
      <dgm:prSet presAssocID="{9F527B99-B502-45FD-B5A4-6652633694B4}" presName="composite" presStyleCnt="0"/>
      <dgm:spPr/>
    </dgm:pt>
    <dgm:pt modelId="{CA4FE472-B03F-41CC-8880-BFCCB7CE9378}" type="pres">
      <dgm:prSet presAssocID="{9F527B99-B502-45FD-B5A4-6652633694B4}" presName="ParentText" presStyleLbl="node1" presStyleIdx="3" presStyleCnt="4">
        <dgm:presLayoutVars>
          <dgm:chMax val="1"/>
          <dgm:chPref val="1"/>
          <dgm:bulletEnabled val="1"/>
        </dgm:presLayoutVars>
      </dgm:prSet>
      <dgm:spPr/>
    </dgm:pt>
  </dgm:ptLst>
  <dgm:cxnLst>
    <dgm:cxn modelId="{E9C92800-4323-41F5-9713-0F65DAC23E84}" type="presOf" srcId="{A0F6B66F-AAE4-42F0-BBA7-74D88CE76790}" destId="{90A8C10A-D0B9-41B2-8DED-9EED4037F693}" srcOrd="0" destOrd="0" presId="urn:microsoft.com/office/officeart/2005/8/layout/StepDownProcess"/>
    <dgm:cxn modelId="{C8241916-AE95-4B5C-8671-19F443EC485A}" srcId="{337E577F-3070-4041-A643-AD63C19782C3}" destId="{4C0ECD90-EF28-4D62-81AC-7A8EC626EF5F}" srcOrd="1" destOrd="0" parTransId="{D6E28466-E8E4-470C-80A6-F060AD8955F4}" sibTransId="{8876D404-BD4B-415A-B2F6-139D8D1E0FF7}"/>
    <dgm:cxn modelId="{A91D231D-9640-46AB-B7AD-2C1865B9909B}" type="presOf" srcId="{4C0ECD90-EF28-4D62-81AC-7A8EC626EF5F}" destId="{8960847C-44BA-4E65-97C0-C19798C52374}" srcOrd="0" destOrd="0" presId="urn:microsoft.com/office/officeart/2005/8/layout/StepDownProcess"/>
    <dgm:cxn modelId="{F309E748-FEB2-42EF-884B-47EF7E0030BA}" srcId="{337E577F-3070-4041-A643-AD63C19782C3}" destId="{A61B5002-2E74-4C69-91D4-2AF7FEA29BB4}" srcOrd="0" destOrd="0" parTransId="{4A33AEB3-8503-4A5F-ACC9-4466171796DF}" sibTransId="{5FD7A2EB-E922-4FCE-BE58-C780393DC17B}"/>
    <dgm:cxn modelId="{D7776F4F-7B1A-4274-89D5-ECEEB6F47D8A}" srcId="{337E577F-3070-4041-A643-AD63C19782C3}" destId="{A0F6B66F-AAE4-42F0-BBA7-74D88CE76790}" srcOrd="2" destOrd="0" parTransId="{DA2294FF-3858-4F5A-9E8B-D2C5A5FF747E}" sibTransId="{907577FB-EB7A-461D-A78C-F2C05DBF9CBA}"/>
    <dgm:cxn modelId="{AA633979-F4AB-455E-8B5A-9CE01972B9B4}" type="presOf" srcId="{9F527B99-B502-45FD-B5A4-6652633694B4}" destId="{CA4FE472-B03F-41CC-8880-BFCCB7CE9378}" srcOrd="0" destOrd="0" presId="urn:microsoft.com/office/officeart/2005/8/layout/StepDownProcess"/>
    <dgm:cxn modelId="{BE1F4B59-B002-4060-B76C-2115D79750AD}" srcId="{337E577F-3070-4041-A643-AD63C19782C3}" destId="{9F527B99-B502-45FD-B5A4-6652633694B4}" srcOrd="3" destOrd="0" parTransId="{20BF27A8-E201-4A90-A203-CEE422EC779E}" sibTransId="{FF2509F8-B51B-4CDD-87BE-086427AF49F8}"/>
    <dgm:cxn modelId="{8C3CE099-8762-44CE-AFCA-FEA1DAD11962}" type="presOf" srcId="{A61B5002-2E74-4C69-91D4-2AF7FEA29BB4}" destId="{8DABB2F2-D5E5-477E-9604-CEC71FA7E70A}" srcOrd="0" destOrd="0" presId="urn:microsoft.com/office/officeart/2005/8/layout/StepDownProcess"/>
    <dgm:cxn modelId="{DA375AB6-1DDD-4FF1-95A1-2F2960318AE4}" type="presOf" srcId="{337E577F-3070-4041-A643-AD63C19782C3}" destId="{BDCF3D97-DC04-440C-9783-5858C99CA55A}" srcOrd="0" destOrd="0" presId="urn:microsoft.com/office/officeart/2005/8/layout/StepDownProcess"/>
    <dgm:cxn modelId="{72F90A4D-59F8-442A-81D5-A94D06D922A7}" type="presParOf" srcId="{BDCF3D97-DC04-440C-9783-5858C99CA55A}" destId="{65530B76-1972-4C4E-AB37-F7467F032B97}" srcOrd="0" destOrd="0" presId="urn:microsoft.com/office/officeart/2005/8/layout/StepDownProcess"/>
    <dgm:cxn modelId="{34F507C2-84A7-4109-805A-D3735B92D9D2}" type="presParOf" srcId="{65530B76-1972-4C4E-AB37-F7467F032B97}" destId="{48F6782C-A4DD-47DB-A0B6-9E339AEAF3D1}" srcOrd="0" destOrd="0" presId="urn:microsoft.com/office/officeart/2005/8/layout/StepDownProcess"/>
    <dgm:cxn modelId="{F90A0F16-29B3-4413-95AE-28A6296EAFBE}" type="presParOf" srcId="{65530B76-1972-4C4E-AB37-F7467F032B97}" destId="{8DABB2F2-D5E5-477E-9604-CEC71FA7E70A}" srcOrd="1" destOrd="0" presId="urn:microsoft.com/office/officeart/2005/8/layout/StepDownProcess"/>
    <dgm:cxn modelId="{250959FF-87E1-40EA-A97C-FDD44274B65C}" type="presParOf" srcId="{65530B76-1972-4C4E-AB37-F7467F032B97}" destId="{91431A4D-278A-406D-A3FD-0ADABB337643}" srcOrd="2" destOrd="0" presId="urn:microsoft.com/office/officeart/2005/8/layout/StepDownProcess"/>
    <dgm:cxn modelId="{1C91495A-665C-491A-BEFB-885B20D733C8}" type="presParOf" srcId="{BDCF3D97-DC04-440C-9783-5858C99CA55A}" destId="{B80AD21B-3881-49D0-8AC9-1CAD2A0F08C8}" srcOrd="1" destOrd="0" presId="urn:microsoft.com/office/officeart/2005/8/layout/StepDownProcess"/>
    <dgm:cxn modelId="{D986630E-7263-4C8A-8E3E-3985D45B3203}" type="presParOf" srcId="{BDCF3D97-DC04-440C-9783-5858C99CA55A}" destId="{0D47EE4E-2B38-421F-B1AC-F78B2E6B41A6}" srcOrd="2" destOrd="0" presId="urn:microsoft.com/office/officeart/2005/8/layout/StepDownProcess"/>
    <dgm:cxn modelId="{9C847562-DE19-4F48-B452-08850005A565}" type="presParOf" srcId="{0D47EE4E-2B38-421F-B1AC-F78B2E6B41A6}" destId="{E894CD5A-9109-49D7-AC6E-EC366B51B551}" srcOrd="0" destOrd="0" presId="urn:microsoft.com/office/officeart/2005/8/layout/StepDownProcess"/>
    <dgm:cxn modelId="{1F66B5C6-872E-4A30-B309-AAE2BF2B0835}" type="presParOf" srcId="{0D47EE4E-2B38-421F-B1AC-F78B2E6B41A6}" destId="{8960847C-44BA-4E65-97C0-C19798C52374}" srcOrd="1" destOrd="0" presId="urn:microsoft.com/office/officeart/2005/8/layout/StepDownProcess"/>
    <dgm:cxn modelId="{C5E07617-8576-4DA3-B80F-D3147FA1A67E}" type="presParOf" srcId="{0D47EE4E-2B38-421F-B1AC-F78B2E6B41A6}" destId="{7C51C01E-2438-4D11-BA82-C8847A65AF0F}" srcOrd="2" destOrd="0" presId="urn:microsoft.com/office/officeart/2005/8/layout/StepDownProcess"/>
    <dgm:cxn modelId="{D30068DA-D5D0-4D99-86BA-A7357CD4EEA4}" type="presParOf" srcId="{BDCF3D97-DC04-440C-9783-5858C99CA55A}" destId="{7CBEE30D-0FB4-4BCB-82F0-1F65FCB9226B}" srcOrd="3" destOrd="0" presId="urn:microsoft.com/office/officeart/2005/8/layout/StepDownProcess"/>
    <dgm:cxn modelId="{97317EBC-BE92-4FA8-8291-CF658FCCB5F1}" type="presParOf" srcId="{BDCF3D97-DC04-440C-9783-5858C99CA55A}" destId="{BA8239D8-0C7A-45C8-AA96-07B5DF4DAA55}" srcOrd="4" destOrd="0" presId="urn:microsoft.com/office/officeart/2005/8/layout/StepDownProcess"/>
    <dgm:cxn modelId="{97F8FC2D-F8D3-488C-912F-BAD3D58ACE7F}" type="presParOf" srcId="{BA8239D8-0C7A-45C8-AA96-07B5DF4DAA55}" destId="{A38150FC-B86A-477F-966D-CD5C6493BD07}" srcOrd="0" destOrd="0" presId="urn:microsoft.com/office/officeart/2005/8/layout/StepDownProcess"/>
    <dgm:cxn modelId="{5F319D5F-3326-4607-AF66-1BA39C9DAB13}" type="presParOf" srcId="{BA8239D8-0C7A-45C8-AA96-07B5DF4DAA55}" destId="{90A8C10A-D0B9-41B2-8DED-9EED4037F693}" srcOrd="1" destOrd="0" presId="urn:microsoft.com/office/officeart/2005/8/layout/StepDownProcess"/>
    <dgm:cxn modelId="{D0A321DD-0C78-40CF-ABE3-284DC7F38FC4}" type="presParOf" srcId="{BA8239D8-0C7A-45C8-AA96-07B5DF4DAA55}" destId="{1E08E310-B6D7-4D3F-B141-E4EFE6146136}" srcOrd="2" destOrd="0" presId="urn:microsoft.com/office/officeart/2005/8/layout/StepDownProcess"/>
    <dgm:cxn modelId="{23F7F50B-B63E-49C3-95F8-A8331C29CDE6}" type="presParOf" srcId="{BDCF3D97-DC04-440C-9783-5858C99CA55A}" destId="{3DD10C4F-4DFB-4D50-97C5-DE718C65A67E}" srcOrd="5" destOrd="0" presId="urn:microsoft.com/office/officeart/2005/8/layout/StepDownProcess"/>
    <dgm:cxn modelId="{35D1403F-4156-4CD9-B514-84E286627F17}" type="presParOf" srcId="{BDCF3D97-DC04-440C-9783-5858C99CA55A}" destId="{697C9A48-0C7B-4D98-B06D-5842289C182D}" srcOrd="6" destOrd="0" presId="urn:microsoft.com/office/officeart/2005/8/layout/StepDownProcess"/>
    <dgm:cxn modelId="{A4A1932A-2503-4F91-BBBD-B3617B4843A1}" type="presParOf" srcId="{697C9A48-0C7B-4D98-B06D-5842289C182D}" destId="{CA4FE472-B03F-41CC-8880-BFCCB7CE9378}"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7E577F-3070-4041-A643-AD63C19782C3}" type="doc">
      <dgm:prSet loTypeId="urn:microsoft.com/office/officeart/2005/8/layout/StepDownProcess" loCatId="process" qsTypeId="urn:microsoft.com/office/officeart/2005/8/quickstyle/simple1" qsCatId="simple" csTypeId="urn:microsoft.com/office/officeart/2005/8/colors/accent1_2" csCatId="accent1" phldr="1"/>
      <dgm:spPr/>
    </dgm:pt>
    <dgm:pt modelId="{A61B5002-2E74-4C69-91D4-2AF7FEA29BB4}">
      <dgm:prSet phldrT="[Text]"/>
      <dgm:spPr/>
      <dgm:t>
        <a:bodyPr/>
        <a:lstStyle/>
        <a:p>
          <a:r>
            <a:rPr lang="en-GB"/>
            <a:t>Component / Unit Test</a:t>
          </a:r>
          <a:endParaRPr lang="en-US"/>
        </a:p>
      </dgm:t>
    </dgm:pt>
    <dgm:pt modelId="{4A33AEB3-8503-4A5F-ACC9-4466171796DF}" type="parTrans" cxnId="{F309E748-FEB2-42EF-884B-47EF7E0030BA}">
      <dgm:prSet/>
      <dgm:spPr/>
      <dgm:t>
        <a:bodyPr/>
        <a:lstStyle/>
        <a:p>
          <a:endParaRPr lang="en-US"/>
        </a:p>
      </dgm:t>
    </dgm:pt>
    <dgm:pt modelId="{5FD7A2EB-E922-4FCE-BE58-C780393DC17B}" type="sibTrans" cxnId="{F309E748-FEB2-42EF-884B-47EF7E0030BA}">
      <dgm:prSet/>
      <dgm:spPr/>
      <dgm:t>
        <a:bodyPr/>
        <a:lstStyle/>
        <a:p>
          <a:endParaRPr lang="en-US"/>
        </a:p>
      </dgm:t>
    </dgm:pt>
    <dgm:pt modelId="{4C0ECD90-EF28-4D62-81AC-7A8EC626EF5F}">
      <dgm:prSet phldrT="[Text]"/>
      <dgm:spPr/>
      <dgm:t>
        <a:bodyPr/>
        <a:lstStyle/>
        <a:p>
          <a:r>
            <a:rPr lang="en-GB"/>
            <a:t>Integratie test</a:t>
          </a:r>
          <a:endParaRPr lang="en-US"/>
        </a:p>
      </dgm:t>
    </dgm:pt>
    <dgm:pt modelId="{D6E28466-E8E4-470C-80A6-F060AD8955F4}" type="parTrans" cxnId="{C8241916-AE95-4B5C-8671-19F443EC485A}">
      <dgm:prSet/>
      <dgm:spPr/>
      <dgm:t>
        <a:bodyPr/>
        <a:lstStyle/>
        <a:p>
          <a:endParaRPr lang="en-US"/>
        </a:p>
      </dgm:t>
    </dgm:pt>
    <dgm:pt modelId="{8876D404-BD4B-415A-B2F6-139D8D1E0FF7}" type="sibTrans" cxnId="{C8241916-AE95-4B5C-8671-19F443EC485A}">
      <dgm:prSet/>
      <dgm:spPr/>
      <dgm:t>
        <a:bodyPr/>
        <a:lstStyle/>
        <a:p>
          <a:endParaRPr lang="en-US"/>
        </a:p>
      </dgm:t>
    </dgm:pt>
    <dgm:pt modelId="{9F527B99-B502-45FD-B5A4-6652633694B4}">
      <dgm:prSet phldrT="[Text]"/>
      <dgm:spPr/>
      <dgm:t>
        <a:bodyPr/>
        <a:lstStyle/>
        <a:p>
          <a:r>
            <a:rPr lang="en-GB"/>
            <a:t>Acceptatie test</a:t>
          </a:r>
          <a:endParaRPr lang="en-US"/>
        </a:p>
      </dgm:t>
    </dgm:pt>
    <dgm:pt modelId="{20BF27A8-E201-4A90-A203-CEE422EC779E}" type="parTrans" cxnId="{BE1F4B59-B002-4060-B76C-2115D79750AD}">
      <dgm:prSet/>
      <dgm:spPr/>
      <dgm:t>
        <a:bodyPr/>
        <a:lstStyle/>
        <a:p>
          <a:endParaRPr lang="en-US"/>
        </a:p>
      </dgm:t>
    </dgm:pt>
    <dgm:pt modelId="{FF2509F8-B51B-4CDD-87BE-086427AF49F8}" type="sibTrans" cxnId="{BE1F4B59-B002-4060-B76C-2115D79750AD}">
      <dgm:prSet/>
      <dgm:spPr/>
      <dgm:t>
        <a:bodyPr/>
        <a:lstStyle/>
        <a:p>
          <a:endParaRPr lang="en-US"/>
        </a:p>
      </dgm:t>
    </dgm:pt>
    <dgm:pt modelId="{A0F6B66F-AAE4-42F0-BBA7-74D88CE76790}">
      <dgm:prSet phldrT="[Text]"/>
      <dgm:spPr/>
      <dgm:t>
        <a:bodyPr/>
        <a:lstStyle/>
        <a:p>
          <a:r>
            <a:rPr lang="en-GB"/>
            <a:t>Systeem test</a:t>
          </a:r>
          <a:endParaRPr lang="en-US"/>
        </a:p>
      </dgm:t>
    </dgm:pt>
    <dgm:pt modelId="{DA2294FF-3858-4F5A-9E8B-D2C5A5FF747E}" type="parTrans" cxnId="{D7776F4F-7B1A-4274-89D5-ECEEB6F47D8A}">
      <dgm:prSet/>
      <dgm:spPr/>
      <dgm:t>
        <a:bodyPr/>
        <a:lstStyle/>
        <a:p>
          <a:endParaRPr lang="en-US"/>
        </a:p>
      </dgm:t>
    </dgm:pt>
    <dgm:pt modelId="{907577FB-EB7A-461D-A78C-F2C05DBF9CBA}" type="sibTrans" cxnId="{D7776F4F-7B1A-4274-89D5-ECEEB6F47D8A}">
      <dgm:prSet/>
      <dgm:spPr/>
      <dgm:t>
        <a:bodyPr/>
        <a:lstStyle/>
        <a:p>
          <a:endParaRPr lang="en-US"/>
        </a:p>
      </dgm:t>
    </dgm:pt>
    <dgm:pt modelId="{BDCF3D97-DC04-440C-9783-5858C99CA55A}" type="pres">
      <dgm:prSet presAssocID="{337E577F-3070-4041-A643-AD63C19782C3}" presName="rootnode" presStyleCnt="0">
        <dgm:presLayoutVars>
          <dgm:chMax/>
          <dgm:chPref/>
          <dgm:dir/>
          <dgm:animLvl val="lvl"/>
        </dgm:presLayoutVars>
      </dgm:prSet>
      <dgm:spPr/>
    </dgm:pt>
    <dgm:pt modelId="{65530B76-1972-4C4E-AB37-F7467F032B97}" type="pres">
      <dgm:prSet presAssocID="{A61B5002-2E74-4C69-91D4-2AF7FEA29BB4}" presName="composite" presStyleCnt="0"/>
      <dgm:spPr/>
    </dgm:pt>
    <dgm:pt modelId="{48F6782C-A4DD-47DB-A0B6-9E339AEAF3D1}" type="pres">
      <dgm:prSet presAssocID="{A61B5002-2E74-4C69-91D4-2AF7FEA29BB4}" presName="bentUpArrow1" presStyleLbl="alignImgPlace1" presStyleIdx="0" presStyleCnt="3"/>
      <dgm:spPr/>
    </dgm:pt>
    <dgm:pt modelId="{8DABB2F2-D5E5-477E-9604-CEC71FA7E70A}" type="pres">
      <dgm:prSet presAssocID="{A61B5002-2E74-4C69-91D4-2AF7FEA29BB4}" presName="ParentText" presStyleLbl="node1" presStyleIdx="0" presStyleCnt="4">
        <dgm:presLayoutVars>
          <dgm:chMax val="1"/>
          <dgm:chPref val="1"/>
          <dgm:bulletEnabled val="1"/>
        </dgm:presLayoutVars>
      </dgm:prSet>
      <dgm:spPr/>
    </dgm:pt>
    <dgm:pt modelId="{91431A4D-278A-406D-A3FD-0ADABB337643}" type="pres">
      <dgm:prSet presAssocID="{A61B5002-2E74-4C69-91D4-2AF7FEA29BB4}" presName="ChildText" presStyleLbl="revTx" presStyleIdx="0" presStyleCnt="3">
        <dgm:presLayoutVars>
          <dgm:chMax val="0"/>
          <dgm:chPref val="0"/>
          <dgm:bulletEnabled val="1"/>
        </dgm:presLayoutVars>
      </dgm:prSet>
      <dgm:spPr/>
    </dgm:pt>
    <dgm:pt modelId="{B80AD21B-3881-49D0-8AC9-1CAD2A0F08C8}" type="pres">
      <dgm:prSet presAssocID="{5FD7A2EB-E922-4FCE-BE58-C780393DC17B}" presName="sibTrans" presStyleCnt="0"/>
      <dgm:spPr/>
    </dgm:pt>
    <dgm:pt modelId="{0D47EE4E-2B38-421F-B1AC-F78B2E6B41A6}" type="pres">
      <dgm:prSet presAssocID="{4C0ECD90-EF28-4D62-81AC-7A8EC626EF5F}" presName="composite" presStyleCnt="0"/>
      <dgm:spPr/>
    </dgm:pt>
    <dgm:pt modelId="{E894CD5A-9109-49D7-AC6E-EC366B51B551}" type="pres">
      <dgm:prSet presAssocID="{4C0ECD90-EF28-4D62-81AC-7A8EC626EF5F}" presName="bentUpArrow1" presStyleLbl="alignImgPlace1" presStyleIdx="1" presStyleCnt="3"/>
      <dgm:spPr/>
    </dgm:pt>
    <dgm:pt modelId="{8960847C-44BA-4E65-97C0-C19798C52374}" type="pres">
      <dgm:prSet presAssocID="{4C0ECD90-EF28-4D62-81AC-7A8EC626EF5F}" presName="ParentText" presStyleLbl="node1" presStyleIdx="1" presStyleCnt="4">
        <dgm:presLayoutVars>
          <dgm:chMax val="1"/>
          <dgm:chPref val="1"/>
          <dgm:bulletEnabled val="1"/>
        </dgm:presLayoutVars>
      </dgm:prSet>
      <dgm:spPr/>
    </dgm:pt>
    <dgm:pt modelId="{7C51C01E-2438-4D11-BA82-C8847A65AF0F}" type="pres">
      <dgm:prSet presAssocID="{4C0ECD90-EF28-4D62-81AC-7A8EC626EF5F}" presName="ChildText" presStyleLbl="revTx" presStyleIdx="1" presStyleCnt="3">
        <dgm:presLayoutVars>
          <dgm:chMax val="0"/>
          <dgm:chPref val="0"/>
          <dgm:bulletEnabled val="1"/>
        </dgm:presLayoutVars>
      </dgm:prSet>
      <dgm:spPr/>
    </dgm:pt>
    <dgm:pt modelId="{7CBEE30D-0FB4-4BCB-82F0-1F65FCB9226B}" type="pres">
      <dgm:prSet presAssocID="{8876D404-BD4B-415A-B2F6-139D8D1E0FF7}" presName="sibTrans" presStyleCnt="0"/>
      <dgm:spPr/>
    </dgm:pt>
    <dgm:pt modelId="{BA8239D8-0C7A-45C8-AA96-07B5DF4DAA55}" type="pres">
      <dgm:prSet presAssocID="{A0F6B66F-AAE4-42F0-BBA7-74D88CE76790}" presName="composite" presStyleCnt="0"/>
      <dgm:spPr/>
    </dgm:pt>
    <dgm:pt modelId="{A38150FC-B86A-477F-966D-CD5C6493BD07}" type="pres">
      <dgm:prSet presAssocID="{A0F6B66F-AAE4-42F0-BBA7-74D88CE76790}" presName="bentUpArrow1" presStyleLbl="alignImgPlace1" presStyleIdx="2" presStyleCnt="3"/>
      <dgm:spPr/>
    </dgm:pt>
    <dgm:pt modelId="{90A8C10A-D0B9-41B2-8DED-9EED4037F693}" type="pres">
      <dgm:prSet presAssocID="{A0F6B66F-AAE4-42F0-BBA7-74D88CE76790}" presName="ParentText" presStyleLbl="node1" presStyleIdx="2" presStyleCnt="4">
        <dgm:presLayoutVars>
          <dgm:chMax val="1"/>
          <dgm:chPref val="1"/>
          <dgm:bulletEnabled val="1"/>
        </dgm:presLayoutVars>
      </dgm:prSet>
      <dgm:spPr/>
    </dgm:pt>
    <dgm:pt modelId="{1E08E310-B6D7-4D3F-B141-E4EFE6146136}" type="pres">
      <dgm:prSet presAssocID="{A0F6B66F-AAE4-42F0-BBA7-74D88CE76790}" presName="ChildText" presStyleLbl="revTx" presStyleIdx="2" presStyleCnt="3">
        <dgm:presLayoutVars>
          <dgm:chMax val="0"/>
          <dgm:chPref val="0"/>
          <dgm:bulletEnabled val="1"/>
        </dgm:presLayoutVars>
      </dgm:prSet>
      <dgm:spPr/>
    </dgm:pt>
    <dgm:pt modelId="{3DD10C4F-4DFB-4D50-97C5-DE718C65A67E}" type="pres">
      <dgm:prSet presAssocID="{907577FB-EB7A-461D-A78C-F2C05DBF9CBA}" presName="sibTrans" presStyleCnt="0"/>
      <dgm:spPr/>
    </dgm:pt>
    <dgm:pt modelId="{697C9A48-0C7B-4D98-B06D-5842289C182D}" type="pres">
      <dgm:prSet presAssocID="{9F527B99-B502-45FD-B5A4-6652633694B4}" presName="composite" presStyleCnt="0"/>
      <dgm:spPr/>
    </dgm:pt>
    <dgm:pt modelId="{CA4FE472-B03F-41CC-8880-BFCCB7CE9378}" type="pres">
      <dgm:prSet presAssocID="{9F527B99-B502-45FD-B5A4-6652633694B4}" presName="ParentText" presStyleLbl="node1" presStyleIdx="3" presStyleCnt="4">
        <dgm:presLayoutVars>
          <dgm:chMax val="1"/>
          <dgm:chPref val="1"/>
          <dgm:bulletEnabled val="1"/>
        </dgm:presLayoutVars>
      </dgm:prSet>
      <dgm:spPr/>
    </dgm:pt>
  </dgm:ptLst>
  <dgm:cxnLst>
    <dgm:cxn modelId="{E9C92800-4323-41F5-9713-0F65DAC23E84}" type="presOf" srcId="{A0F6B66F-AAE4-42F0-BBA7-74D88CE76790}" destId="{90A8C10A-D0B9-41B2-8DED-9EED4037F693}" srcOrd="0" destOrd="0" presId="urn:microsoft.com/office/officeart/2005/8/layout/StepDownProcess"/>
    <dgm:cxn modelId="{C8241916-AE95-4B5C-8671-19F443EC485A}" srcId="{337E577F-3070-4041-A643-AD63C19782C3}" destId="{4C0ECD90-EF28-4D62-81AC-7A8EC626EF5F}" srcOrd="1" destOrd="0" parTransId="{D6E28466-E8E4-470C-80A6-F060AD8955F4}" sibTransId="{8876D404-BD4B-415A-B2F6-139D8D1E0FF7}"/>
    <dgm:cxn modelId="{A91D231D-9640-46AB-B7AD-2C1865B9909B}" type="presOf" srcId="{4C0ECD90-EF28-4D62-81AC-7A8EC626EF5F}" destId="{8960847C-44BA-4E65-97C0-C19798C52374}" srcOrd="0" destOrd="0" presId="urn:microsoft.com/office/officeart/2005/8/layout/StepDownProcess"/>
    <dgm:cxn modelId="{F309E748-FEB2-42EF-884B-47EF7E0030BA}" srcId="{337E577F-3070-4041-A643-AD63C19782C3}" destId="{A61B5002-2E74-4C69-91D4-2AF7FEA29BB4}" srcOrd="0" destOrd="0" parTransId="{4A33AEB3-8503-4A5F-ACC9-4466171796DF}" sibTransId="{5FD7A2EB-E922-4FCE-BE58-C780393DC17B}"/>
    <dgm:cxn modelId="{D7776F4F-7B1A-4274-89D5-ECEEB6F47D8A}" srcId="{337E577F-3070-4041-A643-AD63C19782C3}" destId="{A0F6B66F-AAE4-42F0-BBA7-74D88CE76790}" srcOrd="2" destOrd="0" parTransId="{DA2294FF-3858-4F5A-9E8B-D2C5A5FF747E}" sibTransId="{907577FB-EB7A-461D-A78C-F2C05DBF9CBA}"/>
    <dgm:cxn modelId="{AA633979-F4AB-455E-8B5A-9CE01972B9B4}" type="presOf" srcId="{9F527B99-B502-45FD-B5A4-6652633694B4}" destId="{CA4FE472-B03F-41CC-8880-BFCCB7CE9378}" srcOrd="0" destOrd="0" presId="urn:microsoft.com/office/officeart/2005/8/layout/StepDownProcess"/>
    <dgm:cxn modelId="{BE1F4B59-B002-4060-B76C-2115D79750AD}" srcId="{337E577F-3070-4041-A643-AD63C19782C3}" destId="{9F527B99-B502-45FD-B5A4-6652633694B4}" srcOrd="3" destOrd="0" parTransId="{20BF27A8-E201-4A90-A203-CEE422EC779E}" sibTransId="{FF2509F8-B51B-4CDD-87BE-086427AF49F8}"/>
    <dgm:cxn modelId="{8C3CE099-8762-44CE-AFCA-FEA1DAD11962}" type="presOf" srcId="{A61B5002-2E74-4C69-91D4-2AF7FEA29BB4}" destId="{8DABB2F2-D5E5-477E-9604-CEC71FA7E70A}" srcOrd="0" destOrd="0" presId="urn:microsoft.com/office/officeart/2005/8/layout/StepDownProcess"/>
    <dgm:cxn modelId="{DA375AB6-1DDD-4FF1-95A1-2F2960318AE4}" type="presOf" srcId="{337E577F-3070-4041-A643-AD63C19782C3}" destId="{BDCF3D97-DC04-440C-9783-5858C99CA55A}" srcOrd="0" destOrd="0" presId="urn:microsoft.com/office/officeart/2005/8/layout/StepDownProcess"/>
    <dgm:cxn modelId="{72F90A4D-59F8-442A-81D5-A94D06D922A7}" type="presParOf" srcId="{BDCF3D97-DC04-440C-9783-5858C99CA55A}" destId="{65530B76-1972-4C4E-AB37-F7467F032B97}" srcOrd="0" destOrd="0" presId="urn:microsoft.com/office/officeart/2005/8/layout/StepDownProcess"/>
    <dgm:cxn modelId="{34F507C2-84A7-4109-805A-D3735B92D9D2}" type="presParOf" srcId="{65530B76-1972-4C4E-AB37-F7467F032B97}" destId="{48F6782C-A4DD-47DB-A0B6-9E339AEAF3D1}" srcOrd="0" destOrd="0" presId="urn:microsoft.com/office/officeart/2005/8/layout/StepDownProcess"/>
    <dgm:cxn modelId="{F90A0F16-29B3-4413-95AE-28A6296EAFBE}" type="presParOf" srcId="{65530B76-1972-4C4E-AB37-F7467F032B97}" destId="{8DABB2F2-D5E5-477E-9604-CEC71FA7E70A}" srcOrd="1" destOrd="0" presId="urn:microsoft.com/office/officeart/2005/8/layout/StepDownProcess"/>
    <dgm:cxn modelId="{250959FF-87E1-40EA-A97C-FDD44274B65C}" type="presParOf" srcId="{65530B76-1972-4C4E-AB37-F7467F032B97}" destId="{91431A4D-278A-406D-A3FD-0ADABB337643}" srcOrd="2" destOrd="0" presId="urn:microsoft.com/office/officeart/2005/8/layout/StepDownProcess"/>
    <dgm:cxn modelId="{1C91495A-665C-491A-BEFB-885B20D733C8}" type="presParOf" srcId="{BDCF3D97-DC04-440C-9783-5858C99CA55A}" destId="{B80AD21B-3881-49D0-8AC9-1CAD2A0F08C8}" srcOrd="1" destOrd="0" presId="urn:microsoft.com/office/officeart/2005/8/layout/StepDownProcess"/>
    <dgm:cxn modelId="{D986630E-7263-4C8A-8E3E-3985D45B3203}" type="presParOf" srcId="{BDCF3D97-DC04-440C-9783-5858C99CA55A}" destId="{0D47EE4E-2B38-421F-B1AC-F78B2E6B41A6}" srcOrd="2" destOrd="0" presId="urn:microsoft.com/office/officeart/2005/8/layout/StepDownProcess"/>
    <dgm:cxn modelId="{9C847562-DE19-4F48-B452-08850005A565}" type="presParOf" srcId="{0D47EE4E-2B38-421F-B1AC-F78B2E6B41A6}" destId="{E894CD5A-9109-49D7-AC6E-EC366B51B551}" srcOrd="0" destOrd="0" presId="urn:microsoft.com/office/officeart/2005/8/layout/StepDownProcess"/>
    <dgm:cxn modelId="{1F66B5C6-872E-4A30-B309-AAE2BF2B0835}" type="presParOf" srcId="{0D47EE4E-2B38-421F-B1AC-F78B2E6B41A6}" destId="{8960847C-44BA-4E65-97C0-C19798C52374}" srcOrd="1" destOrd="0" presId="urn:microsoft.com/office/officeart/2005/8/layout/StepDownProcess"/>
    <dgm:cxn modelId="{C5E07617-8576-4DA3-B80F-D3147FA1A67E}" type="presParOf" srcId="{0D47EE4E-2B38-421F-B1AC-F78B2E6B41A6}" destId="{7C51C01E-2438-4D11-BA82-C8847A65AF0F}" srcOrd="2" destOrd="0" presId="urn:microsoft.com/office/officeart/2005/8/layout/StepDownProcess"/>
    <dgm:cxn modelId="{D30068DA-D5D0-4D99-86BA-A7357CD4EEA4}" type="presParOf" srcId="{BDCF3D97-DC04-440C-9783-5858C99CA55A}" destId="{7CBEE30D-0FB4-4BCB-82F0-1F65FCB9226B}" srcOrd="3" destOrd="0" presId="urn:microsoft.com/office/officeart/2005/8/layout/StepDownProcess"/>
    <dgm:cxn modelId="{97317EBC-BE92-4FA8-8291-CF658FCCB5F1}" type="presParOf" srcId="{BDCF3D97-DC04-440C-9783-5858C99CA55A}" destId="{BA8239D8-0C7A-45C8-AA96-07B5DF4DAA55}" srcOrd="4" destOrd="0" presId="urn:microsoft.com/office/officeart/2005/8/layout/StepDownProcess"/>
    <dgm:cxn modelId="{97F8FC2D-F8D3-488C-912F-BAD3D58ACE7F}" type="presParOf" srcId="{BA8239D8-0C7A-45C8-AA96-07B5DF4DAA55}" destId="{A38150FC-B86A-477F-966D-CD5C6493BD07}" srcOrd="0" destOrd="0" presId="urn:microsoft.com/office/officeart/2005/8/layout/StepDownProcess"/>
    <dgm:cxn modelId="{5F319D5F-3326-4607-AF66-1BA39C9DAB13}" type="presParOf" srcId="{BA8239D8-0C7A-45C8-AA96-07B5DF4DAA55}" destId="{90A8C10A-D0B9-41B2-8DED-9EED4037F693}" srcOrd="1" destOrd="0" presId="urn:microsoft.com/office/officeart/2005/8/layout/StepDownProcess"/>
    <dgm:cxn modelId="{D0A321DD-0C78-40CF-ABE3-284DC7F38FC4}" type="presParOf" srcId="{BA8239D8-0C7A-45C8-AA96-07B5DF4DAA55}" destId="{1E08E310-B6D7-4D3F-B141-E4EFE6146136}" srcOrd="2" destOrd="0" presId="urn:microsoft.com/office/officeart/2005/8/layout/StepDownProcess"/>
    <dgm:cxn modelId="{23F7F50B-B63E-49C3-95F8-A8331C29CDE6}" type="presParOf" srcId="{BDCF3D97-DC04-440C-9783-5858C99CA55A}" destId="{3DD10C4F-4DFB-4D50-97C5-DE718C65A67E}" srcOrd="5" destOrd="0" presId="urn:microsoft.com/office/officeart/2005/8/layout/StepDownProcess"/>
    <dgm:cxn modelId="{35D1403F-4156-4CD9-B514-84E286627F17}" type="presParOf" srcId="{BDCF3D97-DC04-440C-9783-5858C99CA55A}" destId="{697C9A48-0C7B-4D98-B06D-5842289C182D}" srcOrd="6" destOrd="0" presId="urn:microsoft.com/office/officeart/2005/8/layout/StepDownProcess"/>
    <dgm:cxn modelId="{A4A1932A-2503-4F91-BBBD-B3617B4843A1}" type="presParOf" srcId="{697C9A48-0C7B-4D98-B06D-5842289C182D}" destId="{CA4FE472-B03F-41CC-8880-BFCCB7CE9378}"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6782C-A4DD-47DB-A0B6-9E339AEAF3D1}">
      <dsp:nvSpPr>
        <dsp:cNvPr id="0" name=""/>
        <dsp:cNvSpPr/>
      </dsp:nvSpPr>
      <dsp:spPr>
        <a:xfrm rot="5400000">
          <a:off x="1357027" y="1125476"/>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ABB2F2-D5E5-477E-9604-CEC71FA7E70A}">
      <dsp:nvSpPr>
        <dsp:cNvPr id="0" name=""/>
        <dsp:cNvSpPr/>
      </dsp:nvSpPr>
      <dsp:spPr>
        <a:xfrm>
          <a:off x="1095158" y="29800"/>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Component / Unit Test</a:t>
          </a:r>
          <a:endParaRPr lang="en-US" sz="2200" kern="1200"/>
        </a:p>
      </dsp:txBody>
      <dsp:txXfrm>
        <a:off x="1152023" y="86665"/>
        <a:ext cx="1550176" cy="1050950"/>
      </dsp:txXfrm>
    </dsp:sp>
    <dsp:sp modelId="{91431A4D-278A-406D-A3FD-0ADABB337643}">
      <dsp:nvSpPr>
        <dsp:cNvPr id="0" name=""/>
        <dsp:cNvSpPr/>
      </dsp:nvSpPr>
      <dsp:spPr>
        <a:xfrm>
          <a:off x="2759064" y="140879"/>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E894CD5A-9109-49D7-AC6E-EC366B51B551}">
      <dsp:nvSpPr>
        <dsp:cNvPr id="0" name=""/>
        <dsp:cNvSpPr/>
      </dsp:nvSpPr>
      <dsp:spPr>
        <a:xfrm rot="5400000">
          <a:off x="2736582" y="2433797"/>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60847C-44BA-4E65-97C0-C19798C52374}">
      <dsp:nvSpPr>
        <dsp:cNvPr id="0" name=""/>
        <dsp:cNvSpPr/>
      </dsp:nvSpPr>
      <dsp:spPr>
        <a:xfrm>
          <a:off x="2474713" y="133812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Integratie test</a:t>
          </a:r>
          <a:endParaRPr lang="en-US" sz="2200" kern="1200"/>
        </a:p>
      </dsp:txBody>
      <dsp:txXfrm>
        <a:off x="2531578" y="1394986"/>
        <a:ext cx="1550176" cy="1050950"/>
      </dsp:txXfrm>
    </dsp:sp>
    <dsp:sp modelId="{7C51C01E-2438-4D11-BA82-C8847A65AF0F}">
      <dsp:nvSpPr>
        <dsp:cNvPr id="0" name=""/>
        <dsp:cNvSpPr/>
      </dsp:nvSpPr>
      <dsp:spPr>
        <a:xfrm>
          <a:off x="4138619" y="1449200"/>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A38150FC-B86A-477F-966D-CD5C6493BD07}">
      <dsp:nvSpPr>
        <dsp:cNvPr id="0" name=""/>
        <dsp:cNvSpPr/>
      </dsp:nvSpPr>
      <dsp:spPr>
        <a:xfrm rot="5400000">
          <a:off x="4116137" y="3742117"/>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0A8C10A-D0B9-41B2-8DED-9EED4037F693}">
      <dsp:nvSpPr>
        <dsp:cNvPr id="0" name=""/>
        <dsp:cNvSpPr/>
      </dsp:nvSpPr>
      <dsp:spPr>
        <a:xfrm>
          <a:off x="3854268" y="264644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Systeem test</a:t>
          </a:r>
          <a:endParaRPr lang="en-US" sz="2200" kern="1200"/>
        </a:p>
      </dsp:txBody>
      <dsp:txXfrm>
        <a:off x="3911133" y="2703306"/>
        <a:ext cx="1550176" cy="1050950"/>
      </dsp:txXfrm>
    </dsp:sp>
    <dsp:sp modelId="{1E08E310-B6D7-4D3F-B141-E4EFE6146136}">
      <dsp:nvSpPr>
        <dsp:cNvPr id="0" name=""/>
        <dsp:cNvSpPr/>
      </dsp:nvSpPr>
      <dsp:spPr>
        <a:xfrm>
          <a:off x="5518174" y="2757520"/>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CA4FE472-B03F-41CC-8880-BFCCB7CE9378}">
      <dsp:nvSpPr>
        <dsp:cNvPr id="0" name=""/>
        <dsp:cNvSpPr/>
      </dsp:nvSpPr>
      <dsp:spPr>
        <a:xfrm>
          <a:off x="5233823" y="395476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Acceptatie test</a:t>
          </a:r>
          <a:endParaRPr lang="en-US" sz="2200" kern="1200"/>
        </a:p>
      </dsp:txBody>
      <dsp:txXfrm>
        <a:off x="5290688" y="4011626"/>
        <a:ext cx="1550176" cy="10509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71289-9E11-4F53-A184-429BA9507F8F}">
      <dsp:nvSpPr>
        <dsp:cNvPr id="0" name=""/>
        <dsp:cNvSpPr/>
      </dsp:nvSpPr>
      <dsp:spPr>
        <a:xfrm>
          <a:off x="0" y="610806"/>
          <a:ext cx="6773333" cy="986535"/>
        </a:xfrm>
        <a:prstGeom prst="rightArrow">
          <a:avLst>
            <a:gd name="adj1" fmla="val 50000"/>
            <a:gd name="adj2" fmla="val 5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56613" numCol="1" spcCol="1270" anchor="ctr" anchorCtr="0">
          <a:noAutofit/>
        </a:bodyPr>
        <a:lstStyle/>
        <a:p>
          <a:pPr marL="0" lvl="0" indent="0" algn="l" defTabSz="800100">
            <a:lnSpc>
              <a:spcPct val="90000"/>
            </a:lnSpc>
            <a:spcBef>
              <a:spcPct val="0"/>
            </a:spcBef>
            <a:spcAft>
              <a:spcPct val="35000"/>
            </a:spcAft>
            <a:buNone/>
          </a:pPr>
          <a:r>
            <a:rPr lang="en-GB" sz="1800" kern="1200"/>
            <a:t>Test ontwerp</a:t>
          </a:r>
          <a:endParaRPr lang="en-US" sz="1800" kern="1200"/>
        </a:p>
      </dsp:txBody>
      <dsp:txXfrm>
        <a:off x="0" y="857440"/>
        <a:ext cx="6526699" cy="493267"/>
      </dsp:txXfrm>
    </dsp:sp>
    <dsp:sp modelId="{CD5DE8D0-F82F-4073-AE84-163AD3B5A619}">
      <dsp:nvSpPr>
        <dsp:cNvPr id="0" name=""/>
        <dsp:cNvSpPr/>
      </dsp:nvSpPr>
      <dsp:spPr>
        <a:xfrm>
          <a:off x="0" y="1374013"/>
          <a:ext cx="3129279" cy="2202000"/>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Wie doet het?</a:t>
          </a:r>
        </a:p>
        <a:p>
          <a:pPr marL="0" lvl="0" indent="0" algn="l" defTabSz="800100">
            <a:lnSpc>
              <a:spcPct val="90000"/>
            </a:lnSpc>
            <a:spcBef>
              <a:spcPct val="0"/>
            </a:spcBef>
            <a:spcAft>
              <a:spcPct val="35000"/>
            </a:spcAft>
            <a:buNone/>
          </a:pPr>
          <a:r>
            <a:rPr lang="en-GB" sz="1800" kern="1200"/>
            <a:t>Wat wil je testen?</a:t>
          </a:r>
          <a:endParaRPr lang="en-US" sz="1800" kern="1200"/>
        </a:p>
        <a:p>
          <a:pPr marL="0" lvl="0" indent="0" algn="l" defTabSz="800100">
            <a:lnSpc>
              <a:spcPct val="90000"/>
            </a:lnSpc>
            <a:spcBef>
              <a:spcPct val="0"/>
            </a:spcBef>
            <a:spcAft>
              <a:spcPct val="35000"/>
            </a:spcAft>
            <a:buNone/>
          </a:pPr>
          <a:r>
            <a:rPr lang="en-GB" sz="1800" kern="1200"/>
            <a:t>Hoe ga je het uitschrijven?</a:t>
          </a:r>
          <a:endParaRPr lang="en-US" sz="1800" kern="1200"/>
        </a:p>
      </dsp:txBody>
      <dsp:txXfrm>
        <a:off x="0" y="1374013"/>
        <a:ext cx="3129279" cy="2202000"/>
      </dsp:txXfrm>
    </dsp:sp>
    <dsp:sp modelId="{F5E6222D-5E3C-4443-AA0F-A4CB7EDEF743}">
      <dsp:nvSpPr>
        <dsp:cNvPr id="0" name=""/>
        <dsp:cNvSpPr/>
      </dsp:nvSpPr>
      <dsp:spPr>
        <a:xfrm>
          <a:off x="3129279" y="939542"/>
          <a:ext cx="3644053" cy="986535"/>
        </a:xfrm>
        <a:prstGeom prst="rightArrow">
          <a:avLst>
            <a:gd name="adj1" fmla="val 50000"/>
            <a:gd name="adj2" fmla="val 5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56613" numCol="1" spcCol="1270" anchor="ctr" anchorCtr="0">
          <a:noAutofit/>
        </a:bodyPr>
        <a:lstStyle/>
        <a:p>
          <a:pPr marL="0" lvl="0" indent="0" algn="l" defTabSz="800100">
            <a:lnSpc>
              <a:spcPct val="90000"/>
            </a:lnSpc>
            <a:spcBef>
              <a:spcPct val="0"/>
            </a:spcBef>
            <a:spcAft>
              <a:spcPct val="35000"/>
            </a:spcAft>
            <a:buNone/>
          </a:pPr>
          <a:r>
            <a:rPr lang="en-GB" sz="1800" kern="1200"/>
            <a:t>Test uitvoering</a:t>
          </a:r>
          <a:endParaRPr lang="en-US" sz="1800" kern="1200"/>
        </a:p>
      </dsp:txBody>
      <dsp:txXfrm>
        <a:off x="3129279" y="1186176"/>
        <a:ext cx="3397419" cy="493267"/>
      </dsp:txXfrm>
    </dsp:sp>
    <dsp:sp modelId="{23D68363-D8B5-489D-A97F-FA5CC4549C87}">
      <dsp:nvSpPr>
        <dsp:cNvPr id="0" name=""/>
        <dsp:cNvSpPr/>
      </dsp:nvSpPr>
      <dsp:spPr>
        <a:xfrm>
          <a:off x="3129279" y="1702748"/>
          <a:ext cx="3129279" cy="2202000"/>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Wie doet het?</a:t>
          </a:r>
        </a:p>
        <a:p>
          <a:pPr marL="0" lvl="0" indent="0" algn="l" defTabSz="800100">
            <a:lnSpc>
              <a:spcPct val="90000"/>
            </a:lnSpc>
            <a:spcBef>
              <a:spcPct val="0"/>
            </a:spcBef>
            <a:spcAft>
              <a:spcPct val="35000"/>
            </a:spcAft>
            <a:buNone/>
          </a:pPr>
          <a:r>
            <a:rPr lang="en-GB" sz="1800" kern="1200"/>
            <a:t>De doelstelling is duidelijk</a:t>
          </a:r>
          <a:endParaRPr lang="en-US" sz="1800" kern="1200"/>
        </a:p>
        <a:p>
          <a:pPr marL="0" lvl="0" indent="0" algn="l" defTabSz="800100">
            <a:lnSpc>
              <a:spcPct val="90000"/>
            </a:lnSpc>
            <a:spcBef>
              <a:spcPct val="0"/>
            </a:spcBef>
            <a:spcAft>
              <a:spcPct val="35000"/>
            </a:spcAft>
            <a:buNone/>
          </a:pPr>
          <a:r>
            <a:rPr lang="en-GB" sz="1800" kern="1200"/>
            <a:t>Wijk je ervan af?</a:t>
          </a:r>
          <a:endParaRPr lang="en-US" sz="1800" kern="1200"/>
        </a:p>
      </dsp:txBody>
      <dsp:txXfrm>
        <a:off x="3129279" y="1702748"/>
        <a:ext cx="3129279" cy="2202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6782C-A4DD-47DB-A0B6-9E339AEAF3D1}">
      <dsp:nvSpPr>
        <dsp:cNvPr id="0" name=""/>
        <dsp:cNvSpPr/>
      </dsp:nvSpPr>
      <dsp:spPr>
        <a:xfrm rot="5400000">
          <a:off x="1357027" y="1125476"/>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ABB2F2-D5E5-477E-9604-CEC71FA7E70A}">
      <dsp:nvSpPr>
        <dsp:cNvPr id="0" name=""/>
        <dsp:cNvSpPr/>
      </dsp:nvSpPr>
      <dsp:spPr>
        <a:xfrm>
          <a:off x="1095158" y="29800"/>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Component / Unit Test</a:t>
          </a:r>
          <a:endParaRPr lang="en-US" sz="2200" kern="1200"/>
        </a:p>
      </dsp:txBody>
      <dsp:txXfrm>
        <a:off x="1152023" y="86665"/>
        <a:ext cx="1550176" cy="1050950"/>
      </dsp:txXfrm>
    </dsp:sp>
    <dsp:sp modelId="{91431A4D-278A-406D-A3FD-0ADABB337643}">
      <dsp:nvSpPr>
        <dsp:cNvPr id="0" name=""/>
        <dsp:cNvSpPr/>
      </dsp:nvSpPr>
      <dsp:spPr>
        <a:xfrm>
          <a:off x="2759064" y="140879"/>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E894CD5A-9109-49D7-AC6E-EC366B51B551}">
      <dsp:nvSpPr>
        <dsp:cNvPr id="0" name=""/>
        <dsp:cNvSpPr/>
      </dsp:nvSpPr>
      <dsp:spPr>
        <a:xfrm rot="5400000">
          <a:off x="2736582" y="2433797"/>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60847C-44BA-4E65-97C0-C19798C52374}">
      <dsp:nvSpPr>
        <dsp:cNvPr id="0" name=""/>
        <dsp:cNvSpPr/>
      </dsp:nvSpPr>
      <dsp:spPr>
        <a:xfrm>
          <a:off x="2474713" y="133812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Integratie test</a:t>
          </a:r>
          <a:endParaRPr lang="en-US" sz="2200" kern="1200"/>
        </a:p>
      </dsp:txBody>
      <dsp:txXfrm>
        <a:off x="2531578" y="1394986"/>
        <a:ext cx="1550176" cy="1050950"/>
      </dsp:txXfrm>
    </dsp:sp>
    <dsp:sp modelId="{7C51C01E-2438-4D11-BA82-C8847A65AF0F}">
      <dsp:nvSpPr>
        <dsp:cNvPr id="0" name=""/>
        <dsp:cNvSpPr/>
      </dsp:nvSpPr>
      <dsp:spPr>
        <a:xfrm>
          <a:off x="4138619" y="1449200"/>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A38150FC-B86A-477F-966D-CD5C6493BD07}">
      <dsp:nvSpPr>
        <dsp:cNvPr id="0" name=""/>
        <dsp:cNvSpPr/>
      </dsp:nvSpPr>
      <dsp:spPr>
        <a:xfrm rot="5400000">
          <a:off x="4116137" y="3742117"/>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0A8C10A-D0B9-41B2-8DED-9EED4037F693}">
      <dsp:nvSpPr>
        <dsp:cNvPr id="0" name=""/>
        <dsp:cNvSpPr/>
      </dsp:nvSpPr>
      <dsp:spPr>
        <a:xfrm>
          <a:off x="3854268" y="264644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Systeem test</a:t>
          </a:r>
          <a:endParaRPr lang="en-US" sz="2200" kern="1200"/>
        </a:p>
      </dsp:txBody>
      <dsp:txXfrm>
        <a:off x="3911133" y="2703306"/>
        <a:ext cx="1550176" cy="1050950"/>
      </dsp:txXfrm>
    </dsp:sp>
    <dsp:sp modelId="{1E08E310-B6D7-4D3F-B141-E4EFE6146136}">
      <dsp:nvSpPr>
        <dsp:cNvPr id="0" name=""/>
        <dsp:cNvSpPr/>
      </dsp:nvSpPr>
      <dsp:spPr>
        <a:xfrm>
          <a:off x="5518174" y="2757520"/>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CA4FE472-B03F-41CC-8880-BFCCB7CE9378}">
      <dsp:nvSpPr>
        <dsp:cNvPr id="0" name=""/>
        <dsp:cNvSpPr/>
      </dsp:nvSpPr>
      <dsp:spPr>
        <a:xfrm>
          <a:off x="5233823" y="395476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Acceptatie test</a:t>
          </a:r>
          <a:endParaRPr lang="en-US" sz="2200" kern="1200"/>
        </a:p>
      </dsp:txBody>
      <dsp:txXfrm>
        <a:off x="5290688" y="4011626"/>
        <a:ext cx="1550176" cy="10509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6782C-A4DD-47DB-A0B6-9E339AEAF3D1}">
      <dsp:nvSpPr>
        <dsp:cNvPr id="0" name=""/>
        <dsp:cNvSpPr/>
      </dsp:nvSpPr>
      <dsp:spPr>
        <a:xfrm rot="5400000">
          <a:off x="1357027" y="1125476"/>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ABB2F2-D5E5-477E-9604-CEC71FA7E70A}">
      <dsp:nvSpPr>
        <dsp:cNvPr id="0" name=""/>
        <dsp:cNvSpPr/>
      </dsp:nvSpPr>
      <dsp:spPr>
        <a:xfrm>
          <a:off x="1095158" y="29800"/>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Component / Unit Test</a:t>
          </a:r>
          <a:endParaRPr lang="en-US" sz="2200" kern="1200"/>
        </a:p>
      </dsp:txBody>
      <dsp:txXfrm>
        <a:off x="1152023" y="86665"/>
        <a:ext cx="1550176" cy="1050950"/>
      </dsp:txXfrm>
    </dsp:sp>
    <dsp:sp modelId="{91431A4D-278A-406D-A3FD-0ADABB337643}">
      <dsp:nvSpPr>
        <dsp:cNvPr id="0" name=""/>
        <dsp:cNvSpPr/>
      </dsp:nvSpPr>
      <dsp:spPr>
        <a:xfrm>
          <a:off x="2759064" y="140879"/>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E894CD5A-9109-49D7-AC6E-EC366B51B551}">
      <dsp:nvSpPr>
        <dsp:cNvPr id="0" name=""/>
        <dsp:cNvSpPr/>
      </dsp:nvSpPr>
      <dsp:spPr>
        <a:xfrm rot="5400000">
          <a:off x="2736582" y="2433797"/>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60847C-44BA-4E65-97C0-C19798C52374}">
      <dsp:nvSpPr>
        <dsp:cNvPr id="0" name=""/>
        <dsp:cNvSpPr/>
      </dsp:nvSpPr>
      <dsp:spPr>
        <a:xfrm>
          <a:off x="2474713" y="133812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Integratie test</a:t>
          </a:r>
          <a:endParaRPr lang="en-US" sz="2200" kern="1200"/>
        </a:p>
      </dsp:txBody>
      <dsp:txXfrm>
        <a:off x="2531578" y="1394986"/>
        <a:ext cx="1550176" cy="1050950"/>
      </dsp:txXfrm>
    </dsp:sp>
    <dsp:sp modelId="{7C51C01E-2438-4D11-BA82-C8847A65AF0F}">
      <dsp:nvSpPr>
        <dsp:cNvPr id="0" name=""/>
        <dsp:cNvSpPr/>
      </dsp:nvSpPr>
      <dsp:spPr>
        <a:xfrm>
          <a:off x="4138619" y="1449200"/>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A38150FC-B86A-477F-966D-CD5C6493BD07}">
      <dsp:nvSpPr>
        <dsp:cNvPr id="0" name=""/>
        <dsp:cNvSpPr/>
      </dsp:nvSpPr>
      <dsp:spPr>
        <a:xfrm rot="5400000">
          <a:off x="4116137" y="3742117"/>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0A8C10A-D0B9-41B2-8DED-9EED4037F693}">
      <dsp:nvSpPr>
        <dsp:cNvPr id="0" name=""/>
        <dsp:cNvSpPr/>
      </dsp:nvSpPr>
      <dsp:spPr>
        <a:xfrm>
          <a:off x="3854268" y="264644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Systeem test</a:t>
          </a:r>
          <a:endParaRPr lang="en-US" sz="2200" kern="1200"/>
        </a:p>
      </dsp:txBody>
      <dsp:txXfrm>
        <a:off x="3911133" y="2703306"/>
        <a:ext cx="1550176" cy="1050950"/>
      </dsp:txXfrm>
    </dsp:sp>
    <dsp:sp modelId="{1E08E310-B6D7-4D3F-B141-E4EFE6146136}">
      <dsp:nvSpPr>
        <dsp:cNvPr id="0" name=""/>
        <dsp:cNvSpPr/>
      </dsp:nvSpPr>
      <dsp:spPr>
        <a:xfrm>
          <a:off x="5518174" y="2757520"/>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CA4FE472-B03F-41CC-8880-BFCCB7CE9378}">
      <dsp:nvSpPr>
        <dsp:cNvPr id="0" name=""/>
        <dsp:cNvSpPr/>
      </dsp:nvSpPr>
      <dsp:spPr>
        <a:xfrm>
          <a:off x="5233823" y="395476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Acceptatie test</a:t>
          </a:r>
          <a:endParaRPr lang="en-US" sz="2200" kern="1200"/>
        </a:p>
      </dsp:txBody>
      <dsp:txXfrm>
        <a:off x="5290688" y="4011626"/>
        <a:ext cx="1550176" cy="10509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6782C-A4DD-47DB-A0B6-9E339AEAF3D1}">
      <dsp:nvSpPr>
        <dsp:cNvPr id="0" name=""/>
        <dsp:cNvSpPr/>
      </dsp:nvSpPr>
      <dsp:spPr>
        <a:xfrm rot="5400000">
          <a:off x="1357027" y="1125476"/>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ABB2F2-D5E5-477E-9604-CEC71FA7E70A}">
      <dsp:nvSpPr>
        <dsp:cNvPr id="0" name=""/>
        <dsp:cNvSpPr/>
      </dsp:nvSpPr>
      <dsp:spPr>
        <a:xfrm>
          <a:off x="1095158" y="29800"/>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Component / Unit Test</a:t>
          </a:r>
          <a:endParaRPr lang="en-US" sz="2200" kern="1200"/>
        </a:p>
      </dsp:txBody>
      <dsp:txXfrm>
        <a:off x="1152023" y="86665"/>
        <a:ext cx="1550176" cy="1050950"/>
      </dsp:txXfrm>
    </dsp:sp>
    <dsp:sp modelId="{91431A4D-278A-406D-A3FD-0ADABB337643}">
      <dsp:nvSpPr>
        <dsp:cNvPr id="0" name=""/>
        <dsp:cNvSpPr/>
      </dsp:nvSpPr>
      <dsp:spPr>
        <a:xfrm>
          <a:off x="2759064" y="140879"/>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E894CD5A-9109-49D7-AC6E-EC366B51B551}">
      <dsp:nvSpPr>
        <dsp:cNvPr id="0" name=""/>
        <dsp:cNvSpPr/>
      </dsp:nvSpPr>
      <dsp:spPr>
        <a:xfrm rot="5400000">
          <a:off x="2736582" y="2433797"/>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60847C-44BA-4E65-97C0-C19798C52374}">
      <dsp:nvSpPr>
        <dsp:cNvPr id="0" name=""/>
        <dsp:cNvSpPr/>
      </dsp:nvSpPr>
      <dsp:spPr>
        <a:xfrm>
          <a:off x="2474713" y="133812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Integratie test</a:t>
          </a:r>
          <a:endParaRPr lang="en-US" sz="2200" kern="1200"/>
        </a:p>
      </dsp:txBody>
      <dsp:txXfrm>
        <a:off x="2531578" y="1394986"/>
        <a:ext cx="1550176" cy="1050950"/>
      </dsp:txXfrm>
    </dsp:sp>
    <dsp:sp modelId="{7C51C01E-2438-4D11-BA82-C8847A65AF0F}">
      <dsp:nvSpPr>
        <dsp:cNvPr id="0" name=""/>
        <dsp:cNvSpPr/>
      </dsp:nvSpPr>
      <dsp:spPr>
        <a:xfrm>
          <a:off x="4138619" y="1449200"/>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A38150FC-B86A-477F-966D-CD5C6493BD07}">
      <dsp:nvSpPr>
        <dsp:cNvPr id="0" name=""/>
        <dsp:cNvSpPr/>
      </dsp:nvSpPr>
      <dsp:spPr>
        <a:xfrm rot="5400000">
          <a:off x="4116137" y="3742117"/>
          <a:ext cx="988413" cy="112527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0A8C10A-D0B9-41B2-8DED-9EED4037F693}">
      <dsp:nvSpPr>
        <dsp:cNvPr id="0" name=""/>
        <dsp:cNvSpPr/>
      </dsp:nvSpPr>
      <dsp:spPr>
        <a:xfrm>
          <a:off x="3854268" y="264644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Systeem test</a:t>
          </a:r>
          <a:endParaRPr lang="en-US" sz="2200" kern="1200"/>
        </a:p>
      </dsp:txBody>
      <dsp:txXfrm>
        <a:off x="3911133" y="2703306"/>
        <a:ext cx="1550176" cy="1050950"/>
      </dsp:txXfrm>
    </dsp:sp>
    <dsp:sp modelId="{1E08E310-B6D7-4D3F-B141-E4EFE6146136}">
      <dsp:nvSpPr>
        <dsp:cNvPr id="0" name=""/>
        <dsp:cNvSpPr/>
      </dsp:nvSpPr>
      <dsp:spPr>
        <a:xfrm>
          <a:off x="5518174" y="2757520"/>
          <a:ext cx="1210166" cy="941345"/>
        </a:xfrm>
        <a:prstGeom prst="rect">
          <a:avLst/>
        </a:prstGeom>
        <a:noFill/>
        <a:ln>
          <a:noFill/>
        </a:ln>
        <a:effectLst/>
      </dsp:spPr>
      <dsp:style>
        <a:lnRef idx="0">
          <a:scrgbClr r="0" g="0" b="0"/>
        </a:lnRef>
        <a:fillRef idx="0">
          <a:scrgbClr r="0" g="0" b="0"/>
        </a:fillRef>
        <a:effectRef idx="0">
          <a:scrgbClr r="0" g="0" b="0"/>
        </a:effectRef>
        <a:fontRef idx="minor"/>
      </dsp:style>
    </dsp:sp>
    <dsp:sp modelId="{CA4FE472-B03F-41CC-8880-BFCCB7CE9378}">
      <dsp:nvSpPr>
        <dsp:cNvPr id="0" name=""/>
        <dsp:cNvSpPr/>
      </dsp:nvSpPr>
      <dsp:spPr>
        <a:xfrm>
          <a:off x="5233823" y="3954761"/>
          <a:ext cx="1663906" cy="1164680"/>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Acceptatie test</a:t>
          </a:r>
          <a:endParaRPr lang="en-US" sz="2200" kern="1200"/>
        </a:p>
      </dsp:txBody>
      <dsp:txXfrm>
        <a:off x="5290688" y="4011626"/>
        <a:ext cx="1550176" cy="1050950"/>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19/10/2021</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2</a:t>
            </a:fld>
            <a:endParaRPr lang="nl-BE"/>
          </a:p>
        </p:txBody>
      </p:sp>
    </p:spTree>
    <p:extLst>
      <p:ext uri="{BB962C8B-B14F-4D97-AF65-F5344CB8AC3E}">
        <p14:creationId xmlns:p14="http://schemas.microsoft.com/office/powerpoint/2010/main" val="473566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nl-BE" noProof="0" dirty="0"/>
              <a:t>Iedereen krijgt een enveloppe.</a:t>
            </a:r>
          </a:p>
          <a:p>
            <a:pPr marL="0" indent="0">
              <a:buFontTx/>
              <a:buNone/>
            </a:pPr>
            <a:r>
              <a:rPr lang="nl-BE" noProof="0" dirty="0"/>
              <a:t>Je krijgt straks 2 vragen, je schrijft de antwoorden ‘snel’ op een kaartje, en je steekt de antwoorden in de enveloppe.</a:t>
            </a:r>
          </a:p>
          <a:p>
            <a:pPr marL="0" indent="0">
              <a:buFontTx/>
              <a:buNone/>
            </a:pPr>
            <a:r>
              <a:rPr lang="nl-BE" noProof="0" dirty="0"/>
              <a:t>Daarna schrijf je op de enveloppe je naam, en het aantal cursisten waarvan je denkt dat ze beide antwoorden juist hebben.</a:t>
            </a:r>
          </a:p>
        </p:txBody>
      </p:sp>
      <p:sp>
        <p:nvSpPr>
          <p:cNvPr id="4" name="Slide Number Placeholder 3"/>
          <p:cNvSpPr>
            <a:spLocks noGrp="1"/>
          </p:cNvSpPr>
          <p:nvPr>
            <p:ph type="sldNum" sz="quarter" idx="5"/>
          </p:nvPr>
        </p:nvSpPr>
        <p:spPr/>
        <p:txBody>
          <a:bodyPr/>
          <a:lstStyle/>
          <a:p>
            <a:fld id="{9E4A7B32-3DB6-420E-BFD4-0455F7961588}" type="slidenum">
              <a:rPr lang="nl-BE" smtClean="0"/>
              <a:t>4</a:t>
            </a:fld>
            <a:endParaRPr lang="nl-BE"/>
          </a:p>
        </p:txBody>
      </p:sp>
    </p:spTree>
    <p:extLst>
      <p:ext uri="{BB962C8B-B14F-4D97-AF65-F5344CB8AC3E}">
        <p14:creationId xmlns:p14="http://schemas.microsoft.com/office/powerpoint/2010/main" val="3021033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nl-BE" noProof="0" dirty="0"/>
              <a:t>Iedereen krijgt een enveloppe.</a:t>
            </a:r>
          </a:p>
          <a:p>
            <a:pPr marL="0" indent="0">
              <a:buFontTx/>
              <a:buNone/>
            </a:pPr>
            <a:r>
              <a:rPr lang="nl-BE" noProof="0" dirty="0"/>
              <a:t>Je krijgt straks 2 vragen, je schrijft de antwoorden ‘snel’ op een kaartje, en je steekt de antwoorden in de enveloppe.</a:t>
            </a:r>
          </a:p>
          <a:p>
            <a:pPr marL="0" indent="0">
              <a:buFontTx/>
              <a:buNone/>
            </a:pPr>
            <a:r>
              <a:rPr lang="nl-BE" noProof="0" dirty="0"/>
              <a:t>Daarna schrijf je op de enveloppe je naam, en het aantal cursisten waarvan je denkt dat ze beide antwoorden juist hebben.</a:t>
            </a:r>
          </a:p>
        </p:txBody>
      </p:sp>
      <p:sp>
        <p:nvSpPr>
          <p:cNvPr id="4" name="Slide Number Placeholder 3"/>
          <p:cNvSpPr>
            <a:spLocks noGrp="1"/>
          </p:cNvSpPr>
          <p:nvPr>
            <p:ph type="sldNum" sz="quarter" idx="5"/>
          </p:nvPr>
        </p:nvSpPr>
        <p:spPr/>
        <p:txBody>
          <a:bodyPr/>
          <a:lstStyle/>
          <a:p>
            <a:fld id="{9E4A7B32-3DB6-420E-BFD4-0455F7961588}" type="slidenum">
              <a:rPr lang="nl-BE" smtClean="0"/>
              <a:t>5</a:t>
            </a:fld>
            <a:endParaRPr lang="nl-BE"/>
          </a:p>
        </p:txBody>
      </p:sp>
    </p:spTree>
    <p:extLst>
      <p:ext uri="{BB962C8B-B14F-4D97-AF65-F5344CB8AC3E}">
        <p14:creationId xmlns:p14="http://schemas.microsoft.com/office/powerpoint/2010/main" val="1287160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ltLang="fr-FR" noProof="0" dirty="0"/>
              <a:t>Bij spontaan antwoorden, en velen zullen het be-amen, dat een computer programma een set van instructies zijn voor een computer.</a:t>
            </a:r>
          </a:p>
          <a:p>
            <a:endParaRPr lang="nl-BE" altLang="fr-FR" noProof="0" dirty="0"/>
          </a:p>
          <a:p>
            <a:pPr marL="0" indent="0">
              <a:buFontTx/>
              <a:buNone/>
            </a:pPr>
            <a:endParaRPr lang="nl-BE" noProof="0" dirty="0"/>
          </a:p>
        </p:txBody>
      </p:sp>
      <p:sp>
        <p:nvSpPr>
          <p:cNvPr id="4" name="Slide Number Placeholder 3"/>
          <p:cNvSpPr>
            <a:spLocks noGrp="1"/>
          </p:cNvSpPr>
          <p:nvPr>
            <p:ph type="sldNum" sz="quarter" idx="5"/>
          </p:nvPr>
        </p:nvSpPr>
        <p:spPr/>
        <p:txBody>
          <a:bodyPr/>
          <a:lstStyle/>
          <a:p>
            <a:fld id="{9E4A7B32-3DB6-420E-BFD4-0455F7961588}" type="slidenum">
              <a:rPr lang="nl-BE" smtClean="0"/>
              <a:t>9</a:t>
            </a:fld>
            <a:endParaRPr lang="nl-BE"/>
          </a:p>
        </p:txBody>
      </p:sp>
    </p:spTree>
    <p:extLst>
      <p:ext uri="{BB962C8B-B14F-4D97-AF65-F5344CB8AC3E}">
        <p14:creationId xmlns:p14="http://schemas.microsoft.com/office/powerpoint/2010/main" val="189181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ltLang="fr-FR" noProof="0" dirty="0"/>
              <a:t>Bij spontaan antwoorden, en velen zullen het be-amen, dat een computer test een set van instructies die men moet uitvoeren en moet worden gecheckt op correctheid.</a:t>
            </a:r>
          </a:p>
          <a:p>
            <a:endParaRPr lang="nl-BE" altLang="fr-FR" noProof="0" dirty="0"/>
          </a:p>
          <a:p>
            <a:pPr marL="0" indent="0">
              <a:buFontTx/>
              <a:buNone/>
            </a:pPr>
            <a:endParaRPr lang="nl-BE" noProof="0" dirty="0"/>
          </a:p>
        </p:txBody>
      </p:sp>
      <p:sp>
        <p:nvSpPr>
          <p:cNvPr id="4" name="Slide Number Placeholder 3"/>
          <p:cNvSpPr>
            <a:spLocks noGrp="1"/>
          </p:cNvSpPr>
          <p:nvPr>
            <p:ph type="sldNum" sz="quarter" idx="5"/>
          </p:nvPr>
        </p:nvSpPr>
        <p:spPr/>
        <p:txBody>
          <a:bodyPr/>
          <a:lstStyle/>
          <a:p>
            <a:fld id="{9E4A7B32-3DB6-420E-BFD4-0455F7961588}" type="slidenum">
              <a:rPr lang="nl-BE" smtClean="0"/>
              <a:t>10</a:t>
            </a:fld>
            <a:endParaRPr lang="nl-BE"/>
          </a:p>
        </p:txBody>
      </p:sp>
    </p:spTree>
    <p:extLst>
      <p:ext uri="{BB962C8B-B14F-4D97-AF65-F5344CB8AC3E}">
        <p14:creationId xmlns:p14="http://schemas.microsoft.com/office/powerpoint/2010/main" val="2631751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nl-BE" noProof="0" dirty="0"/>
              <a:t>Schrijf deze 2 kolommen op het bord.</a:t>
            </a:r>
          </a:p>
        </p:txBody>
      </p:sp>
      <p:sp>
        <p:nvSpPr>
          <p:cNvPr id="4" name="Slide Number Placeholder 3"/>
          <p:cNvSpPr>
            <a:spLocks noGrp="1"/>
          </p:cNvSpPr>
          <p:nvPr>
            <p:ph type="sldNum" sz="quarter" idx="5"/>
          </p:nvPr>
        </p:nvSpPr>
        <p:spPr/>
        <p:txBody>
          <a:bodyPr/>
          <a:lstStyle/>
          <a:p>
            <a:fld id="{9E4A7B32-3DB6-420E-BFD4-0455F7961588}" type="slidenum">
              <a:rPr lang="nl-BE" smtClean="0"/>
              <a:t>11</a:t>
            </a:fld>
            <a:endParaRPr lang="nl-BE"/>
          </a:p>
        </p:txBody>
      </p:sp>
    </p:spTree>
    <p:extLst>
      <p:ext uri="{BB962C8B-B14F-4D97-AF65-F5344CB8AC3E}">
        <p14:creationId xmlns:p14="http://schemas.microsoft.com/office/powerpoint/2010/main" val="1882388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nl-BE" noProof="0" dirty="0"/>
              <a:t>Denk een aantal gevallen en situaties uit voor dit test scenario.</a:t>
            </a:r>
          </a:p>
          <a:p>
            <a:pPr marL="0" indent="0">
              <a:buFontTx/>
              <a:buNone/>
            </a:pPr>
            <a:r>
              <a:rPr lang="nl-BE" noProof="0" dirty="0"/>
              <a:t>Game: Probeer er één uit te denken waarvan je weet dat de anderen het niet gaan hebben.</a:t>
            </a:r>
          </a:p>
        </p:txBody>
      </p:sp>
      <p:sp>
        <p:nvSpPr>
          <p:cNvPr id="4" name="Slide Number Placeholder 3"/>
          <p:cNvSpPr>
            <a:spLocks noGrp="1"/>
          </p:cNvSpPr>
          <p:nvPr>
            <p:ph type="sldNum" sz="quarter" idx="5"/>
          </p:nvPr>
        </p:nvSpPr>
        <p:spPr/>
        <p:txBody>
          <a:bodyPr/>
          <a:lstStyle/>
          <a:p>
            <a:fld id="{9E4A7B32-3DB6-420E-BFD4-0455F7961588}" type="slidenum">
              <a:rPr lang="nl-BE" smtClean="0"/>
              <a:t>12</a:t>
            </a:fld>
            <a:endParaRPr lang="nl-BE"/>
          </a:p>
        </p:txBody>
      </p:sp>
    </p:spTree>
    <p:extLst>
      <p:ext uri="{BB962C8B-B14F-4D97-AF65-F5344CB8AC3E}">
        <p14:creationId xmlns:p14="http://schemas.microsoft.com/office/powerpoint/2010/main" val="2937172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nl-BE" noProof="0" dirty="0"/>
              <a:t>Schrijf deze 3 kolommen op het bord.</a:t>
            </a:r>
          </a:p>
          <a:p>
            <a:pPr marL="0" indent="0">
              <a:buFontTx/>
              <a:buNone/>
            </a:pPr>
            <a:r>
              <a:rPr lang="nl-BE" noProof="0" dirty="0"/>
              <a:t>En ook de voorwaarde (</a:t>
            </a:r>
            <a:r>
              <a:rPr lang="en-GB" noProof="0" dirty="0"/>
              <a:t>Prerequisite</a:t>
            </a:r>
            <a:r>
              <a:rPr lang="nl-BE" noProof="0" dirty="0"/>
              <a:t>) van de test.</a:t>
            </a:r>
          </a:p>
        </p:txBody>
      </p:sp>
      <p:sp>
        <p:nvSpPr>
          <p:cNvPr id="4" name="Slide Number Placeholder 3"/>
          <p:cNvSpPr>
            <a:spLocks noGrp="1"/>
          </p:cNvSpPr>
          <p:nvPr>
            <p:ph type="sldNum" sz="quarter" idx="5"/>
          </p:nvPr>
        </p:nvSpPr>
        <p:spPr/>
        <p:txBody>
          <a:bodyPr/>
          <a:lstStyle/>
          <a:p>
            <a:fld id="{9E4A7B32-3DB6-420E-BFD4-0455F7961588}" type="slidenum">
              <a:rPr lang="nl-BE" smtClean="0"/>
              <a:t>13</a:t>
            </a:fld>
            <a:endParaRPr lang="nl-BE"/>
          </a:p>
        </p:txBody>
      </p:sp>
    </p:spTree>
    <p:extLst>
      <p:ext uri="{BB962C8B-B14F-4D97-AF65-F5344CB8AC3E}">
        <p14:creationId xmlns:p14="http://schemas.microsoft.com/office/powerpoint/2010/main" val="3288258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Probeer te antwoorden op de simpele vragen:</a:t>
            </a:r>
          </a:p>
          <a:p>
            <a:pPr marL="171450" indent="-171450">
              <a:buFontTx/>
              <a:buChar char="-"/>
            </a:pPr>
            <a:r>
              <a:rPr lang="en-GB"/>
              <a:t>Hoeveel rode tekeningetjes zijn er?</a:t>
            </a:r>
          </a:p>
          <a:p>
            <a:pPr marL="171450" indent="-171450">
              <a:buFontTx/>
              <a:buChar char="-"/>
            </a:pPr>
            <a:r>
              <a:rPr lang="en-GB"/>
              <a:t>Hoeveel tekeningetjes zijn er zwart en rood?</a:t>
            </a:r>
          </a:p>
          <a:p>
            <a:pPr marL="171450" indent="-171450">
              <a:buFontTx/>
              <a:buChar char="-"/>
            </a:pPr>
            <a:r>
              <a:rPr lang="en-GB"/>
              <a:t>Hoeveel tekeningetjes zijn er zwart of rood?</a:t>
            </a:r>
          </a:p>
          <a:p>
            <a:pPr marL="171450" indent="-171450">
              <a:buFontTx/>
              <a:buChar char="-"/>
            </a:pPr>
            <a:r>
              <a:rPr lang="en-GB"/>
              <a:t>Hoeveel tekeningetjes zijn er niet zwart of rood?</a:t>
            </a:r>
          </a:p>
          <a:p>
            <a:pPr marL="171450" indent="-171450">
              <a:buFontTx/>
              <a:buChar char="-"/>
            </a:pPr>
            <a:r>
              <a:rPr lang="en-GB"/>
              <a:t>…</a:t>
            </a:r>
          </a:p>
        </p:txBody>
      </p:sp>
      <p:sp>
        <p:nvSpPr>
          <p:cNvPr id="4" name="Slide Number Placeholder 3"/>
          <p:cNvSpPr>
            <a:spLocks noGrp="1"/>
          </p:cNvSpPr>
          <p:nvPr>
            <p:ph type="sldNum" sz="quarter" idx="5"/>
          </p:nvPr>
        </p:nvSpPr>
        <p:spPr/>
        <p:txBody>
          <a:bodyPr/>
          <a:lstStyle/>
          <a:p>
            <a:fld id="{9E4A7B32-3DB6-420E-BFD4-0455F7961588}" type="slidenum">
              <a:rPr lang="nl-BE" smtClean="0"/>
              <a:t>14</a:t>
            </a:fld>
            <a:endParaRPr lang="nl-BE"/>
          </a:p>
        </p:txBody>
      </p:sp>
    </p:spTree>
    <p:extLst>
      <p:ext uri="{BB962C8B-B14F-4D97-AF65-F5344CB8AC3E}">
        <p14:creationId xmlns:p14="http://schemas.microsoft.com/office/powerpoint/2010/main" val="2488628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17</a:t>
            </a:fld>
            <a:endParaRPr lang="nl-BE"/>
          </a:p>
        </p:txBody>
      </p:sp>
    </p:spTree>
    <p:extLst>
      <p:ext uri="{BB962C8B-B14F-4D97-AF65-F5344CB8AC3E}">
        <p14:creationId xmlns:p14="http://schemas.microsoft.com/office/powerpoint/2010/main" val="2647901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nl-BE" noProof="0" dirty="0"/>
              <a:t>De enige manier om “Als X, dan Y” (Indien klinker, dan even getal) is het vinden van een voorbeeld “Als X, dan niet Y” (Indien klinker, dan oneven getal) te vinden.</a:t>
            </a:r>
          </a:p>
          <a:p>
            <a:pPr marL="0" indent="0">
              <a:buFontTx/>
              <a:buNone/>
            </a:pPr>
            <a:r>
              <a:rPr lang="nl-BE" noProof="0" dirty="0"/>
              <a:t>Als het zo verwoord is, dan is de “D” en de “2” niet relevant.</a:t>
            </a:r>
          </a:p>
          <a:p>
            <a:pPr marL="0" indent="0">
              <a:buFontTx/>
              <a:buNone/>
            </a:pPr>
            <a:r>
              <a:rPr lang="nl-BE" noProof="0" dirty="0"/>
              <a:t>Dus is het E en 5 die moet omgedraaid worden.</a:t>
            </a:r>
          </a:p>
          <a:p>
            <a:pPr marL="0" indent="0">
              <a:buFontTx/>
              <a:buNone/>
            </a:pPr>
            <a:endParaRPr lang="nl-BE" noProof="0" dirty="0"/>
          </a:p>
          <a:p>
            <a:pPr marL="0" indent="0">
              <a:buFontTx/>
              <a:buNone/>
            </a:pPr>
            <a:r>
              <a:rPr lang="nl-BE" noProof="0" dirty="0"/>
              <a:t>Mogelijke oplossingen:</a:t>
            </a:r>
          </a:p>
          <a:p>
            <a:pPr marL="0" indent="0">
              <a:buFontTx/>
              <a:buNone/>
            </a:pPr>
            <a:r>
              <a:rPr lang="nl-BE" noProof="0" dirty="0"/>
              <a:t>-   Geen omdraaien</a:t>
            </a:r>
          </a:p>
          <a:p>
            <a:pPr marL="171450" indent="-171450">
              <a:buFontTx/>
              <a:buChar char="-"/>
            </a:pPr>
            <a:r>
              <a:rPr lang="nl-BE" noProof="0" dirty="0"/>
              <a:t>E</a:t>
            </a:r>
          </a:p>
          <a:p>
            <a:pPr marL="171450" indent="-171450">
              <a:buFontTx/>
              <a:buChar char="-"/>
            </a:pPr>
            <a:r>
              <a:rPr lang="nl-BE" noProof="0" dirty="0"/>
              <a:t>D</a:t>
            </a:r>
          </a:p>
          <a:p>
            <a:pPr marL="171450" indent="-171450">
              <a:buFontTx/>
              <a:buChar char="-"/>
            </a:pPr>
            <a:r>
              <a:rPr lang="nl-BE" noProof="0" dirty="0"/>
              <a:t>2</a:t>
            </a:r>
          </a:p>
          <a:p>
            <a:pPr marL="171450" indent="-171450">
              <a:buFontTx/>
              <a:buChar char="-"/>
            </a:pPr>
            <a:r>
              <a:rPr lang="nl-BE" noProof="0" dirty="0"/>
              <a:t>5</a:t>
            </a:r>
          </a:p>
          <a:p>
            <a:pPr marL="171450" indent="-171450">
              <a:buFontTx/>
              <a:buChar char="-"/>
            </a:pPr>
            <a:r>
              <a:rPr lang="nl-BE" noProof="0" dirty="0"/>
              <a:t>ED</a:t>
            </a:r>
          </a:p>
          <a:p>
            <a:pPr marL="171450" indent="-171450">
              <a:buFontTx/>
              <a:buChar char="-"/>
            </a:pPr>
            <a:r>
              <a:rPr lang="nl-BE" noProof="0" dirty="0"/>
              <a:t>E2</a:t>
            </a:r>
          </a:p>
          <a:p>
            <a:pPr marL="171450" indent="-171450">
              <a:buFontTx/>
              <a:buChar char="-"/>
            </a:pPr>
            <a:r>
              <a:rPr lang="nl-BE" noProof="0" dirty="0"/>
              <a:t>E5</a:t>
            </a:r>
          </a:p>
          <a:p>
            <a:pPr marL="171450" indent="-171450">
              <a:buFontTx/>
              <a:buChar char="-"/>
            </a:pPr>
            <a:r>
              <a:rPr lang="nl-BE" noProof="0" dirty="0"/>
              <a:t>D2</a:t>
            </a:r>
          </a:p>
          <a:p>
            <a:pPr marL="171450" indent="-171450">
              <a:buFontTx/>
              <a:buChar char="-"/>
            </a:pPr>
            <a:r>
              <a:rPr lang="nl-BE" noProof="0" dirty="0"/>
              <a:t>D5</a:t>
            </a:r>
          </a:p>
          <a:p>
            <a:pPr marL="171450" indent="-171450">
              <a:buFontTx/>
              <a:buChar char="-"/>
            </a:pPr>
            <a:r>
              <a:rPr lang="nl-BE" noProof="0" dirty="0"/>
              <a:t>25</a:t>
            </a:r>
          </a:p>
          <a:p>
            <a:pPr marL="171450" indent="-171450">
              <a:buFontTx/>
              <a:buChar char="-"/>
            </a:pPr>
            <a:r>
              <a:rPr lang="nl-BE" noProof="0" dirty="0"/>
              <a:t>ED2</a:t>
            </a:r>
          </a:p>
          <a:p>
            <a:pPr marL="171450" indent="-171450">
              <a:buFontTx/>
              <a:buChar char="-"/>
            </a:pPr>
            <a:r>
              <a:rPr lang="nl-BE" noProof="0" dirty="0"/>
              <a:t>ED5</a:t>
            </a:r>
          </a:p>
          <a:p>
            <a:pPr marL="171450" indent="-171450">
              <a:buFontTx/>
              <a:buChar char="-"/>
            </a:pPr>
            <a:r>
              <a:rPr lang="nl-BE" noProof="0" dirty="0"/>
              <a:t>E25</a:t>
            </a:r>
          </a:p>
          <a:p>
            <a:pPr marL="171450" indent="-171450">
              <a:buFontTx/>
              <a:buChar char="-"/>
            </a:pPr>
            <a:r>
              <a:rPr lang="nl-BE" noProof="0" dirty="0"/>
              <a:t>D25</a:t>
            </a:r>
          </a:p>
          <a:p>
            <a:pPr marL="171450" indent="-171450">
              <a:buFontTx/>
              <a:buChar char="-"/>
            </a:pPr>
            <a:r>
              <a:rPr lang="nl-BE" noProof="0" dirty="0"/>
              <a:t>ED25</a:t>
            </a:r>
          </a:p>
        </p:txBody>
      </p:sp>
      <p:sp>
        <p:nvSpPr>
          <p:cNvPr id="4" name="Slide Number Placeholder 3"/>
          <p:cNvSpPr>
            <a:spLocks noGrp="1"/>
          </p:cNvSpPr>
          <p:nvPr>
            <p:ph type="sldNum" sz="quarter" idx="5"/>
          </p:nvPr>
        </p:nvSpPr>
        <p:spPr/>
        <p:txBody>
          <a:bodyPr/>
          <a:lstStyle/>
          <a:p>
            <a:fld id="{9E4A7B32-3DB6-420E-BFD4-0455F7961588}" type="slidenum">
              <a:rPr lang="nl-BE" smtClean="0"/>
              <a:t>18</a:t>
            </a:fld>
            <a:endParaRPr lang="nl-BE"/>
          </a:p>
        </p:txBody>
      </p:sp>
    </p:spTree>
    <p:extLst>
      <p:ext uri="{BB962C8B-B14F-4D97-AF65-F5344CB8AC3E}">
        <p14:creationId xmlns:p14="http://schemas.microsoft.com/office/powerpoint/2010/main" val="4057980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Welke vervelende vragen kun je hier stellen over de opdracht?</a:t>
            </a:r>
          </a:p>
          <a:p>
            <a:pPr marL="171450" indent="-171450">
              <a:buFontTx/>
              <a:buChar char="-"/>
            </a:pPr>
            <a:r>
              <a:rPr lang="en-GB"/>
              <a:t>21, er staat een cijfer 2 in (cijfer / getal / nummer)</a:t>
            </a:r>
          </a:p>
          <a:p>
            <a:pPr marL="171450" indent="-171450">
              <a:buFontTx/>
              <a:buChar char="-"/>
            </a:pPr>
            <a:r>
              <a:rPr lang="en-GB"/>
              <a:t>D, dat kan een hexadecimaal getal zijn?</a:t>
            </a:r>
          </a:p>
          <a:p>
            <a:pPr marL="171450" indent="-171450">
              <a:buFontTx/>
              <a:buChar char="-"/>
            </a:pPr>
            <a:r>
              <a:rPr lang="en-GB"/>
              <a:t>Is de “0” een nul of een klinker?</a:t>
            </a:r>
          </a:p>
          <a:p>
            <a:pPr marL="171450" indent="-171450">
              <a:buFontTx/>
              <a:buChar char="-"/>
            </a:pPr>
            <a:r>
              <a:rPr lang="en-GB"/>
              <a:t>Is “Y” een klinker? (soms)</a:t>
            </a:r>
          </a:p>
          <a:p>
            <a:pPr marL="171450" indent="-171450">
              <a:buFontTx/>
              <a:buChar char="-"/>
            </a:pPr>
            <a:r>
              <a:rPr lang="en-GB"/>
              <a:t>De “Y” staat kleiner, is dat een fout?</a:t>
            </a:r>
          </a:p>
          <a:p>
            <a:pPr marL="171450" indent="-171450">
              <a:buFontTx/>
              <a:buChar char="-"/>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19</a:t>
            </a:fld>
            <a:endParaRPr lang="nl-BE"/>
          </a:p>
        </p:txBody>
      </p:sp>
    </p:spTree>
    <p:extLst>
      <p:ext uri="{BB962C8B-B14F-4D97-AF65-F5344CB8AC3E}">
        <p14:creationId xmlns:p14="http://schemas.microsoft.com/office/powerpoint/2010/main" val="2386955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Link naar een filmpje: </a:t>
            </a:r>
            <a:r>
              <a:rPr lang="nl-NL" altLang="fr-FR" sz="1200"/>
              <a:t>https://explorable.com/confirmation-bias</a:t>
            </a:r>
            <a:endParaRPr lang="en-GB" altLang="fr-FR" sz="1200"/>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fr-FR" sz="1200"/>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Bevestiging van een vermoeden. Beter gekend als het selectief verzamelen van bewijsmateriaal.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Informatie die gekend is, beïnvloed in zeer sterke mate het gedrag van mensen, het denkpatroon zit op een bepaald moment vast in de informatie waarvan ze weten dat het juist 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Men gaat dus meestal een input in het component geven, waarvan ze weten dat het juist 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De kunst ligt erin, een input te geven, waarvan je denkt dat de kans héél groot is, dat het fout zal zijn.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altLang="fr-FR" sz="1200"/>
          </a:p>
        </p:txBody>
      </p:sp>
      <p:sp>
        <p:nvSpPr>
          <p:cNvPr id="4" name="Slide Number Placeholder 3"/>
          <p:cNvSpPr>
            <a:spLocks noGrp="1"/>
          </p:cNvSpPr>
          <p:nvPr>
            <p:ph type="sldNum" sz="quarter" idx="5"/>
          </p:nvPr>
        </p:nvSpPr>
        <p:spPr/>
        <p:txBody>
          <a:bodyPr/>
          <a:lstStyle/>
          <a:p>
            <a:fld id="{9E4A7B32-3DB6-420E-BFD4-0455F7961588}" type="slidenum">
              <a:rPr lang="nl-BE" smtClean="0"/>
              <a:t>22</a:t>
            </a:fld>
            <a:endParaRPr lang="nl-BE"/>
          </a:p>
        </p:txBody>
      </p:sp>
    </p:spTree>
    <p:extLst>
      <p:ext uri="{BB962C8B-B14F-4D97-AF65-F5344CB8AC3E}">
        <p14:creationId xmlns:p14="http://schemas.microsoft.com/office/powerpoint/2010/main" val="546197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Link naar een filmpje: </a:t>
            </a:r>
            <a:r>
              <a:rPr lang="nl-NL" altLang="fr-FR" sz="1200"/>
              <a:t>https://explorable.com/confirmation-bias</a:t>
            </a:r>
            <a:endParaRPr lang="en-GB" altLang="fr-FR" sz="1200"/>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fr-FR" sz="1200"/>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Bevestiging van een vermoeden. Beter gekend als het selectief verzamelen van bewijsmateriaal.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Informatie die gekend is, beïnvloed in zeer sterke mate het gedrag van mensen, het denkpatroon zit op een bepaald moment vast in de informatie waarvan ze weten dat het juist 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Men gaat dus meestal een input in het component geven, waarvan ze weten dat het juist 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De kunst ligt erin, een input te geven, waarvan je denkt dat de kans héél groot is, dat het fout zal zijn.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fr-FR" sz="1200"/>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fr-FR" sz="1200"/>
              <a:t>Mensen hebben het lastig om hun eigen verzonnen regels te doorbreken. Mensen proberen te zoeken naar bevestiging, en niet naar afwijzing.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altLang="fr-FR" sz="1200"/>
          </a:p>
        </p:txBody>
      </p:sp>
      <p:sp>
        <p:nvSpPr>
          <p:cNvPr id="4" name="Slide Number Placeholder 3"/>
          <p:cNvSpPr>
            <a:spLocks noGrp="1"/>
          </p:cNvSpPr>
          <p:nvPr>
            <p:ph type="sldNum" sz="quarter" idx="5"/>
          </p:nvPr>
        </p:nvSpPr>
        <p:spPr/>
        <p:txBody>
          <a:bodyPr/>
          <a:lstStyle/>
          <a:p>
            <a:fld id="{9E4A7B32-3DB6-420E-BFD4-0455F7961588}" type="slidenum">
              <a:rPr lang="nl-BE" smtClean="0"/>
              <a:t>23</a:t>
            </a:fld>
            <a:endParaRPr lang="nl-BE"/>
          </a:p>
        </p:txBody>
      </p:sp>
    </p:spTree>
    <p:extLst>
      <p:ext uri="{BB962C8B-B14F-4D97-AF65-F5344CB8AC3E}">
        <p14:creationId xmlns:p14="http://schemas.microsoft.com/office/powerpoint/2010/main" val="1571033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Schrijf deze extra kolom op het bord.</a:t>
            </a:r>
          </a:p>
        </p:txBody>
      </p:sp>
      <p:sp>
        <p:nvSpPr>
          <p:cNvPr id="4" name="Slide Number Placeholder 3"/>
          <p:cNvSpPr>
            <a:spLocks noGrp="1"/>
          </p:cNvSpPr>
          <p:nvPr>
            <p:ph type="sldNum" sz="quarter" idx="5"/>
          </p:nvPr>
        </p:nvSpPr>
        <p:spPr/>
        <p:txBody>
          <a:bodyPr/>
          <a:lstStyle/>
          <a:p>
            <a:fld id="{9E4A7B32-3DB6-420E-BFD4-0455F7961588}" type="slidenum">
              <a:rPr lang="nl-BE" smtClean="0"/>
              <a:t>24</a:t>
            </a:fld>
            <a:endParaRPr lang="nl-BE"/>
          </a:p>
        </p:txBody>
      </p:sp>
    </p:spTree>
    <p:extLst>
      <p:ext uri="{BB962C8B-B14F-4D97-AF65-F5344CB8AC3E}">
        <p14:creationId xmlns:p14="http://schemas.microsoft.com/office/powerpoint/2010/main" val="20278261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Schrijf deze extra kolom op het bord.</a:t>
            </a:r>
          </a:p>
        </p:txBody>
      </p:sp>
      <p:sp>
        <p:nvSpPr>
          <p:cNvPr id="4" name="Slide Number Placeholder 3"/>
          <p:cNvSpPr>
            <a:spLocks noGrp="1"/>
          </p:cNvSpPr>
          <p:nvPr>
            <p:ph type="sldNum" sz="quarter" idx="5"/>
          </p:nvPr>
        </p:nvSpPr>
        <p:spPr/>
        <p:txBody>
          <a:bodyPr/>
          <a:lstStyle/>
          <a:p>
            <a:fld id="{9E4A7B32-3DB6-420E-BFD4-0455F7961588}" type="slidenum">
              <a:rPr lang="nl-BE" smtClean="0"/>
              <a:t>25</a:t>
            </a:fld>
            <a:endParaRPr lang="nl-BE"/>
          </a:p>
        </p:txBody>
      </p:sp>
    </p:spTree>
    <p:extLst>
      <p:ext uri="{BB962C8B-B14F-4D97-AF65-F5344CB8AC3E}">
        <p14:creationId xmlns:p14="http://schemas.microsoft.com/office/powerpoint/2010/main" val="1968238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Wat als de 4 maar na 2 uur tevoorschijn komt?</a:t>
            </a:r>
          </a:p>
          <a:p>
            <a:r>
              <a:rPr lang="en-GB"/>
              <a:t>Wat als de 4 ondersteboven stond?</a:t>
            </a:r>
          </a:p>
          <a:p>
            <a:r>
              <a:rPr lang="en-GB"/>
              <a:t>Wat als de 4 tevoorschijn komt, maar dat de batterij begint te lekken als je dat doet?</a:t>
            </a:r>
          </a:p>
          <a:p>
            <a:r>
              <a:rPr lang="en-GB"/>
              <a:t>Wat als er al een 6 op het scherm stond?</a:t>
            </a:r>
          </a:p>
          <a:p>
            <a:r>
              <a:rPr lang="en-GB"/>
              <a:t>Wat als er een “-”-teken op het scherm stond?</a:t>
            </a:r>
          </a:p>
          <a:p>
            <a:r>
              <a:rPr lang="en-GB"/>
              <a:t>Wat als je niet decimaal werkt maar met een 3-tallig stelsel (dan zou het 11 zijn)</a:t>
            </a:r>
          </a:p>
          <a:p>
            <a:r>
              <a:rPr lang="en-GB"/>
              <a:t>Wat er er “Enter” staat in plaats van “=“</a:t>
            </a:r>
          </a:p>
          <a:p>
            <a:r>
              <a:rPr lang="en-GB"/>
              <a:t>Wat als je werkt met een Texas Instrument Rekenmachine.</a:t>
            </a:r>
          </a:p>
          <a:p>
            <a:endParaRPr lang="en-GB"/>
          </a:p>
          <a:p>
            <a:r>
              <a:rPr lang="en-GB"/>
              <a:t>Er zijn zoveel mogelijke onverwachte resultaten in een goede test, dat je niet kunt verwachten dat er geen onverwachte resultaten zullen zijn.</a:t>
            </a:r>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29</a:t>
            </a:fld>
            <a:endParaRPr lang="nl-BE"/>
          </a:p>
        </p:txBody>
      </p:sp>
    </p:spTree>
    <p:extLst>
      <p:ext uri="{BB962C8B-B14F-4D97-AF65-F5344CB8AC3E}">
        <p14:creationId xmlns:p14="http://schemas.microsoft.com/office/powerpoint/2010/main" val="3563268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Richtlijnen en strategie</a:t>
            </a:r>
          </a:p>
          <a:p>
            <a:pPr marL="171450" indent="-171450">
              <a:buFontTx/>
              <a:buChar char="-"/>
            </a:pPr>
            <a:r>
              <a:rPr lang="en-GB"/>
              <a:t>Dingen die je helpen je probleem op te lossen.</a:t>
            </a:r>
          </a:p>
          <a:p>
            <a:pPr marL="171450" indent="-171450">
              <a:buFontTx/>
              <a:buChar char="-"/>
            </a:pPr>
            <a:r>
              <a:rPr lang="en-GB"/>
              <a:t>Ze zijn geen garantie voor succes</a:t>
            </a:r>
          </a:p>
          <a:p>
            <a:pPr marL="171450" indent="-171450">
              <a:buFontTx/>
              <a:buChar char="-"/>
            </a:pPr>
            <a:r>
              <a:rPr lang="en-GB"/>
              <a:t>Richtlijnen en strategie worden toegepast, niet gevolgd op de letter.</a:t>
            </a:r>
          </a:p>
          <a:p>
            <a:pPr marL="171450" indent="-171450">
              <a:buFontTx/>
              <a:buChar char="-"/>
            </a:pPr>
            <a:r>
              <a:rPr lang="en-GB"/>
              <a:t>Maar je zult altijd moeten rapporteren</a:t>
            </a:r>
          </a:p>
          <a:p>
            <a:pPr marL="171450" lvl="0" indent="-171450">
              <a:buFontTx/>
              <a:buChar char="-"/>
            </a:pPr>
            <a:r>
              <a:rPr lang="en-GB"/>
              <a:t>Beeld je eens in dat je geen verslag zou moeten maken</a:t>
            </a:r>
          </a:p>
          <a:p>
            <a:pPr marL="628650" lvl="1" indent="-171450">
              <a:buFontTx/>
              <a:buChar char="-"/>
            </a:pPr>
            <a:r>
              <a:rPr lang="en-GB"/>
              <a:t>Dan is testen onder tijdsdruk gemakkelijk.</a:t>
            </a:r>
          </a:p>
          <a:p>
            <a:pPr marL="628650" lvl="1" indent="-171450">
              <a:buFontTx/>
              <a:buChar char="-"/>
            </a:pPr>
            <a:r>
              <a:rPr lang="en-GB"/>
              <a:t>Ge doet je testen gewoon slecht, niemand gaat het weten en niemand gaat er wakker van liggen.</a:t>
            </a:r>
          </a:p>
          <a:p>
            <a:pPr marL="171450" lvl="0" indent="-171450">
              <a:buFontTx/>
              <a:buChar char="-"/>
            </a:pPr>
            <a:r>
              <a:rPr lang="en-GB"/>
              <a:t>Wat testen lastig maakt is dat, iemand (misschien je opdrachtgever) je werk gaat evalueren.</a:t>
            </a:r>
          </a:p>
          <a:p>
            <a:pPr marL="171450" lvl="0" indent="-171450">
              <a:buFontTx/>
              <a:buChar char="-"/>
            </a:pPr>
            <a:r>
              <a:rPr lang="en-GB"/>
              <a:t>Meestal is dat wanneer dingen fout gaan.</a:t>
            </a:r>
          </a:p>
          <a:p>
            <a:pPr marL="171450" lvl="0" indent="-171450">
              <a:buFontTx/>
              <a:buChar char="-"/>
            </a:pPr>
            <a:r>
              <a:rPr lang="en-GB"/>
              <a:t>Zorg dat je op ieder moment trots kunt terugkijken op je geleverde werk.</a:t>
            </a:r>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33</a:t>
            </a:fld>
            <a:endParaRPr lang="nl-BE"/>
          </a:p>
        </p:txBody>
      </p:sp>
    </p:spTree>
    <p:extLst>
      <p:ext uri="{BB962C8B-B14F-4D97-AF65-F5344CB8AC3E}">
        <p14:creationId xmlns:p14="http://schemas.microsoft.com/office/powerpoint/2010/main" val="1711795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34</a:t>
            </a:fld>
            <a:endParaRPr lang="nl-BE"/>
          </a:p>
        </p:txBody>
      </p:sp>
    </p:spTree>
    <p:extLst>
      <p:ext uri="{BB962C8B-B14F-4D97-AF65-F5344CB8AC3E}">
        <p14:creationId xmlns:p14="http://schemas.microsoft.com/office/powerpoint/2010/main" val="988706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35</a:t>
            </a:fld>
            <a:endParaRPr lang="nl-BE"/>
          </a:p>
        </p:txBody>
      </p:sp>
    </p:spTree>
    <p:extLst>
      <p:ext uri="{BB962C8B-B14F-4D97-AF65-F5344CB8AC3E}">
        <p14:creationId xmlns:p14="http://schemas.microsoft.com/office/powerpoint/2010/main" val="7785691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Schrijf deze 3 kolommen op het bord.</a:t>
            </a:r>
          </a:p>
          <a:p>
            <a:pPr marL="0" indent="0">
              <a:buFontTx/>
              <a:buNone/>
            </a:pPr>
            <a:r>
              <a:rPr lang="en-GB"/>
              <a:t>En ook de voorwaarde (Prerequisite) van de test.</a:t>
            </a:r>
          </a:p>
        </p:txBody>
      </p:sp>
      <p:sp>
        <p:nvSpPr>
          <p:cNvPr id="4" name="Slide Number Placeholder 3"/>
          <p:cNvSpPr>
            <a:spLocks noGrp="1"/>
          </p:cNvSpPr>
          <p:nvPr>
            <p:ph type="sldNum" sz="quarter" idx="5"/>
          </p:nvPr>
        </p:nvSpPr>
        <p:spPr/>
        <p:txBody>
          <a:bodyPr/>
          <a:lstStyle/>
          <a:p>
            <a:fld id="{9E4A7B32-3DB6-420E-BFD4-0455F7961588}" type="slidenum">
              <a:rPr lang="nl-BE" smtClean="0"/>
              <a:t>39</a:t>
            </a:fld>
            <a:endParaRPr lang="nl-BE"/>
          </a:p>
        </p:txBody>
      </p:sp>
    </p:spTree>
    <p:extLst>
      <p:ext uri="{BB962C8B-B14F-4D97-AF65-F5344CB8AC3E}">
        <p14:creationId xmlns:p14="http://schemas.microsoft.com/office/powerpoint/2010/main" val="17746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Schrijf deze 3 kolommen op het bord.</a:t>
            </a:r>
          </a:p>
          <a:p>
            <a:pPr marL="0" indent="0">
              <a:buFontTx/>
              <a:buNone/>
            </a:pPr>
            <a:r>
              <a:rPr lang="en-GB"/>
              <a:t>En ook de voorwaarde (Prerequisite) van de test.</a:t>
            </a:r>
          </a:p>
        </p:txBody>
      </p:sp>
      <p:sp>
        <p:nvSpPr>
          <p:cNvPr id="4" name="Slide Number Placeholder 3"/>
          <p:cNvSpPr>
            <a:spLocks noGrp="1"/>
          </p:cNvSpPr>
          <p:nvPr>
            <p:ph type="sldNum" sz="quarter" idx="5"/>
          </p:nvPr>
        </p:nvSpPr>
        <p:spPr/>
        <p:txBody>
          <a:bodyPr/>
          <a:lstStyle/>
          <a:p>
            <a:fld id="{9E4A7B32-3DB6-420E-BFD4-0455F7961588}" type="slidenum">
              <a:rPr lang="nl-BE" smtClean="0"/>
              <a:t>40</a:t>
            </a:fld>
            <a:endParaRPr lang="nl-BE"/>
          </a:p>
        </p:txBody>
      </p:sp>
    </p:spTree>
    <p:extLst>
      <p:ext uri="{BB962C8B-B14F-4D97-AF65-F5344CB8AC3E}">
        <p14:creationId xmlns:p14="http://schemas.microsoft.com/office/powerpoint/2010/main" val="323970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43</a:t>
            </a:fld>
            <a:endParaRPr lang="nl-BE"/>
          </a:p>
        </p:txBody>
      </p:sp>
    </p:spTree>
    <p:extLst>
      <p:ext uri="{BB962C8B-B14F-4D97-AF65-F5344CB8AC3E}">
        <p14:creationId xmlns:p14="http://schemas.microsoft.com/office/powerpoint/2010/main" val="1916847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spcBef>
                <a:spcPct val="20000"/>
              </a:spcBef>
              <a:buClr>
                <a:srgbClr val="C5CD68"/>
              </a:buClr>
              <a:buFontTx/>
              <a:buChar char="-"/>
            </a:pPr>
            <a:r>
              <a:rPr lang="en-US" altLang="fr-FR" sz="1200">
                <a:solidFill>
                  <a:srgbClr val="4B6771"/>
                </a:solidFill>
                <a:latin typeface="Calibri" panose="020F0502020204030204" pitchFamily="34" charset="0"/>
              </a:rPr>
              <a:t>Er zijn veel tools (hulpmiddelen), procedures en bronnen van ‘bewijs’.</a:t>
            </a:r>
          </a:p>
          <a:p>
            <a:pPr marL="171450" indent="-171450" eaLnBrk="1" hangingPunct="1">
              <a:spcBef>
                <a:spcPct val="20000"/>
              </a:spcBef>
              <a:buClr>
                <a:srgbClr val="C5CD68"/>
              </a:buClr>
              <a:buFontTx/>
              <a:buChar char="-"/>
            </a:pPr>
            <a:r>
              <a:rPr lang="en-US" altLang="fr-FR" sz="1200">
                <a:solidFill>
                  <a:srgbClr val="4B6771"/>
                </a:solidFill>
                <a:latin typeface="Calibri" panose="020F0502020204030204" pitchFamily="34" charset="0"/>
              </a:rPr>
              <a:t>Tools (hulpmiddelen) en procedures bepalen niet het onderzoek en het doel van het onderzoek.</a:t>
            </a:r>
          </a:p>
          <a:p>
            <a:pPr marL="171450" indent="-171450" eaLnBrk="1" hangingPunct="1">
              <a:spcBef>
                <a:spcPct val="20000"/>
              </a:spcBef>
              <a:buClr>
                <a:srgbClr val="C5CD68"/>
              </a:buClr>
              <a:buFontTx/>
              <a:buChar char="-"/>
            </a:pPr>
            <a:r>
              <a:rPr lang="en-US" altLang="fr-FR" sz="1200">
                <a:solidFill>
                  <a:srgbClr val="4B6771"/>
                </a:solidFill>
                <a:latin typeface="Calibri" panose="020F0502020204030204" pitchFamily="34" charset="0"/>
              </a:rPr>
              <a:t>Er is meestal teveel bewijsmateriaal om alles grondig te kunnen testen.</a:t>
            </a:r>
          </a:p>
          <a:p>
            <a:pPr marL="171450" indent="-171450" eaLnBrk="1" hangingPunct="1">
              <a:spcBef>
                <a:spcPct val="20000"/>
              </a:spcBef>
              <a:buClr>
                <a:srgbClr val="C5CD68"/>
              </a:buClr>
              <a:buFontTx/>
              <a:buChar char="-"/>
            </a:pPr>
            <a:r>
              <a:rPr lang="en-US" altLang="fr-FR" sz="1200">
                <a:solidFill>
                  <a:srgbClr val="4B6771"/>
                </a:solidFill>
                <a:latin typeface="Calibri" panose="020F0502020204030204" pitchFamily="34" charset="0"/>
              </a:rPr>
              <a:t>Tools (hulpmiddelen) zijn duur (soms extreem duur)</a:t>
            </a:r>
          </a:p>
          <a:p>
            <a:pPr marL="171450" indent="-171450" eaLnBrk="1" hangingPunct="1">
              <a:spcBef>
                <a:spcPct val="20000"/>
              </a:spcBef>
              <a:buClr>
                <a:srgbClr val="C5CD68"/>
              </a:buClr>
              <a:buFontTx/>
              <a:buChar char="-"/>
            </a:pPr>
            <a:r>
              <a:rPr lang="en-US" altLang="fr-FR" sz="1200">
                <a:solidFill>
                  <a:srgbClr val="4B6771"/>
                </a:solidFill>
                <a:latin typeface="Calibri" panose="020F0502020204030204" pitchFamily="34" charset="0"/>
              </a:rPr>
              <a:t>Onderzoekers werken onder voorwaarden van onzekerheid en staan onder druk (extreme druk)</a:t>
            </a:r>
          </a:p>
          <a:p>
            <a:pPr marL="171450" indent="-171450" eaLnBrk="1" hangingPunct="1">
              <a:spcBef>
                <a:spcPct val="20000"/>
              </a:spcBef>
              <a:buClr>
                <a:srgbClr val="C5CD68"/>
              </a:buClr>
              <a:buFontTx/>
              <a:buChar char="-"/>
            </a:pPr>
            <a:r>
              <a:rPr lang="en-US" altLang="fr-FR" sz="1200">
                <a:solidFill>
                  <a:srgbClr val="4B6771"/>
                </a:solidFill>
                <a:latin typeface="Calibri" panose="020F0502020204030204" pitchFamily="34" charset="0"/>
              </a:rPr>
              <a:t>De klanten (niet de onderzoekers) maken beslissingen hoe het verder gaat, op basis van het bewijsmateriaal dat de onderzoekers bekend maken.</a:t>
            </a:r>
          </a:p>
        </p:txBody>
      </p:sp>
      <p:sp>
        <p:nvSpPr>
          <p:cNvPr id="4" name="Slide Number Placeholder 3"/>
          <p:cNvSpPr>
            <a:spLocks noGrp="1"/>
          </p:cNvSpPr>
          <p:nvPr>
            <p:ph type="sldNum" sz="quarter" idx="5"/>
          </p:nvPr>
        </p:nvSpPr>
        <p:spPr/>
        <p:txBody>
          <a:bodyPr/>
          <a:lstStyle/>
          <a:p>
            <a:fld id="{9E4A7B32-3DB6-420E-BFD4-0455F7961588}" type="slidenum">
              <a:rPr lang="nl-BE" smtClean="0"/>
              <a:t>44</a:t>
            </a:fld>
            <a:endParaRPr lang="nl-BE"/>
          </a:p>
        </p:txBody>
      </p:sp>
    </p:spTree>
    <p:extLst>
      <p:ext uri="{BB962C8B-B14F-4D97-AF65-F5344CB8AC3E}">
        <p14:creationId xmlns:p14="http://schemas.microsoft.com/office/powerpoint/2010/main" val="12530275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46</a:t>
            </a:fld>
            <a:endParaRPr lang="nl-BE"/>
          </a:p>
        </p:txBody>
      </p:sp>
    </p:spTree>
    <p:extLst>
      <p:ext uri="{BB962C8B-B14F-4D97-AF65-F5344CB8AC3E}">
        <p14:creationId xmlns:p14="http://schemas.microsoft.com/office/powerpoint/2010/main" val="30221177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47</a:t>
            </a:fld>
            <a:endParaRPr lang="nl-BE"/>
          </a:p>
        </p:txBody>
      </p:sp>
    </p:spTree>
    <p:extLst>
      <p:ext uri="{BB962C8B-B14F-4D97-AF65-F5344CB8AC3E}">
        <p14:creationId xmlns:p14="http://schemas.microsoft.com/office/powerpoint/2010/main" val="25170949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Schrijf deze 3 kolommen op het bord.</a:t>
            </a:r>
          </a:p>
          <a:p>
            <a:pPr marL="0" indent="0">
              <a:buFontTx/>
              <a:buNone/>
            </a:pPr>
            <a:r>
              <a:rPr lang="en-GB"/>
              <a:t>En ook de voorwaarde (Prerequisite) van de test.</a:t>
            </a:r>
          </a:p>
        </p:txBody>
      </p:sp>
      <p:sp>
        <p:nvSpPr>
          <p:cNvPr id="4" name="Slide Number Placeholder 3"/>
          <p:cNvSpPr>
            <a:spLocks noGrp="1"/>
          </p:cNvSpPr>
          <p:nvPr>
            <p:ph type="sldNum" sz="quarter" idx="5"/>
          </p:nvPr>
        </p:nvSpPr>
        <p:spPr/>
        <p:txBody>
          <a:bodyPr/>
          <a:lstStyle/>
          <a:p>
            <a:fld id="{9E4A7B32-3DB6-420E-BFD4-0455F7961588}" type="slidenum">
              <a:rPr lang="nl-BE" smtClean="0"/>
              <a:t>48</a:t>
            </a:fld>
            <a:endParaRPr lang="nl-BE"/>
          </a:p>
        </p:txBody>
      </p:sp>
    </p:spTree>
    <p:extLst>
      <p:ext uri="{BB962C8B-B14F-4D97-AF65-F5344CB8AC3E}">
        <p14:creationId xmlns:p14="http://schemas.microsoft.com/office/powerpoint/2010/main" val="42703876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Hier staan we lang bij stil.</a:t>
            </a:r>
          </a:p>
        </p:txBody>
      </p:sp>
      <p:sp>
        <p:nvSpPr>
          <p:cNvPr id="4" name="Slide Number Placeholder 3"/>
          <p:cNvSpPr>
            <a:spLocks noGrp="1"/>
          </p:cNvSpPr>
          <p:nvPr>
            <p:ph type="sldNum" sz="quarter" idx="5"/>
          </p:nvPr>
        </p:nvSpPr>
        <p:spPr/>
        <p:txBody>
          <a:bodyPr/>
          <a:lstStyle/>
          <a:p>
            <a:fld id="{9E4A7B32-3DB6-420E-BFD4-0455F7961588}" type="slidenum">
              <a:rPr lang="nl-BE" smtClean="0"/>
              <a:t>49</a:t>
            </a:fld>
            <a:endParaRPr lang="nl-BE"/>
          </a:p>
        </p:txBody>
      </p:sp>
    </p:spTree>
    <p:extLst>
      <p:ext uri="{BB962C8B-B14F-4D97-AF65-F5344CB8AC3E}">
        <p14:creationId xmlns:p14="http://schemas.microsoft.com/office/powerpoint/2010/main" val="35185844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51</a:t>
            </a:fld>
            <a:endParaRPr lang="nl-BE"/>
          </a:p>
        </p:txBody>
      </p:sp>
    </p:spTree>
    <p:extLst>
      <p:ext uri="{BB962C8B-B14F-4D97-AF65-F5344CB8AC3E}">
        <p14:creationId xmlns:p14="http://schemas.microsoft.com/office/powerpoint/2010/main" val="21965331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52</a:t>
            </a:fld>
            <a:endParaRPr lang="nl-BE"/>
          </a:p>
        </p:txBody>
      </p:sp>
    </p:spTree>
    <p:extLst>
      <p:ext uri="{BB962C8B-B14F-4D97-AF65-F5344CB8AC3E}">
        <p14:creationId xmlns:p14="http://schemas.microsoft.com/office/powerpoint/2010/main" val="35494673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53</a:t>
            </a:fld>
            <a:endParaRPr lang="nl-BE"/>
          </a:p>
        </p:txBody>
      </p:sp>
    </p:spTree>
    <p:extLst>
      <p:ext uri="{BB962C8B-B14F-4D97-AF65-F5344CB8AC3E}">
        <p14:creationId xmlns:p14="http://schemas.microsoft.com/office/powerpoint/2010/main" val="2518165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 Een verwijzing naar de bron en auteur wordt gewaardeerd.</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algn="l" defTabSz="914400"/>
            <a:r>
              <a:rPr lang="nl-NL" sz="1800">
                <a:solidFill>
                  <a:srgbClr val="034EA2"/>
                </a:solidFill>
              </a:rPr>
              <a:t>Hoofdtitel: Software Testen</a:t>
            </a:r>
            <a:br>
              <a:rPr lang="nl-NL" sz="1800">
                <a:solidFill>
                  <a:srgbClr val="034EA2"/>
                </a:solidFill>
              </a:rPr>
            </a:br>
            <a:r>
              <a:rPr lang="nl-NL" sz="1800">
                <a:solidFill>
                  <a:srgbClr val="034EA2"/>
                </a:solidFill>
              </a:rPr>
              <a:t>Subtitel: Grondbeginselen / Basis principes</a:t>
            </a:r>
            <a:br>
              <a:rPr lang="nl-NL" sz="1800">
                <a:solidFill>
                  <a:srgbClr val="034EA2"/>
                </a:solidFill>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hyperlink" Target="https://app.pluralsight.com/player?course=what-is-programming&amp;author=simon-allardice&amp;name=what-is-programming-m1&amp;clip=2&amp;mode=liv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xplorable.com/confirmation-bia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nl-BE"/>
              <a:t>Grondbeginselen / Test Niveaus</a:t>
            </a:r>
          </a:p>
          <a:p>
            <a:r>
              <a:rPr lang="nl-BE"/>
              <a:t>4 werkuur</a:t>
            </a:r>
          </a:p>
        </p:txBody>
      </p:sp>
      <p:sp>
        <p:nvSpPr>
          <p:cNvPr id="3" name="Text Placeholder 2"/>
          <p:cNvSpPr>
            <a:spLocks noGrp="1"/>
          </p:cNvSpPr>
          <p:nvPr>
            <p:ph type="body" sz="quarter" idx="11"/>
          </p:nvPr>
        </p:nvSpPr>
        <p:spPr/>
        <p:txBody>
          <a:bodyPr/>
          <a:lstStyle/>
          <a:p>
            <a:r>
              <a:rPr lang="nl-BE"/>
              <a:t>Software Testen</a:t>
            </a:r>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E7DB9-751C-48EC-983D-52B958C4760E}"/>
              </a:ext>
            </a:extLst>
          </p:cNvPr>
          <p:cNvSpPr>
            <a:spLocks noGrp="1"/>
          </p:cNvSpPr>
          <p:nvPr>
            <p:ph type="sldNum" sz="quarter" idx="7"/>
          </p:nvPr>
        </p:nvSpPr>
        <p:spPr/>
        <p:txBody>
          <a:bodyPr/>
          <a:lstStyle/>
          <a:p>
            <a:fld id="{B6F15528-21DE-4FAA-801E-634DDDAF4B2B}" type="slidenum">
              <a:rPr lang="en-US" smtClean="0"/>
              <a:t>2</a:t>
            </a:fld>
            <a:endParaRPr lang="en-US"/>
          </a:p>
        </p:txBody>
      </p:sp>
    </p:spTree>
    <p:extLst>
      <p:ext uri="{BB962C8B-B14F-4D97-AF65-F5344CB8AC3E}">
        <p14:creationId xmlns:p14="http://schemas.microsoft.com/office/powerpoint/2010/main" val="173719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De wielerwedstrijd</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doet mee aan een wielerwedstrijd</a:t>
            </a:r>
          </a:p>
          <a:p>
            <a:pPr lvl="1"/>
            <a:r>
              <a:rPr lang="en-GB"/>
              <a:t>Je rijdt rond, mee met de bende.</a:t>
            </a:r>
          </a:p>
          <a:p>
            <a:pPr lvl="1"/>
            <a:r>
              <a:rPr lang="en-GB"/>
              <a:t>Naarmate de wedstrijd het einde nadert, wordt het interessant.</a:t>
            </a:r>
          </a:p>
        </p:txBody>
      </p:sp>
    </p:spTree>
    <p:extLst>
      <p:ext uri="{BB962C8B-B14F-4D97-AF65-F5344CB8AC3E}">
        <p14:creationId xmlns:p14="http://schemas.microsoft.com/office/powerpoint/2010/main" val="6328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De wielerwedstrijd</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5</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doet mee aan een wielerwedstrijd</a:t>
            </a:r>
          </a:p>
          <a:p>
            <a:pPr lvl="1"/>
            <a:r>
              <a:rPr lang="en-GB"/>
              <a:t>Je rijdt rond, mee met de bende</a:t>
            </a:r>
          </a:p>
          <a:p>
            <a:pPr lvl="1"/>
            <a:r>
              <a:rPr lang="en-GB"/>
              <a:t>Naarmate de wedstrijd het einde nadert, wordt het interessant.</a:t>
            </a:r>
          </a:p>
          <a:p>
            <a:pPr lvl="1"/>
            <a:endParaRPr lang="en-GB"/>
          </a:p>
          <a:p>
            <a:r>
              <a:rPr lang="en-GB"/>
              <a:t>Jij, als wielrenner of wielrenster, haalt de tweede in</a:t>
            </a:r>
          </a:p>
          <a:p>
            <a:pPr lvl="1"/>
            <a:r>
              <a:rPr lang="en-GB"/>
              <a:t>Op de hoeveelste plaats rij je dan?</a:t>
            </a:r>
          </a:p>
          <a:p>
            <a:pPr lvl="1"/>
            <a:endParaRPr lang="en-GB"/>
          </a:p>
          <a:p>
            <a:r>
              <a:rPr lang="en-GB"/>
              <a:t>Jij, als wielrenner of wielrenster, haalt de laatste in</a:t>
            </a:r>
          </a:p>
          <a:p>
            <a:pPr lvl="1"/>
            <a:r>
              <a:rPr lang="en-GB"/>
              <a:t>Op de hoeveelste plaats rij je dan?</a:t>
            </a:r>
          </a:p>
          <a:p>
            <a:endParaRPr lang="en-US"/>
          </a:p>
        </p:txBody>
      </p:sp>
    </p:spTree>
    <p:extLst>
      <p:ext uri="{BB962C8B-B14F-4D97-AF65-F5344CB8AC3E}">
        <p14:creationId xmlns:p14="http://schemas.microsoft.com/office/powerpoint/2010/main" val="21804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6</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nl-BE" dirty="0"/>
              <a:t>Software Development Life Cycle</a:t>
            </a:r>
          </a:p>
          <a:p>
            <a:pPr lvl="1"/>
            <a:r>
              <a:rPr lang="nl-BE" dirty="0"/>
              <a:t>SDLC</a:t>
            </a:r>
          </a:p>
          <a:p>
            <a:pPr lvl="1"/>
            <a:r>
              <a:rPr lang="nl-BE" dirty="0"/>
              <a:t>Stappen in het maken van de software</a:t>
            </a:r>
          </a:p>
          <a:p>
            <a:pPr lvl="1"/>
            <a:endParaRPr lang="nl-BE" dirty="0"/>
          </a:p>
          <a:p>
            <a:r>
              <a:rPr lang="nl-BE" dirty="0"/>
              <a:t>Een aantal methodologieën</a:t>
            </a:r>
          </a:p>
          <a:p>
            <a:pPr lvl="1"/>
            <a:endParaRPr lang="nl-BE" dirty="0"/>
          </a:p>
          <a:p>
            <a:pPr marL="457200" indent="-457200">
              <a:buFont typeface="+mj-lt"/>
              <a:buAutoNum type="arabicPeriod"/>
            </a:pPr>
            <a:r>
              <a:rPr lang="nl-BE" dirty="0">
                <a:highlight>
                  <a:srgbClr val="FFFF00"/>
                </a:highlight>
              </a:rPr>
              <a:t>Waterval model</a:t>
            </a:r>
          </a:p>
          <a:p>
            <a:pPr marL="457200" indent="-457200">
              <a:buFont typeface="+mj-lt"/>
              <a:buAutoNum type="arabicPeriod"/>
            </a:pPr>
            <a:r>
              <a:rPr lang="nl-BE" dirty="0"/>
              <a:t>V-model</a:t>
            </a:r>
          </a:p>
          <a:p>
            <a:pPr marL="457200" indent="-457200">
              <a:buFont typeface="+mj-lt"/>
              <a:buAutoNum type="arabicPeriod"/>
            </a:pPr>
            <a:r>
              <a:rPr lang="nl-BE" dirty="0"/>
              <a:t>Spiraal model</a:t>
            </a:r>
          </a:p>
          <a:p>
            <a:pPr marL="457200" lvl="1" indent="0">
              <a:buNone/>
            </a:pPr>
            <a:r>
              <a:rPr lang="nl-BE" dirty="0"/>
              <a:t>Incrementeel</a:t>
            </a:r>
          </a:p>
          <a:p>
            <a:pPr marL="457200" indent="-457200">
              <a:buFont typeface="+mj-lt"/>
              <a:buAutoNum type="arabicPeriod"/>
            </a:pPr>
            <a:r>
              <a:rPr lang="nl-BE" dirty="0"/>
              <a:t>Iteratief model</a:t>
            </a:r>
          </a:p>
          <a:p>
            <a:pPr marL="457200" lvl="1" indent="0">
              <a:buNone/>
            </a:pPr>
            <a:r>
              <a:rPr lang="nl-BE" dirty="0"/>
              <a:t>Iteratief</a:t>
            </a:r>
          </a:p>
          <a:p>
            <a:pPr marL="457200" indent="-457200">
              <a:buFont typeface="+mj-lt"/>
              <a:buAutoNum type="arabicPeriod"/>
            </a:pPr>
            <a:r>
              <a:rPr lang="nl-BE" dirty="0"/>
              <a:t>Agile / Scrum</a:t>
            </a:r>
          </a:p>
          <a:p>
            <a:pPr marL="457200" lvl="1" indent="0">
              <a:buNone/>
            </a:pPr>
            <a:r>
              <a:rPr lang="nl-BE" dirty="0"/>
              <a:t>Incrementeel iteratief</a:t>
            </a:r>
          </a:p>
          <a:p>
            <a:pPr marL="457200" indent="-457200">
              <a:buFont typeface="+mj-lt"/>
              <a:buAutoNum type="arabicPeriod"/>
            </a:pPr>
            <a:r>
              <a:rPr lang="nl-BE" dirty="0"/>
              <a:t>DevOps</a:t>
            </a:r>
          </a:p>
          <a:p>
            <a:pPr marL="457200" lvl="1" indent="0">
              <a:buNone/>
            </a:pPr>
            <a:r>
              <a:rPr lang="nl-BE" dirty="0"/>
              <a:t>Het realiseren van incrementeel iteratief</a:t>
            </a:r>
          </a:p>
          <a:p>
            <a:pPr marL="457200" indent="-457200">
              <a:buFont typeface="+mj-lt"/>
              <a:buAutoNum type="arabicPeriod"/>
            </a:pPr>
            <a:endParaRPr lang="nl-BE" dirty="0"/>
          </a:p>
          <a:p>
            <a:pPr marL="914400" lvl="1" indent="-457200">
              <a:buFont typeface="+mj-lt"/>
              <a:buAutoNum type="arabicPeriod"/>
            </a:pPr>
            <a:endParaRPr lang="nl-BE" dirty="0"/>
          </a:p>
          <a:p>
            <a:pPr lvl="1"/>
            <a:endParaRPr lang="nl-BE" dirty="0"/>
          </a:p>
          <a:p>
            <a:endParaRPr lang="nl-BE" dirty="0"/>
          </a:p>
          <a:p>
            <a:pPr lvl="1"/>
            <a:endParaRPr lang="nl-BE" dirty="0"/>
          </a:p>
          <a:p>
            <a:endParaRPr lang="nl-BE" dirty="0"/>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hoop voorbeelden</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pic>
        <p:nvPicPr>
          <p:cNvPr id="10" name="Picture 9">
            <a:extLst>
              <a:ext uri="{FF2B5EF4-FFF2-40B4-BE49-F238E27FC236}">
                <a16:creationId xmlns:a16="http://schemas.microsoft.com/office/drawing/2014/main" id="{8BF92908-E407-4300-A47C-DADC1DE1E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985" y="2316163"/>
            <a:ext cx="4782511" cy="4302125"/>
          </a:xfrm>
          <a:prstGeom prst="rect">
            <a:avLst/>
          </a:prstGeom>
        </p:spPr>
      </p:pic>
    </p:spTree>
    <p:extLst>
      <p:ext uri="{BB962C8B-B14F-4D97-AF65-F5344CB8AC3E}">
        <p14:creationId xmlns:p14="http://schemas.microsoft.com/office/powerpoint/2010/main" val="257828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7</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nl-BE"/>
              <a:t>Software Development Life Cycle</a:t>
            </a:r>
          </a:p>
          <a:p>
            <a:pPr lvl="1"/>
            <a:r>
              <a:rPr lang="nl-BE"/>
              <a:t>SDLC</a:t>
            </a:r>
          </a:p>
          <a:p>
            <a:pPr lvl="1"/>
            <a:r>
              <a:rPr lang="nl-BE"/>
              <a:t>Stappen in het maken van de software</a:t>
            </a:r>
          </a:p>
          <a:p>
            <a:pPr lvl="1"/>
            <a:endParaRPr lang="nl-BE"/>
          </a:p>
          <a:p>
            <a:r>
              <a:rPr lang="nl-BE"/>
              <a:t>Een aantal methodologieën</a:t>
            </a:r>
          </a:p>
          <a:p>
            <a:pPr lvl="1"/>
            <a:endParaRPr lang="nl-BE"/>
          </a:p>
          <a:p>
            <a:pPr marL="457200" indent="-457200">
              <a:buFont typeface="+mj-lt"/>
              <a:buAutoNum type="arabicPeriod"/>
            </a:pPr>
            <a:r>
              <a:rPr lang="nl-BE"/>
              <a:t>Waterval model</a:t>
            </a:r>
          </a:p>
          <a:p>
            <a:pPr marL="457200" indent="-457200">
              <a:buFont typeface="+mj-lt"/>
              <a:buAutoNum type="arabicPeriod"/>
            </a:pPr>
            <a:r>
              <a:rPr lang="nl-BE">
                <a:highlight>
                  <a:srgbClr val="FFFF00"/>
                </a:highlight>
              </a:rPr>
              <a:t>V-model</a:t>
            </a:r>
          </a:p>
          <a:p>
            <a:pPr marL="457200" indent="-457200">
              <a:buFont typeface="+mj-lt"/>
              <a:buAutoNum type="arabicPeriod"/>
            </a:pPr>
            <a:r>
              <a:rPr lang="nl-BE"/>
              <a:t>Spiraal model</a:t>
            </a:r>
          </a:p>
          <a:p>
            <a:pPr marL="457200" lvl="1" indent="0">
              <a:buNone/>
            </a:pPr>
            <a:r>
              <a:rPr lang="nl-BE"/>
              <a:t>Incrementeel</a:t>
            </a:r>
          </a:p>
          <a:p>
            <a:pPr marL="457200" indent="-457200">
              <a:buFont typeface="+mj-lt"/>
              <a:buAutoNum type="arabicPeriod"/>
            </a:pPr>
            <a:r>
              <a:rPr lang="nl-BE"/>
              <a:t>Iteratief model</a:t>
            </a:r>
          </a:p>
          <a:p>
            <a:pPr marL="457200" lvl="1" indent="0">
              <a:buNone/>
            </a:pPr>
            <a:r>
              <a:rPr lang="nl-BE"/>
              <a:t>Iteratief</a:t>
            </a:r>
          </a:p>
          <a:p>
            <a:pPr marL="457200" indent="-457200">
              <a:buFont typeface="+mj-lt"/>
              <a:buAutoNum type="arabicPeriod"/>
            </a:pPr>
            <a:r>
              <a:rPr lang="nl-BE"/>
              <a:t>Agile / Scrum</a:t>
            </a:r>
          </a:p>
          <a:p>
            <a:pPr marL="457200" lvl="1" indent="0">
              <a:buNone/>
            </a:pPr>
            <a:r>
              <a:rPr lang="nl-BE"/>
              <a:t>Incrementeel iteratief</a:t>
            </a:r>
          </a:p>
          <a:p>
            <a:pPr marL="457200" indent="-457200">
              <a:buFont typeface="+mj-lt"/>
              <a:buAutoNum type="arabicPeriod"/>
            </a:pPr>
            <a:r>
              <a:rPr lang="nl-BE"/>
              <a:t>DevOps</a:t>
            </a:r>
          </a:p>
          <a:p>
            <a:pPr marL="457200" lvl="1" indent="0">
              <a:buNone/>
            </a:pPr>
            <a:r>
              <a:rPr lang="nl-BE"/>
              <a:t>Het realiseren van incrementeel iteratief</a:t>
            </a:r>
          </a:p>
          <a:p>
            <a:pPr marL="457200" lvl="1" indent="0">
              <a:buNone/>
            </a:pPr>
            <a:endParaRPr lang="nl-BE"/>
          </a:p>
          <a:p>
            <a:endParaRPr lang="nl-BE"/>
          </a:p>
          <a:p>
            <a:pPr lvl="1"/>
            <a:endParaRPr lang="nl-BE"/>
          </a:p>
          <a:p>
            <a:endParaRPr lang="nl-BE"/>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hoop voorbeelden</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pic>
        <p:nvPicPr>
          <p:cNvPr id="8" name="Picture 7">
            <a:extLst>
              <a:ext uri="{FF2B5EF4-FFF2-40B4-BE49-F238E27FC236}">
                <a16:creationId xmlns:a16="http://schemas.microsoft.com/office/drawing/2014/main" id="{04C21836-5526-45AD-B0DB-8B203D681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0200" y="2991129"/>
            <a:ext cx="5588000" cy="3187700"/>
          </a:xfrm>
          <a:prstGeom prst="rect">
            <a:avLst/>
          </a:prstGeom>
        </p:spPr>
      </p:pic>
    </p:spTree>
    <p:extLst>
      <p:ext uri="{BB962C8B-B14F-4D97-AF65-F5344CB8AC3E}">
        <p14:creationId xmlns:p14="http://schemas.microsoft.com/office/powerpoint/2010/main" val="4159271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De requirements in de verschillende methodes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8</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nl-BE"/>
              <a:t>De mier van Langton</a:t>
            </a:r>
          </a:p>
          <a:p>
            <a:r>
              <a:rPr lang="nl-BE"/>
              <a:t>Software Development Life Cycle</a:t>
            </a:r>
          </a:p>
          <a:p>
            <a:pPr lvl="1"/>
            <a:r>
              <a:rPr lang="nl-BE"/>
              <a:t>SDLC</a:t>
            </a:r>
          </a:p>
          <a:p>
            <a:pPr lvl="1"/>
            <a:r>
              <a:rPr lang="nl-BE"/>
              <a:t>Stappen in het maken van de software</a:t>
            </a:r>
          </a:p>
          <a:p>
            <a:pPr lvl="1"/>
            <a:endParaRPr lang="nl-BE"/>
          </a:p>
          <a:p>
            <a:r>
              <a:rPr lang="nl-BE"/>
              <a:t>Een aantal methodologieën</a:t>
            </a:r>
          </a:p>
          <a:p>
            <a:pPr lvl="1"/>
            <a:endParaRPr lang="nl-BE"/>
          </a:p>
          <a:p>
            <a:pPr marL="457200" indent="-457200">
              <a:buFont typeface="+mj-lt"/>
              <a:buAutoNum type="arabicPeriod"/>
            </a:pPr>
            <a:r>
              <a:rPr lang="nl-BE"/>
              <a:t>Waterval model</a:t>
            </a:r>
          </a:p>
          <a:p>
            <a:pPr marL="457200" indent="-457200">
              <a:buFont typeface="+mj-lt"/>
              <a:buAutoNum type="arabicPeriod"/>
            </a:pPr>
            <a:r>
              <a:rPr lang="nl-BE"/>
              <a:t>V-model</a:t>
            </a:r>
          </a:p>
          <a:p>
            <a:pPr marL="457200" indent="-457200">
              <a:buFont typeface="+mj-lt"/>
              <a:buAutoNum type="arabicPeriod"/>
            </a:pPr>
            <a:r>
              <a:rPr lang="nl-BE">
                <a:highlight>
                  <a:srgbClr val="FFFF00"/>
                </a:highlight>
              </a:rPr>
              <a:t>Spiraal model</a:t>
            </a:r>
          </a:p>
          <a:p>
            <a:pPr marL="457200" lvl="1" indent="0">
              <a:buNone/>
            </a:pPr>
            <a:r>
              <a:rPr lang="nl-BE">
                <a:highlight>
                  <a:srgbClr val="FFFF00"/>
                </a:highlight>
              </a:rPr>
              <a:t>Incrementeel</a:t>
            </a:r>
          </a:p>
          <a:p>
            <a:pPr marL="457200" indent="-457200">
              <a:buFont typeface="+mj-lt"/>
              <a:buAutoNum type="arabicPeriod"/>
            </a:pPr>
            <a:r>
              <a:rPr lang="nl-BE"/>
              <a:t>Iteratief model</a:t>
            </a:r>
          </a:p>
          <a:p>
            <a:pPr marL="457200" lvl="1" indent="0">
              <a:buNone/>
            </a:pPr>
            <a:r>
              <a:rPr lang="nl-BE"/>
              <a:t>Iteratief</a:t>
            </a:r>
          </a:p>
          <a:p>
            <a:pPr marL="457200" indent="-457200">
              <a:buFont typeface="+mj-lt"/>
              <a:buAutoNum type="arabicPeriod"/>
            </a:pPr>
            <a:r>
              <a:rPr lang="nl-BE"/>
              <a:t>Agile / Scrum</a:t>
            </a:r>
          </a:p>
          <a:p>
            <a:pPr marL="457200" lvl="1" indent="0">
              <a:buNone/>
            </a:pPr>
            <a:r>
              <a:rPr lang="nl-BE"/>
              <a:t>Incrementeel iteratief</a:t>
            </a:r>
          </a:p>
          <a:p>
            <a:pPr marL="457200" indent="-457200">
              <a:buFont typeface="+mj-lt"/>
              <a:buAutoNum type="arabicPeriod"/>
            </a:pPr>
            <a:r>
              <a:rPr lang="nl-BE"/>
              <a:t>DevOps</a:t>
            </a:r>
          </a:p>
          <a:p>
            <a:pPr marL="457200" lvl="1" indent="0">
              <a:buNone/>
            </a:pPr>
            <a:r>
              <a:rPr lang="nl-BE"/>
              <a:t>Het realiseren van incrementeel iteratief</a:t>
            </a:r>
          </a:p>
          <a:p>
            <a:pPr marL="457200" lvl="1" indent="0">
              <a:buNone/>
            </a:pPr>
            <a:endParaRPr lang="nl-BE"/>
          </a:p>
          <a:p>
            <a:endParaRPr lang="nl-BE"/>
          </a:p>
          <a:p>
            <a:pPr lvl="1"/>
            <a:endParaRPr lang="nl-BE"/>
          </a:p>
          <a:p>
            <a:endParaRPr lang="nl-BE"/>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mogelijke situatie</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pic>
        <p:nvPicPr>
          <p:cNvPr id="7" name="Picture 6">
            <a:extLst>
              <a:ext uri="{FF2B5EF4-FFF2-40B4-BE49-F238E27FC236}">
                <a16:creationId xmlns:a16="http://schemas.microsoft.com/office/drawing/2014/main" id="{7E99B80E-07A9-4997-8396-54DFCAB11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0914" y="2801766"/>
            <a:ext cx="2486372" cy="2448267"/>
          </a:xfrm>
          <a:prstGeom prst="rect">
            <a:avLst/>
          </a:prstGeom>
        </p:spPr>
      </p:pic>
    </p:spTree>
    <p:extLst>
      <p:ext uri="{BB962C8B-B14F-4D97-AF65-F5344CB8AC3E}">
        <p14:creationId xmlns:p14="http://schemas.microsoft.com/office/powerpoint/2010/main" val="224226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Wat is een computer programma?</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9</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Een set van instructies voor een computer.</a:t>
            </a:r>
            <a:endParaRPr lang="en-US"/>
          </a:p>
        </p:txBody>
      </p:sp>
      <p:pic>
        <p:nvPicPr>
          <p:cNvPr id="9" name="Picture 8">
            <a:extLst>
              <a:ext uri="{FF2B5EF4-FFF2-40B4-BE49-F238E27FC236}">
                <a16:creationId xmlns:a16="http://schemas.microsoft.com/office/drawing/2014/main" id="{08E38827-6AD2-48B3-B23A-3E16CBC478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776" y="2153816"/>
            <a:ext cx="6546304" cy="4320561"/>
          </a:xfrm>
          <a:prstGeom prst="rect">
            <a:avLst/>
          </a:prstGeom>
        </p:spPr>
      </p:pic>
      <p:pic>
        <p:nvPicPr>
          <p:cNvPr id="13" name="Picture 12">
            <a:hlinkClick r:id="rId4"/>
            <a:extLst>
              <a:ext uri="{FF2B5EF4-FFF2-40B4-BE49-F238E27FC236}">
                <a16:creationId xmlns:a16="http://schemas.microsoft.com/office/drawing/2014/main" id="{37F76403-6152-4F6A-8688-FB8BEC1718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662" y="3345364"/>
            <a:ext cx="2171700" cy="1733550"/>
          </a:xfrm>
          <a:prstGeom prst="rect">
            <a:avLst/>
          </a:prstGeom>
        </p:spPr>
      </p:pic>
      <p:sp>
        <p:nvSpPr>
          <p:cNvPr id="15" name="TextBox 14">
            <a:extLst>
              <a:ext uri="{FF2B5EF4-FFF2-40B4-BE49-F238E27FC236}">
                <a16:creationId xmlns:a16="http://schemas.microsoft.com/office/drawing/2014/main" id="{28FD062F-B2A5-4EAE-AE18-1DC83BDE113C}"/>
              </a:ext>
            </a:extLst>
          </p:cNvPr>
          <p:cNvSpPr txBox="1"/>
          <p:nvPr/>
        </p:nvSpPr>
        <p:spPr>
          <a:xfrm>
            <a:off x="442341" y="5222707"/>
            <a:ext cx="2567354" cy="1283428"/>
          </a:xfrm>
          <a:prstGeom prst="rect">
            <a:avLst/>
          </a:prstGeom>
          <a:noFill/>
        </p:spPr>
        <p:txBody>
          <a:bodyPr wrap="square">
            <a:spAutoFit/>
          </a:bodyPr>
          <a:lstStyle/>
          <a:p>
            <a:pPr eaLnBrk="1" hangingPunct="1">
              <a:lnSpc>
                <a:spcPct val="95000"/>
              </a:lnSpc>
              <a:spcBef>
                <a:spcPct val="50000"/>
              </a:spcBef>
            </a:pPr>
            <a:r>
              <a:rPr lang="en-GB" altLang="fr-FR" sz="1800" i="1">
                <a:solidFill>
                  <a:srgbClr val="4B6771"/>
                </a:solidFill>
                <a:latin typeface="Calibri" panose="020F0502020204030204" pitchFamily="34" charset="0"/>
              </a:rPr>
              <a:t>© Simon Allardice</a:t>
            </a:r>
            <a:br>
              <a:rPr lang="en-GB" altLang="fr-FR" sz="1800" i="1">
                <a:solidFill>
                  <a:srgbClr val="4B6771"/>
                </a:solidFill>
                <a:latin typeface="Calibri" panose="020F0502020204030204" pitchFamily="34" charset="0"/>
              </a:rPr>
            </a:br>
            <a:r>
              <a:rPr lang="en-GB" altLang="fr-FR" sz="1800" i="1">
                <a:solidFill>
                  <a:srgbClr val="4B6771"/>
                </a:solidFill>
                <a:latin typeface="Calibri" panose="020F0502020204030204" pitchFamily="34" charset="0"/>
              </a:rPr>
              <a:t>What is programming?</a:t>
            </a:r>
          </a:p>
          <a:p>
            <a:pPr eaLnBrk="1" hangingPunct="1">
              <a:lnSpc>
                <a:spcPct val="95000"/>
              </a:lnSpc>
              <a:spcBef>
                <a:spcPct val="50000"/>
              </a:spcBef>
            </a:pPr>
            <a:r>
              <a:rPr lang="en-GB" altLang="fr-FR" i="1">
                <a:solidFill>
                  <a:srgbClr val="4B6771"/>
                </a:solidFill>
                <a:latin typeface="Calibri" panose="020F0502020204030204" pitchFamily="34" charset="0"/>
              </a:rPr>
              <a:t>Pluralsight (betaling)</a:t>
            </a:r>
            <a:br>
              <a:rPr lang="en-GB" altLang="fr-FR" i="1">
                <a:solidFill>
                  <a:srgbClr val="4B6771"/>
                </a:solidFill>
                <a:latin typeface="Calibri" panose="020F0502020204030204" pitchFamily="34" charset="0"/>
              </a:rPr>
            </a:br>
            <a:r>
              <a:rPr lang="en-GB" altLang="fr-FR" i="1">
                <a:solidFill>
                  <a:srgbClr val="4B6771"/>
                </a:solidFill>
                <a:latin typeface="Calibri" panose="020F0502020204030204" pitchFamily="34" charset="0"/>
              </a:rPr>
              <a:t>Tekst op Moodle</a:t>
            </a:r>
            <a:endParaRPr lang="en-GB" altLang="fr-FR" sz="1800" i="1">
              <a:solidFill>
                <a:srgbClr val="4B6771"/>
              </a:solidFill>
              <a:latin typeface="Calibri" panose="020F0502020204030204" pitchFamily="34" charset="0"/>
            </a:endParaRPr>
          </a:p>
        </p:txBody>
      </p:sp>
    </p:spTree>
    <p:extLst>
      <p:ext uri="{BB962C8B-B14F-4D97-AF65-F5344CB8AC3E}">
        <p14:creationId xmlns:p14="http://schemas.microsoft.com/office/powerpoint/2010/main" val="4042621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Wat is een computer test?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10</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Een set van instructies voor een persoon of een systeem.</a:t>
            </a:r>
            <a:endParaRPr lang="en-US"/>
          </a:p>
        </p:txBody>
      </p:sp>
      <p:pic>
        <p:nvPicPr>
          <p:cNvPr id="9" name="Picture 8">
            <a:extLst>
              <a:ext uri="{FF2B5EF4-FFF2-40B4-BE49-F238E27FC236}">
                <a16:creationId xmlns:a16="http://schemas.microsoft.com/office/drawing/2014/main" id="{08E38827-6AD2-48B3-B23A-3E16CBC478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776" y="2153816"/>
            <a:ext cx="6546304" cy="4320561"/>
          </a:xfrm>
          <a:prstGeom prst="rect">
            <a:avLst/>
          </a:prstGeom>
        </p:spPr>
      </p:pic>
    </p:spTree>
    <p:extLst>
      <p:ext uri="{BB962C8B-B14F-4D97-AF65-F5344CB8AC3E}">
        <p14:creationId xmlns:p14="http://schemas.microsoft.com/office/powerpoint/2010/main" val="176482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test in zijn eenvoudigste vorm</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11</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gaat een actie uitvoeren</a:t>
            </a:r>
          </a:p>
          <a:p>
            <a:pPr lvl="1"/>
            <a:r>
              <a:rPr lang="en-GB"/>
              <a:t>Doe dit, doe dat, doe iets</a:t>
            </a:r>
          </a:p>
          <a:p>
            <a:pPr lvl="1"/>
            <a:endParaRPr lang="en-GB"/>
          </a:p>
          <a:p>
            <a:r>
              <a:rPr lang="en-GB"/>
              <a:t>Je controleert of het gedrag juist is</a:t>
            </a:r>
          </a:p>
          <a:p>
            <a:pPr lvl="1"/>
            <a:r>
              <a:rPr lang="en-GB"/>
              <a:t>Hoe reageerde de software, het systeem, het proces?</a:t>
            </a:r>
          </a:p>
          <a:p>
            <a:pPr marL="457200" lvl="1" indent="0">
              <a:buNone/>
            </a:pPr>
            <a:endParaRPr lang="en-GB"/>
          </a:p>
        </p:txBody>
      </p:sp>
    </p:spTree>
    <p:extLst>
      <p:ext uri="{BB962C8B-B14F-4D97-AF65-F5344CB8AC3E}">
        <p14:creationId xmlns:p14="http://schemas.microsoft.com/office/powerpoint/2010/main" val="423768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Windows verkenner wordt 2 maal gestart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12</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gaat een actie uitvoeren (een stap)</a:t>
            </a:r>
          </a:p>
          <a:p>
            <a:pPr lvl="1"/>
            <a:r>
              <a:rPr lang="en-GB"/>
              <a:t>Je zult een bestand van het ene venster naar het ander verplaatsen, door te slepen.</a:t>
            </a:r>
          </a:p>
          <a:p>
            <a:pPr lvl="1"/>
            <a:endParaRPr lang="en-GB"/>
          </a:p>
          <a:p>
            <a:r>
              <a:rPr lang="en-GB"/>
              <a:t>Je controleert of het gedrag juist is</a:t>
            </a:r>
          </a:p>
          <a:p>
            <a:pPr lvl="1"/>
            <a:r>
              <a:rPr lang="en-GB"/>
              <a:t>Hoe reageerde de software, het systeem, het proces?</a:t>
            </a:r>
          </a:p>
          <a:p>
            <a:pPr marL="457200" lvl="1" indent="0">
              <a:buNone/>
            </a:pPr>
            <a:endParaRPr lang="en-GB"/>
          </a:p>
        </p:txBody>
      </p:sp>
    </p:spTree>
    <p:extLst>
      <p:ext uri="{BB962C8B-B14F-4D97-AF65-F5344CB8AC3E}">
        <p14:creationId xmlns:p14="http://schemas.microsoft.com/office/powerpoint/2010/main" val="383933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test, iets uitgebreider</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13</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gaat een actie uitvoeren (een stap)</a:t>
            </a:r>
          </a:p>
          <a:p>
            <a:pPr lvl="1"/>
            <a:r>
              <a:rPr lang="en-GB"/>
              <a:t>Doe dit, doe dat, doe iets</a:t>
            </a:r>
          </a:p>
          <a:p>
            <a:pPr lvl="1"/>
            <a:endParaRPr lang="en-GB"/>
          </a:p>
          <a:p>
            <a:r>
              <a:rPr lang="en-GB"/>
              <a:t>Je controleert of het gedrag juist is</a:t>
            </a:r>
          </a:p>
          <a:p>
            <a:pPr lvl="1"/>
            <a:r>
              <a:rPr lang="en-GB"/>
              <a:t>Hoe reageerde de software, het systeem, het proces?</a:t>
            </a:r>
          </a:p>
          <a:p>
            <a:pPr lvl="1"/>
            <a:endParaRPr lang="en-GB"/>
          </a:p>
          <a:p>
            <a:r>
              <a:rPr lang="en-GB"/>
              <a:t>Er zijn voorwaarden aan de actie en/of het resultaat</a:t>
            </a:r>
          </a:p>
          <a:p>
            <a:pPr lvl="1"/>
            <a:r>
              <a:rPr lang="en-GB"/>
              <a:t>Wanneer wordt de actie uitgevoerd?</a:t>
            </a:r>
          </a:p>
          <a:p>
            <a:pPr lvl="1"/>
            <a:r>
              <a:rPr lang="en-GB"/>
              <a:t>Wanneer is het resultaat juist of fout?</a:t>
            </a:r>
          </a:p>
          <a:p>
            <a:endParaRPr lang="en-GB"/>
          </a:p>
          <a:p>
            <a:r>
              <a:rPr lang="en-GB"/>
              <a:t>Er zijn voorwaarden aan de test</a:t>
            </a:r>
          </a:p>
          <a:p>
            <a:pPr lvl="1"/>
            <a:r>
              <a:rPr lang="en-GB"/>
              <a:t>Wanneer kan de test worden uitgevoerd?</a:t>
            </a:r>
          </a:p>
          <a:p>
            <a:pPr marL="457200" lvl="1" indent="0">
              <a:buNone/>
            </a:pPr>
            <a:endParaRPr lang="en-GB"/>
          </a:p>
        </p:txBody>
      </p:sp>
    </p:spTree>
    <p:extLst>
      <p:ext uri="{BB962C8B-B14F-4D97-AF65-F5344CB8AC3E}">
        <p14:creationId xmlns:p14="http://schemas.microsoft.com/office/powerpoint/2010/main" val="1466576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De “en”, de “of”, de “niet”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De 16 tekeningen</a:t>
            </a:r>
          </a:p>
          <a:p>
            <a:pPr lvl="1"/>
            <a:r>
              <a:rPr lang="en-GB"/>
              <a:t>Hoeveel tekeningetjes zijn er …?</a:t>
            </a:r>
          </a:p>
          <a:p>
            <a:pPr marL="457200" lvl="1" indent="0">
              <a:buNone/>
            </a:pPr>
            <a:endParaRPr lang="en-GB"/>
          </a:p>
          <a:p>
            <a:pPr marL="457200" lvl="1" indent="0">
              <a:buNone/>
            </a:pPr>
            <a:endParaRPr lang="en-GB"/>
          </a:p>
          <a:p>
            <a:pPr marL="457200" lvl="1" indent="0">
              <a:buNone/>
            </a:pPr>
            <a:endParaRPr lang="en-GB"/>
          </a:p>
          <a:p>
            <a:pPr marL="457200" lvl="1" indent="0">
              <a:buNone/>
            </a:pPr>
            <a:endParaRPr lang="en-GB"/>
          </a:p>
          <a:p>
            <a:pPr marL="457200" lvl="1" indent="0">
              <a:buNone/>
            </a:pPr>
            <a:endParaRPr lang="en-GB"/>
          </a:p>
          <a:p>
            <a:pPr lvl="1"/>
            <a:endParaRPr lang="en-GB"/>
          </a:p>
          <a:p>
            <a:r>
              <a:rPr lang="en-GB"/>
              <a:t>Visualiseer de “En”</a:t>
            </a:r>
          </a:p>
          <a:p>
            <a:r>
              <a:rPr lang="en-GB"/>
              <a:t>Visualiseer de “Of”</a:t>
            </a:r>
          </a:p>
          <a:p>
            <a:r>
              <a:rPr lang="en-GB"/>
              <a:t>Doe de oefening met een “Niet”</a:t>
            </a:r>
          </a:p>
        </p:txBody>
      </p:sp>
      <p:graphicFrame>
        <p:nvGraphicFramePr>
          <p:cNvPr id="5" name="Table 5">
            <a:extLst>
              <a:ext uri="{FF2B5EF4-FFF2-40B4-BE49-F238E27FC236}">
                <a16:creationId xmlns:a16="http://schemas.microsoft.com/office/drawing/2014/main" id="{2C5FF518-254D-4FB6-ACFC-C565F6CECDD4}"/>
              </a:ext>
            </a:extLst>
          </p:cNvPr>
          <p:cNvGraphicFramePr>
            <a:graphicFrameLocks noGrp="1"/>
          </p:cNvGraphicFramePr>
          <p:nvPr>
            <p:extLst>
              <p:ext uri="{D42A27DB-BD31-4B8C-83A1-F6EECF244321}">
                <p14:modId xmlns:p14="http://schemas.microsoft.com/office/powerpoint/2010/main" val="2849344836"/>
              </p:ext>
            </p:extLst>
          </p:nvPr>
        </p:nvGraphicFramePr>
        <p:xfrm>
          <a:off x="5728072" y="1541069"/>
          <a:ext cx="3600000" cy="3600000"/>
        </p:xfrm>
        <a:graphic>
          <a:graphicData uri="http://schemas.openxmlformats.org/drawingml/2006/table">
            <a:tbl>
              <a:tblPr firstRow="1" bandRow="1">
                <a:tableStyleId>{2D5ABB26-0587-4C30-8999-92F81FD0307C}</a:tableStyleId>
              </a:tblPr>
              <a:tblGrid>
                <a:gridCol w="900000">
                  <a:extLst>
                    <a:ext uri="{9D8B030D-6E8A-4147-A177-3AD203B41FA5}">
                      <a16:colId xmlns:a16="http://schemas.microsoft.com/office/drawing/2014/main" val="1151055841"/>
                    </a:ext>
                  </a:extLst>
                </a:gridCol>
                <a:gridCol w="900000">
                  <a:extLst>
                    <a:ext uri="{9D8B030D-6E8A-4147-A177-3AD203B41FA5}">
                      <a16:colId xmlns:a16="http://schemas.microsoft.com/office/drawing/2014/main" val="445559846"/>
                    </a:ext>
                  </a:extLst>
                </a:gridCol>
                <a:gridCol w="900000">
                  <a:extLst>
                    <a:ext uri="{9D8B030D-6E8A-4147-A177-3AD203B41FA5}">
                      <a16:colId xmlns:a16="http://schemas.microsoft.com/office/drawing/2014/main" val="1162808610"/>
                    </a:ext>
                  </a:extLst>
                </a:gridCol>
                <a:gridCol w="900000">
                  <a:extLst>
                    <a:ext uri="{9D8B030D-6E8A-4147-A177-3AD203B41FA5}">
                      <a16:colId xmlns:a16="http://schemas.microsoft.com/office/drawing/2014/main" val="2009582835"/>
                    </a:ext>
                  </a:extLst>
                </a:gridCol>
              </a:tblGrid>
              <a:tr h="900000">
                <a:tc>
                  <a:txBody>
                    <a:bodyPr/>
                    <a:lstStyle/>
                    <a:p>
                      <a:pPr algn="ctr"/>
                      <a:r>
                        <a:rPr lang="en-US" sz="4400" b="1">
                          <a:sym typeface="Wingdings" panose="05000000000000000000" pitchFamily="2" charset="2"/>
                        </a:rPr>
                        <a:t></a:t>
                      </a:r>
                      <a:endParaRPr lang="en-US" sz="4400" b="1"/>
                    </a:p>
                  </a:txBody>
                  <a:tcPr anchor="ctr"/>
                </a:tc>
                <a:tc>
                  <a:txBody>
                    <a:bodyPr/>
                    <a:lstStyle/>
                    <a:p>
                      <a:pPr algn="ctr"/>
                      <a:r>
                        <a:rPr lang="en-US" sz="4400" b="1">
                          <a:sym typeface="Wingdings" panose="05000000000000000000" pitchFamily="2" charset="2"/>
                        </a:rPr>
                        <a:t></a:t>
                      </a:r>
                      <a:endParaRPr lang="en-US" sz="4400" b="1"/>
                    </a:p>
                  </a:txBody>
                  <a:tcPr anchor="ctr"/>
                </a:tc>
                <a:tc>
                  <a:txBody>
                    <a:bodyPr/>
                    <a:lstStyle/>
                    <a:p>
                      <a:pPr algn="ctr"/>
                      <a:r>
                        <a:rPr lang="en-US" sz="4400" b="1">
                          <a:sym typeface="Wingdings 2" panose="05020102010507070707" pitchFamily="18" charset="2"/>
                        </a:rPr>
                        <a:t></a:t>
                      </a:r>
                      <a:endParaRPr lang="en-US" sz="4400" b="1"/>
                    </a:p>
                  </a:txBody>
                  <a:tcPr anchor="ctr"/>
                </a:tc>
                <a:tc>
                  <a:txBody>
                    <a:bodyPr/>
                    <a:lstStyle/>
                    <a:p>
                      <a:pPr algn="ctr"/>
                      <a:r>
                        <a:rPr lang="en-US" sz="4400" b="1">
                          <a:sym typeface="Wingdings 2" panose="05020102010507070707" pitchFamily="18" charset="2"/>
                        </a:rPr>
                        <a:t></a:t>
                      </a:r>
                      <a:endParaRPr lang="en-US" sz="4400" b="1"/>
                    </a:p>
                  </a:txBody>
                  <a:tcPr anchor="ctr"/>
                </a:tc>
                <a:extLst>
                  <a:ext uri="{0D108BD9-81ED-4DB2-BD59-A6C34878D82A}">
                    <a16:rowId xmlns:a16="http://schemas.microsoft.com/office/drawing/2014/main" val="1919456479"/>
                  </a:ext>
                </a:extLst>
              </a:tr>
              <a:tr h="900000">
                <a:tc>
                  <a:txBody>
                    <a:bodyPr/>
                    <a:lstStyle/>
                    <a:p>
                      <a:pPr algn="ctr"/>
                      <a:r>
                        <a:rPr lang="en-US" sz="4400" b="1">
                          <a:solidFill>
                            <a:srgbClr val="FF0000"/>
                          </a:solidFill>
                          <a:sym typeface="Wingdings" panose="05000000000000000000" pitchFamily="2" charset="2"/>
                        </a:rPr>
                        <a:t></a:t>
                      </a:r>
                      <a:endParaRPr lang="en-US" sz="4400" b="1">
                        <a:solidFill>
                          <a:srgbClr val="FF0000"/>
                        </a:solidFill>
                      </a:endParaRPr>
                    </a:p>
                  </a:txBody>
                  <a:tcPr anchor="ctr"/>
                </a:tc>
                <a:tc>
                  <a:txBody>
                    <a:bodyPr/>
                    <a:lstStyle/>
                    <a:p>
                      <a:pPr algn="ctr"/>
                      <a:r>
                        <a:rPr lang="en-US" sz="4400" b="1">
                          <a:solidFill>
                            <a:srgbClr val="FF0000"/>
                          </a:solidFill>
                          <a:sym typeface="Wingdings" panose="05000000000000000000" pitchFamily="2" charset="2"/>
                        </a:rPr>
                        <a:t></a:t>
                      </a:r>
                      <a:endParaRPr lang="en-US" sz="4400" b="1">
                        <a:solidFill>
                          <a:srgbClr val="FF0000"/>
                        </a:solidFill>
                      </a:endParaRPr>
                    </a:p>
                  </a:txBody>
                  <a:tcPr anchor="ctr"/>
                </a:tc>
                <a:tc>
                  <a:txBody>
                    <a:bodyPr/>
                    <a:lstStyle/>
                    <a:p>
                      <a:pPr algn="ctr"/>
                      <a:r>
                        <a:rPr lang="en-US" sz="4400" b="1">
                          <a:solidFill>
                            <a:srgbClr val="FF0000"/>
                          </a:solidFill>
                          <a:sym typeface="Wingdings 2" panose="05020102010507070707" pitchFamily="18" charset="2"/>
                        </a:rPr>
                        <a:t></a:t>
                      </a:r>
                      <a:endParaRPr lang="en-US" sz="4400" b="1">
                        <a:solidFill>
                          <a:srgbClr val="FF0000"/>
                        </a:solidFill>
                      </a:endParaRPr>
                    </a:p>
                  </a:txBody>
                  <a:tcPr anchor="ctr"/>
                </a:tc>
                <a:tc>
                  <a:txBody>
                    <a:bodyPr/>
                    <a:lstStyle/>
                    <a:p>
                      <a:pPr algn="ctr"/>
                      <a:r>
                        <a:rPr lang="en-US" sz="4400" b="1">
                          <a:solidFill>
                            <a:srgbClr val="FF0000"/>
                          </a:solidFill>
                          <a:sym typeface="Wingdings 2" panose="05020102010507070707" pitchFamily="18" charset="2"/>
                        </a:rPr>
                        <a:t></a:t>
                      </a:r>
                      <a:endParaRPr lang="en-US" sz="4400" b="1">
                        <a:solidFill>
                          <a:srgbClr val="FF0000"/>
                        </a:solidFill>
                      </a:endParaRPr>
                    </a:p>
                  </a:txBody>
                  <a:tcPr anchor="ctr"/>
                </a:tc>
                <a:extLst>
                  <a:ext uri="{0D108BD9-81ED-4DB2-BD59-A6C34878D82A}">
                    <a16:rowId xmlns:a16="http://schemas.microsoft.com/office/drawing/2014/main" val="2028795971"/>
                  </a:ext>
                </a:extLst>
              </a:tr>
              <a:tr h="900000">
                <a:tc>
                  <a:txBody>
                    <a:bodyPr/>
                    <a:lstStyle/>
                    <a:p>
                      <a:pPr algn="ctr"/>
                      <a:r>
                        <a:rPr lang="en-US" sz="4400" b="1">
                          <a:solidFill>
                            <a:srgbClr val="00B050"/>
                          </a:solidFill>
                          <a:sym typeface="Wingdings" panose="05000000000000000000" pitchFamily="2" charset="2"/>
                        </a:rPr>
                        <a:t></a:t>
                      </a:r>
                      <a:endParaRPr lang="en-US" sz="4400" b="1">
                        <a:solidFill>
                          <a:srgbClr val="00B050"/>
                        </a:solidFill>
                      </a:endParaRPr>
                    </a:p>
                  </a:txBody>
                  <a:tcPr anchor="ctr"/>
                </a:tc>
                <a:tc>
                  <a:txBody>
                    <a:bodyPr/>
                    <a:lstStyle/>
                    <a:p>
                      <a:pPr algn="ctr"/>
                      <a:r>
                        <a:rPr lang="en-US" sz="4400" b="1">
                          <a:solidFill>
                            <a:srgbClr val="00B050"/>
                          </a:solidFill>
                          <a:sym typeface="Wingdings" panose="05000000000000000000" pitchFamily="2" charset="2"/>
                        </a:rPr>
                        <a:t></a:t>
                      </a:r>
                      <a:endParaRPr lang="en-US" sz="4400" b="1">
                        <a:solidFill>
                          <a:srgbClr val="00B050"/>
                        </a:solidFill>
                      </a:endParaRPr>
                    </a:p>
                  </a:txBody>
                  <a:tcPr anchor="ctr"/>
                </a:tc>
                <a:tc>
                  <a:txBody>
                    <a:bodyPr/>
                    <a:lstStyle/>
                    <a:p>
                      <a:pPr algn="ctr"/>
                      <a:r>
                        <a:rPr lang="en-US" sz="4400" b="1">
                          <a:solidFill>
                            <a:srgbClr val="00B050"/>
                          </a:solidFill>
                          <a:sym typeface="Wingdings 2" panose="05020102010507070707" pitchFamily="18" charset="2"/>
                        </a:rPr>
                        <a:t></a:t>
                      </a:r>
                      <a:endParaRPr lang="en-US" sz="4400" b="1">
                        <a:solidFill>
                          <a:srgbClr val="00B050"/>
                        </a:solidFill>
                      </a:endParaRPr>
                    </a:p>
                  </a:txBody>
                  <a:tcPr anchor="ctr"/>
                </a:tc>
                <a:tc>
                  <a:txBody>
                    <a:bodyPr/>
                    <a:lstStyle/>
                    <a:p>
                      <a:pPr algn="ctr"/>
                      <a:r>
                        <a:rPr lang="en-US" sz="4400" b="1">
                          <a:solidFill>
                            <a:srgbClr val="00B050"/>
                          </a:solidFill>
                          <a:sym typeface="Wingdings 2" panose="05020102010507070707" pitchFamily="18" charset="2"/>
                        </a:rPr>
                        <a:t></a:t>
                      </a:r>
                      <a:endParaRPr lang="en-US" sz="4400" b="1">
                        <a:solidFill>
                          <a:srgbClr val="00B050"/>
                        </a:solidFill>
                      </a:endParaRPr>
                    </a:p>
                  </a:txBody>
                  <a:tcPr anchor="ctr"/>
                </a:tc>
                <a:extLst>
                  <a:ext uri="{0D108BD9-81ED-4DB2-BD59-A6C34878D82A}">
                    <a16:rowId xmlns:a16="http://schemas.microsoft.com/office/drawing/2014/main" val="1609235695"/>
                  </a:ext>
                </a:extLst>
              </a:tr>
              <a:tr h="900000">
                <a:tc>
                  <a:txBody>
                    <a:bodyPr/>
                    <a:lstStyle/>
                    <a:p>
                      <a:pPr algn="ctr"/>
                      <a:r>
                        <a:rPr lang="en-US" sz="4400" b="1">
                          <a:solidFill>
                            <a:srgbClr val="0070C0"/>
                          </a:solidFill>
                          <a:sym typeface="Wingdings" panose="05000000000000000000" pitchFamily="2" charset="2"/>
                        </a:rPr>
                        <a:t></a:t>
                      </a:r>
                      <a:endParaRPr lang="en-US" sz="4400" b="1">
                        <a:solidFill>
                          <a:srgbClr val="0070C0"/>
                        </a:solidFill>
                      </a:endParaRPr>
                    </a:p>
                  </a:txBody>
                  <a:tcPr anchor="ctr"/>
                </a:tc>
                <a:tc>
                  <a:txBody>
                    <a:bodyPr/>
                    <a:lstStyle/>
                    <a:p>
                      <a:pPr algn="ctr"/>
                      <a:r>
                        <a:rPr lang="en-US" sz="4400" b="1">
                          <a:solidFill>
                            <a:srgbClr val="0070C0"/>
                          </a:solidFill>
                          <a:sym typeface="Wingdings" panose="05000000000000000000" pitchFamily="2" charset="2"/>
                        </a:rPr>
                        <a:t></a:t>
                      </a:r>
                      <a:endParaRPr lang="en-US" sz="4400" b="1">
                        <a:solidFill>
                          <a:srgbClr val="0070C0"/>
                        </a:solidFill>
                      </a:endParaRPr>
                    </a:p>
                  </a:txBody>
                  <a:tcPr anchor="ctr"/>
                </a:tc>
                <a:tc>
                  <a:txBody>
                    <a:bodyPr/>
                    <a:lstStyle/>
                    <a:p>
                      <a:pPr algn="ctr"/>
                      <a:r>
                        <a:rPr lang="en-US" sz="4400" b="1">
                          <a:solidFill>
                            <a:srgbClr val="0070C0"/>
                          </a:solidFill>
                          <a:sym typeface="Wingdings 2" panose="05020102010507070707" pitchFamily="18" charset="2"/>
                        </a:rPr>
                        <a:t></a:t>
                      </a:r>
                      <a:endParaRPr lang="en-US" sz="4400" b="1">
                        <a:solidFill>
                          <a:srgbClr val="0070C0"/>
                        </a:solidFill>
                      </a:endParaRPr>
                    </a:p>
                  </a:txBody>
                  <a:tcPr anchor="ctr"/>
                </a:tc>
                <a:tc>
                  <a:txBody>
                    <a:bodyPr/>
                    <a:lstStyle/>
                    <a:p>
                      <a:pPr algn="ctr"/>
                      <a:r>
                        <a:rPr lang="en-US" sz="4400" b="1">
                          <a:solidFill>
                            <a:srgbClr val="0070C0"/>
                          </a:solidFill>
                          <a:sym typeface="Wingdings 2" panose="05020102010507070707" pitchFamily="18" charset="2"/>
                        </a:rPr>
                        <a:t></a:t>
                      </a:r>
                      <a:endParaRPr lang="en-US" sz="4400" b="1">
                        <a:solidFill>
                          <a:srgbClr val="0070C0"/>
                        </a:solidFill>
                      </a:endParaRPr>
                    </a:p>
                  </a:txBody>
                  <a:tcPr anchor="ctr"/>
                </a:tc>
                <a:extLst>
                  <a:ext uri="{0D108BD9-81ED-4DB2-BD59-A6C34878D82A}">
                    <a16:rowId xmlns:a16="http://schemas.microsoft.com/office/drawing/2014/main" val="2176226818"/>
                  </a:ext>
                </a:extLst>
              </a:tr>
            </a:tbl>
          </a:graphicData>
        </a:graphic>
      </p:graphicFrame>
    </p:spTree>
    <p:extLst>
      <p:ext uri="{BB962C8B-B14F-4D97-AF65-F5344CB8AC3E}">
        <p14:creationId xmlns:p14="http://schemas.microsoft.com/office/powerpoint/2010/main" val="424646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C9E89-9BE1-4CE2-8309-CB1488CB8B11}"/>
              </a:ext>
            </a:extLst>
          </p:cNvPr>
          <p:cNvSpPr>
            <a:spLocks noGrp="1"/>
          </p:cNvSpPr>
          <p:nvPr>
            <p:ph type="title"/>
          </p:nvPr>
        </p:nvSpPr>
        <p:spPr/>
        <p:txBody>
          <a:bodyPr/>
          <a:lstStyle/>
          <a:p>
            <a:r>
              <a:rPr lang="en-GB"/>
              <a:t>De “En”</a:t>
            </a:r>
            <a:endParaRPr lang="en-US"/>
          </a:p>
        </p:txBody>
      </p:sp>
      <p:sp>
        <p:nvSpPr>
          <p:cNvPr id="3" name="Slide Number Placeholder 2">
            <a:extLst>
              <a:ext uri="{FF2B5EF4-FFF2-40B4-BE49-F238E27FC236}">
                <a16:creationId xmlns:a16="http://schemas.microsoft.com/office/drawing/2014/main" id="{E4A90C8E-9056-4D36-9A65-DF6121D01147}"/>
              </a:ext>
            </a:extLst>
          </p:cNvPr>
          <p:cNvSpPr>
            <a:spLocks noGrp="1"/>
          </p:cNvSpPr>
          <p:nvPr>
            <p:ph type="sldNum" sz="quarter" idx="7"/>
          </p:nvPr>
        </p:nvSpPr>
        <p:spPr/>
        <p:txBody>
          <a:bodyPr/>
          <a:lstStyle/>
          <a:p>
            <a:fld id="{B6F15528-21DE-4FAA-801E-634DDDAF4B2B}" type="slidenum">
              <a:rPr lang="en-US" smtClean="0"/>
              <a:pPr/>
              <a:t>15</a:t>
            </a:fld>
            <a:endParaRPr lang="en-US"/>
          </a:p>
        </p:txBody>
      </p:sp>
      <p:sp>
        <p:nvSpPr>
          <p:cNvPr id="4" name="Text Placeholder 3">
            <a:extLst>
              <a:ext uri="{FF2B5EF4-FFF2-40B4-BE49-F238E27FC236}">
                <a16:creationId xmlns:a16="http://schemas.microsoft.com/office/drawing/2014/main" id="{768EAAA9-37AC-4392-BF93-63B2711CD118}"/>
              </a:ext>
            </a:extLst>
          </p:cNvPr>
          <p:cNvSpPr>
            <a:spLocks noGrp="1"/>
          </p:cNvSpPr>
          <p:nvPr>
            <p:ph type="body" sz="quarter" idx="10"/>
          </p:nvPr>
        </p:nvSpPr>
        <p:spPr/>
        <p:txBody>
          <a:bodyPr/>
          <a:lstStyle/>
          <a:p>
            <a:endParaRPr lang="en-US"/>
          </a:p>
        </p:txBody>
      </p:sp>
      <p:graphicFrame>
        <p:nvGraphicFramePr>
          <p:cNvPr id="6" name="Table 5">
            <a:extLst>
              <a:ext uri="{FF2B5EF4-FFF2-40B4-BE49-F238E27FC236}">
                <a16:creationId xmlns:a16="http://schemas.microsoft.com/office/drawing/2014/main" id="{1EF68D44-C8E0-49CF-86A5-7166122B9935}"/>
              </a:ext>
            </a:extLst>
          </p:cNvPr>
          <p:cNvGraphicFramePr>
            <a:graphicFrameLocks noGrp="1"/>
          </p:cNvGraphicFramePr>
          <p:nvPr>
            <p:extLst>
              <p:ext uri="{D42A27DB-BD31-4B8C-83A1-F6EECF244321}">
                <p14:modId xmlns:p14="http://schemas.microsoft.com/office/powerpoint/2010/main" val="2789140221"/>
              </p:ext>
            </p:extLst>
          </p:nvPr>
        </p:nvGraphicFramePr>
        <p:xfrm>
          <a:off x="615504" y="2010000"/>
          <a:ext cx="3600000" cy="3600000"/>
        </p:xfrm>
        <a:graphic>
          <a:graphicData uri="http://schemas.openxmlformats.org/drawingml/2006/table">
            <a:tbl>
              <a:tblPr firstRow="1" bandRow="1">
                <a:tableStyleId>{2D5ABB26-0587-4C30-8999-92F81FD0307C}</a:tableStyleId>
              </a:tblPr>
              <a:tblGrid>
                <a:gridCol w="900000">
                  <a:extLst>
                    <a:ext uri="{9D8B030D-6E8A-4147-A177-3AD203B41FA5}">
                      <a16:colId xmlns:a16="http://schemas.microsoft.com/office/drawing/2014/main" val="1151055841"/>
                    </a:ext>
                  </a:extLst>
                </a:gridCol>
                <a:gridCol w="900000">
                  <a:extLst>
                    <a:ext uri="{9D8B030D-6E8A-4147-A177-3AD203B41FA5}">
                      <a16:colId xmlns:a16="http://schemas.microsoft.com/office/drawing/2014/main" val="445559846"/>
                    </a:ext>
                  </a:extLst>
                </a:gridCol>
                <a:gridCol w="900000">
                  <a:extLst>
                    <a:ext uri="{9D8B030D-6E8A-4147-A177-3AD203B41FA5}">
                      <a16:colId xmlns:a16="http://schemas.microsoft.com/office/drawing/2014/main" val="1162808610"/>
                    </a:ext>
                  </a:extLst>
                </a:gridCol>
                <a:gridCol w="900000">
                  <a:extLst>
                    <a:ext uri="{9D8B030D-6E8A-4147-A177-3AD203B41FA5}">
                      <a16:colId xmlns:a16="http://schemas.microsoft.com/office/drawing/2014/main" val="2009582835"/>
                    </a:ext>
                  </a:extLst>
                </a:gridCol>
              </a:tblGrid>
              <a:tr h="900000">
                <a:tc>
                  <a:txBody>
                    <a:bodyPr/>
                    <a:lstStyle/>
                    <a:p>
                      <a:pPr algn="ctr"/>
                      <a:r>
                        <a:rPr lang="en-US" sz="4400" b="1">
                          <a:sym typeface="Wingdings" panose="05000000000000000000" pitchFamily="2" charset="2"/>
                        </a:rPr>
                        <a:t></a:t>
                      </a:r>
                      <a:endParaRPr lang="en-US" sz="4400" b="1"/>
                    </a:p>
                  </a:txBody>
                  <a:tcPr anchor="ctr"/>
                </a:tc>
                <a:tc>
                  <a:txBody>
                    <a:bodyPr/>
                    <a:lstStyle/>
                    <a:p>
                      <a:pPr algn="ctr"/>
                      <a:r>
                        <a:rPr lang="en-US" sz="4400" b="1">
                          <a:sym typeface="Wingdings" panose="05000000000000000000" pitchFamily="2" charset="2"/>
                        </a:rPr>
                        <a:t></a:t>
                      </a:r>
                      <a:endParaRPr lang="en-US" sz="4400" b="1"/>
                    </a:p>
                  </a:txBody>
                  <a:tcPr anchor="ctr"/>
                </a:tc>
                <a:tc>
                  <a:txBody>
                    <a:bodyPr/>
                    <a:lstStyle/>
                    <a:p>
                      <a:pPr algn="ctr"/>
                      <a:r>
                        <a:rPr lang="en-US" sz="4400" b="1">
                          <a:sym typeface="Wingdings 2" panose="05020102010507070707" pitchFamily="18" charset="2"/>
                        </a:rPr>
                        <a:t></a:t>
                      </a:r>
                      <a:endParaRPr lang="en-US" sz="4400" b="1"/>
                    </a:p>
                  </a:txBody>
                  <a:tcPr anchor="ctr"/>
                </a:tc>
                <a:tc>
                  <a:txBody>
                    <a:bodyPr/>
                    <a:lstStyle/>
                    <a:p>
                      <a:pPr algn="ctr"/>
                      <a:r>
                        <a:rPr lang="en-US" sz="4400" b="1">
                          <a:sym typeface="Wingdings 2" panose="05020102010507070707" pitchFamily="18" charset="2"/>
                        </a:rPr>
                        <a:t></a:t>
                      </a:r>
                      <a:endParaRPr lang="en-US" sz="4400" b="1"/>
                    </a:p>
                  </a:txBody>
                  <a:tcPr anchor="ctr"/>
                </a:tc>
                <a:extLst>
                  <a:ext uri="{0D108BD9-81ED-4DB2-BD59-A6C34878D82A}">
                    <a16:rowId xmlns:a16="http://schemas.microsoft.com/office/drawing/2014/main" val="1919456479"/>
                  </a:ext>
                </a:extLst>
              </a:tr>
              <a:tr h="900000">
                <a:tc>
                  <a:txBody>
                    <a:bodyPr/>
                    <a:lstStyle/>
                    <a:p>
                      <a:pPr algn="ctr"/>
                      <a:r>
                        <a:rPr lang="en-US" sz="4400" b="1">
                          <a:solidFill>
                            <a:srgbClr val="FF0000"/>
                          </a:solidFill>
                          <a:sym typeface="Wingdings" panose="05000000000000000000" pitchFamily="2" charset="2"/>
                        </a:rPr>
                        <a:t></a:t>
                      </a:r>
                      <a:endParaRPr lang="en-US" sz="4400" b="1">
                        <a:solidFill>
                          <a:srgbClr val="FF0000"/>
                        </a:solidFill>
                      </a:endParaRPr>
                    </a:p>
                  </a:txBody>
                  <a:tcPr anchor="ctr"/>
                </a:tc>
                <a:tc>
                  <a:txBody>
                    <a:bodyPr/>
                    <a:lstStyle/>
                    <a:p>
                      <a:pPr algn="ctr"/>
                      <a:r>
                        <a:rPr lang="en-US" sz="4400" b="1">
                          <a:solidFill>
                            <a:srgbClr val="FF0000"/>
                          </a:solidFill>
                          <a:sym typeface="Wingdings" panose="05000000000000000000" pitchFamily="2" charset="2"/>
                        </a:rPr>
                        <a:t></a:t>
                      </a:r>
                      <a:endParaRPr lang="en-US" sz="4400" b="1">
                        <a:solidFill>
                          <a:srgbClr val="FF0000"/>
                        </a:solidFill>
                      </a:endParaRPr>
                    </a:p>
                  </a:txBody>
                  <a:tcPr anchor="ctr"/>
                </a:tc>
                <a:tc>
                  <a:txBody>
                    <a:bodyPr/>
                    <a:lstStyle/>
                    <a:p>
                      <a:pPr algn="ctr"/>
                      <a:r>
                        <a:rPr lang="en-US" sz="4400" b="1">
                          <a:solidFill>
                            <a:srgbClr val="FF0000"/>
                          </a:solidFill>
                          <a:sym typeface="Wingdings 2" panose="05020102010507070707" pitchFamily="18" charset="2"/>
                        </a:rPr>
                        <a:t></a:t>
                      </a:r>
                      <a:endParaRPr lang="en-US" sz="4400" b="1">
                        <a:solidFill>
                          <a:srgbClr val="FF0000"/>
                        </a:solidFill>
                      </a:endParaRPr>
                    </a:p>
                  </a:txBody>
                  <a:tcPr anchor="ctr"/>
                </a:tc>
                <a:tc>
                  <a:txBody>
                    <a:bodyPr/>
                    <a:lstStyle/>
                    <a:p>
                      <a:pPr algn="ctr"/>
                      <a:r>
                        <a:rPr lang="en-US" sz="4400" b="1">
                          <a:solidFill>
                            <a:srgbClr val="FF0000"/>
                          </a:solidFill>
                          <a:sym typeface="Wingdings 2" panose="05020102010507070707" pitchFamily="18" charset="2"/>
                        </a:rPr>
                        <a:t></a:t>
                      </a:r>
                      <a:endParaRPr lang="en-US" sz="4400" b="1">
                        <a:solidFill>
                          <a:srgbClr val="FF0000"/>
                        </a:solidFill>
                      </a:endParaRPr>
                    </a:p>
                  </a:txBody>
                  <a:tcPr anchor="ctr"/>
                </a:tc>
                <a:extLst>
                  <a:ext uri="{0D108BD9-81ED-4DB2-BD59-A6C34878D82A}">
                    <a16:rowId xmlns:a16="http://schemas.microsoft.com/office/drawing/2014/main" val="2028795971"/>
                  </a:ext>
                </a:extLst>
              </a:tr>
              <a:tr h="900000">
                <a:tc>
                  <a:txBody>
                    <a:bodyPr/>
                    <a:lstStyle/>
                    <a:p>
                      <a:pPr algn="ctr"/>
                      <a:r>
                        <a:rPr lang="en-US" sz="4400" b="1">
                          <a:solidFill>
                            <a:srgbClr val="00B050"/>
                          </a:solidFill>
                          <a:sym typeface="Wingdings" panose="05000000000000000000" pitchFamily="2" charset="2"/>
                        </a:rPr>
                        <a:t></a:t>
                      </a:r>
                      <a:endParaRPr lang="en-US" sz="4400" b="1">
                        <a:solidFill>
                          <a:srgbClr val="00B050"/>
                        </a:solidFill>
                      </a:endParaRPr>
                    </a:p>
                  </a:txBody>
                  <a:tcPr anchor="ctr"/>
                </a:tc>
                <a:tc>
                  <a:txBody>
                    <a:bodyPr/>
                    <a:lstStyle/>
                    <a:p>
                      <a:pPr algn="ctr"/>
                      <a:r>
                        <a:rPr lang="en-US" sz="4400" b="1">
                          <a:solidFill>
                            <a:srgbClr val="00B050"/>
                          </a:solidFill>
                          <a:sym typeface="Wingdings" panose="05000000000000000000" pitchFamily="2" charset="2"/>
                        </a:rPr>
                        <a:t></a:t>
                      </a:r>
                      <a:endParaRPr lang="en-US" sz="4400" b="1">
                        <a:solidFill>
                          <a:srgbClr val="00B050"/>
                        </a:solidFill>
                      </a:endParaRPr>
                    </a:p>
                  </a:txBody>
                  <a:tcPr anchor="ctr"/>
                </a:tc>
                <a:tc>
                  <a:txBody>
                    <a:bodyPr/>
                    <a:lstStyle/>
                    <a:p>
                      <a:pPr algn="ctr"/>
                      <a:r>
                        <a:rPr lang="en-US" sz="4400" b="1">
                          <a:solidFill>
                            <a:srgbClr val="00B050"/>
                          </a:solidFill>
                          <a:sym typeface="Wingdings 2" panose="05020102010507070707" pitchFamily="18" charset="2"/>
                        </a:rPr>
                        <a:t></a:t>
                      </a:r>
                      <a:endParaRPr lang="en-US" sz="4400" b="1">
                        <a:solidFill>
                          <a:srgbClr val="00B050"/>
                        </a:solidFill>
                      </a:endParaRPr>
                    </a:p>
                  </a:txBody>
                  <a:tcPr anchor="ctr"/>
                </a:tc>
                <a:tc>
                  <a:txBody>
                    <a:bodyPr/>
                    <a:lstStyle/>
                    <a:p>
                      <a:pPr algn="ctr"/>
                      <a:r>
                        <a:rPr lang="en-US" sz="4400" b="1">
                          <a:solidFill>
                            <a:srgbClr val="00B050"/>
                          </a:solidFill>
                          <a:sym typeface="Wingdings 2" panose="05020102010507070707" pitchFamily="18" charset="2"/>
                        </a:rPr>
                        <a:t></a:t>
                      </a:r>
                      <a:endParaRPr lang="en-US" sz="4400" b="1">
                        <a:solidFill>
                          <a:srgbClr val="00B050"/>
                        </a:solidFill>
                      </a:endParaRPr>
                    </a:p>
                  </a:txBody>
                  <a:tcPr anchor="ctr"/>
                </a:tc>
                <a:extLst>
                  <a:ext uri="{0D108BD9-81ED-4DB2-BD59-A6C34878D82A}">
                    <a16:rowId xmlns:a16="http://schemas.microsoft.com/office/drawing/2014/main" val="1609235695"/>
                  </a:ext>
                </a:extLst>
              </a:tr>
              <a:tr h="900000">
                <a:tc>
                  <a:txBody>
                    <a:bodyPr/>
                    <a:lstStyle/>
                    <a:p>
                      <a:pPr algn="ctr"/>
                      <a:r>
                        <a:rPr lang="en-US" sz="4400" b="1">
                          <a:solidFill>
                            <a:srgbClr val="0070C0"/>
                          </a:solidFill>
                          <a:sym typeface="Wingdings" panose="05000000000000000000" pitchFamily="2" charset="2"/>
                        </a:rPr>
                        <a:t></a:t>
                      </a:r>
                      <a:endParaRPr lang="en-US" sz="4400" b="1">
                        <a:solidFill>
                          <a:srgbClr val="0070C0"/>
                        </a:solidFill>
                      </a:endParaRPr>
                    </a:p>
                  </a:txBody>
                  <a:tcPr anchor="ctr"/>
                </a:tc>
                <a:tc>
                  <a:txBody>
                    <a:bodyPr/>
                    <a:lstStyle/>
                    <a:p>
                      <a:pPr algn="ctr"/>
                      <a:r>
                        <a:rPr lang="en-US" sz="4400" b="1">
                          <a:solidFill>
                            <a:srgbClr val="0070C0"/>
                          </a:solidFill>
                          <a:sym typeface="Wingdings" panose="05000000000000000000" pitchFamily="2" charset="2"/>
                        </a:rPr>
                        <a:t></a:t>
                      </a:r>
                      <a:endParaRPr lang="en-US" sz="4400" b="1">
                        <a:solidFill>
                          <a:srgbClr val="0070C0"/>
                        </a:solidFill>
                      </a:endParaRPr>
                    </a:p>
                  </a:txBody>
                  <a:tcPr anchor="ctr"/>
                </a:tc>
                <a:tc>
                  <a:txBody>
                    <a:bodyPr/>
                    <a:lstStyle/>
                    <a:p>
                      <a:pPr algn="ctr"/>
                      <a:r>
                        <a:rPr lang="en-US" sz="4400" b="1">
                          <a:solidFill>
                            <a:srgbClr val="0070C0"/>
                          </a:solidFill>
                          <a:sym typeface="Wingdings 2" panose="05020102010507070707" pitchFamily="18" charset="2"/>
                        </a:rPr>
                        <a:t></a:t>
                      </a:r>
                      <a:endParaRPr lang="en-US" sz="4400" b="1">
                        <a:solidFill>
                          <a:srgbClr val="0070C0"/>
                        </a:solidFill>
                      </a:endParaRPr>
                    </a:p>
                  </a:txBody>
                  <a:tcPr anchor="ctr"/>
                </a:tc>
                <a:tc>
                  <a:txBody>
                    <a:bodyPr/>
                    <a:lstStyle/>
                    <a:p>
                      <a:pPr algn="ctr"/>
                      <a:r>
                        <a:rPr lang="en-US" sz="4400" b="1">
                          <a:solidFill>
                            <a:srgbClr val="0070C0"/>
                          </a:solidFill>
                          <a:sym typeface="Wingdings 2" panose="05020102010507070707" pitchFamily="18" charset="2"/>
                        </a:rPr>
                        <a:t></a:t>
                      </a:r>
                      <a:endParaRPr lang="en-US" sz="4400" b="1">
                        <a:solidFill>
                          <a:srgbClr val="0070C0"/>
                        </a:solidFill>
                      </a:endParaRPr>
                    </a:p>
                  </a:txBody>
                  <a:tcPr anchor="ctr"/>
                </a:tc>
                <a:extLst>
                  <a:ext uri="{0D108BD9-81ED-4DB2-BD59-A6C34878D82A}">
                    <a16:rowId xmlns:a16="http://schemas.microsoft.com/office/drawing/2014/main" val="2176226818"/>
                  </a:ext>
                </a:extLst>
              </a:tr>
            </a:tbl>
          </a:graphicData>
        </a:graphic>
      </p:graphicFrame>
      <p:pic>
        <p:nvPicPr>
          <p:cNvPr id="8" name="Picture 7">
            <a:extLst>
              <a:ext uri="{FF2B5EF4-FFF2-40B4-BE49-F238E27FC236}">
                <a16:creationId xmlns:a16="http://schemas.microsoft.com/office/drawing/2014/main" id="{A39646D2-9266-4677-8F84-32A79D7059CC}"/>
              </a:ext>
            </a:extLst>
          </p:cNvPr>
          <p:cNvPicPr>
            <a:picLocks noChangeAspect="1"/>
          </p:cNvPicPr>
          <p:nvPr/>
        </p:nvPicPr>
        <p:blipFill rotWithShape="1">
          <a:blip r:embed="rId2">
            <a:extLst>
              <a:ext uri="{28A0092B-C50C-407E-A947-70E740481C1C}">
                <a14:useLocalDpi xmlns:a14="http://schemas.microsoft.com/office/drawing/2010/main" val="0"/>
              </a:ext>
            </a:extLst>
          </a:blip>
          <a:srcRect l="14493" r="13931"/>
          <a:stretch/>
        </p:blipFill>
        <p:spPr>
          <a:xfrm>
            <a:off x="4399208" y="1260358"/>
            <a:ext cx="4767199" cy="4822418"/>
          </a:xfrm>
          <a:prstGeom prst="rect">
            <a:avLst/>
          </a:prstGeom>
        </p:spPr>
      </p:pic>
    </p:spTree>
    <p:extLst>
      <p:ext uri="{BB962C8B-B14F-4D97-AF65-F5344CB8AC3E}">
        <p14:creationId xmlns:p14="http://schemas.microsoft.com/office/powerpoint/2010/main" val="183732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C9E89-9BE1-4CE2-8309-CB1488CB8B11}"/>
              </a:ext>
            </a:extLst>
          </p:cNvPr>
          <p:cNvSpPr>
            <a:spLocks noGrp="1"/>
          </p:cNvSpPr>
          <p:nvPr>
            <p:ph type="title"/>
          </p:nvPr>
        </p:nvSpPr>
        <p:spPr/>
        <p:txBody>
          <a:bodyPr/>
          <a:lstStyle/>
          <a:p>
            <a:r>
              <a:rPr lang="en-GB"/>
              <a:t>De “Of”</a:t>
            </a:r>
            <a:endParaRPr lang="en-US"/>
          </a:p>
        </p:txBody>
      </p:sp>
      <p:sp>
        <p:nvSpPr>
          <p:cNvPr id="3" name="Slide Number Placeholder 2">
            <a:extLst>
              <a:ext uri="{FF2B5EF4-FFF2-40B4-BE49-F238E27FC236}">
                <a16:creationId xmlns:a16="http://schemas.microsoft.com/office/drawing/2014/main" id="{E4A90C8E-9056-4D36-9A65-DF6121D01147}"/>
              </a:ext>
            </a:extLst>
          </p:cNvPr>
          <p:cNvSpPr>
            <a:spLocks noGrp="1"/>
          </p:cNvSpPr>
          <p:nvPr>
            <p:ph type="sldNum" sz="quarter" idx="7"/>
          </p:nvPr>
        </p:nvSpPr>
        <p:spPr/>
        <p:txBody>
          <a:bodyPr/>
          <a:lstStyle/>
          <a:p>
            <a:fld id="{B6F15528-21DE-4FAA-801E-634DDDAF4B2B}" type="slidenum">
              <a:rPr lang="en-US" smtClean="0"/>
              <a:pPr/>
              <a:t>16</a:t>
            </a:fld>
            <a:endParaRPr lang="en-US"/>
          </a:p>
        </p:txBody>
      </p:sp>
      <p:sp>
        <p:nvSpPr>
          <p:cNvPr id="4" name="Text Placeholder 3">
            <a:extLst>
              <a:ext uri="{FF2B5EF4-FFF2-40B4-BE49-F238E27FC236}">
                <a16:creationId xmlns:a16="http://schemas.microsoft.com/office/drawing/2014/main" id="{768EAAA9-37AC-4392-BF93-63B2711CD118}"/>
              </a:ext>
            </a:extLst>
          </p:cNvPr>
          <p:cNvSpPr>
            <a:spLocks noGrp="1"/>
          </p:cNvSpPr>
          <p:nvPr>
            <p:ph type="body" sz="quarter" idx="10"/>
          </p:nvPr>
        </p:nvSpPr>
        <p:spPr/>
        <p:txBody>
          <a:bodyPr/>
          <a:lstStyle/>
          <a:p>
            <a:endParaRPr lang="en-US"/>
          </a:p>
        </p:txBody>
      </p:sp>
      <p:graphicFrame>
        <p:nvGraphicFramePr>
          <p:cNvPr id="6" name="Table 5">
            <a:extLst>
              <a:ext uri="{FF2B5EF4-FFF2-40B4-BE49-F238E27FC236}">
                <a16:creationId xmlns:a16="http://schemas.microsoft.com/office/drawing/2014/main" id="{1EF68D44-C8E0-49CF-86A5-7166122B9935}"/>
              </a:ext>
            </a:extLst>
          </p:cNvPr>
          <p:cNvGraphicFramePr>
            <a:graphicFrameLocks noGrp="1"/>
          </p:cNvGraphicFramePr>
          <p:nvPr/>
        </p:nvGraphicFramePr>
        <p:xfrm>
          <a:off x="615504" y="2010000"/>
          <a:ext cx="3600000" cy="3600000"/>
        </p:xfrm>
        <a:graphic>
          <a:graphicData uri="http://schemas.openxmlformats.org/drawingml/2006/table">
            <a:tbl>
              <a:tblPr firstRow="1" bandRow="1">
                <a:tableStyleId>{2D5ABB26-0587-4C30-8999-92F81FD0307C}</a:tableStyleId>
              </a:tblPr>
              <a:tblGrid>
                <a:gridCol w="900000">
                  <a:extLst>
                    <a:ext uri="{9D8B030D-6E8A-4147-A177-3AD203B41FA5}">
                      <a16:colId xmlns:a16="http://schemas.microsoft.com/office/drawing/2014/main" val="1151055841"/>
                    </a:ext>
                  </a:extLst>
                </a:gridCol>
                <a:gridCol w="900000">
                  <a:extLst>
                    <a:ext uri="{9D8B030D-6E8A-4147-A177-3AD203B41FA5}">
                      <a16:colId xmlns:a16="http://schemas.microsoft.com/office/drawing/2014/main" val="445559846"/>
                    </a:ext>
                  </a:extLst>
                </a:gridCol>
                <a:gridCol w="900000">
                  <a:extLst>
                    <a:ext uri="{9D8B030D-6E8A-4147-A177-3AD203B41FA5}">
                      <a16:colId xmlns:a16="http://schemas.microsoft.com/office/drawing/2014/main" val="1162808610"/>
                    </a:ext>
                  </a:extLst>
                </a:gridCol>
                <a:gridCol w="900000">
                  <a:extLst>
                    <a:ext uri="{9D8B030D-6E8A-4147-A177-3AD203B41FA5}">
                      <a16:colId xmlns:a16="http://schemas.microsoft.com/office/drawing/2014/main" val="2009582835"/>
                    </a:ext>
                  </a:extLst>
                </a:gridCol>
              </a:tblGrid>
              <a:tr h="900000">
                <a:tc>
                  <a:txBody>
                    <a:bodyPr/>
                    <a:lstStyle/>
                    <a:p>
                      <a:pPr algn="ctr"/>
                      <a:r>
                        <a:rPr lang="en-US" sz="4400" b="1">
                          <a:sym typeface="Wingdings" panose="05000000000000000000" pitchFamily="2" charset="2"/>
                        </a:rPr>
                        <a:t></a:t>
                      </a:r>
                      <a:endParaRPr lang="en-US" sz="4400" b="1"/>
                    </a:p>
                  </a:txBody>
                  <a:tcPr anchor="ctr"/>
                </a:tc>
                <a:tc>
                  <a:txBody>
                    <a:bodyPr/>
                    <a:lstStyle/>
                    <a:p>
                      <a:pPr algn="ctr"/>
                      <a:r>
                        <a:rPr lang="en-US" sz="4400" b="1">
                          <a:sym typeface="Wingdings" panose="05000000000000000000" pitchFamily="2" charset="2"/>
                        </a:rPr>
                        <a:t></a:t>
                      </a:r>
                      <a:endParaRPr lang="en-US" sz="4400" b="1"/>
                    </a:p>
                  </a:txBody>
                  <a:tcPr anchor="ctr"/>
                </a:tc>
                <a:tc>
                  <a:txBody>
                    <a:bodyPr/>
                    <a:lstStyle/>
                    <a:p>
                      <a:pPr algn="ctr"/>
                      <a:r>
                        <a:rPr lang="en-US" sz="4400" b="1">
                          <a:sym typeface="Wingdings 2" panose="05020102010507070707" pitchFamily="18" charset="2"/>
                        </a:rPr>
                        <a:t></a:t>
                      </a:r>
                      <a:endParaRPr lang="en-US" sz="4400" b="1"/>
                    </a:p>
                  </a:txBody>
                  <a:tcPr anchor="ctr"/>
                </a:tc>
                <a:tc>
                  <a:txBody>
                    <a:bodyPr/>
                    <a:lstStyle/>
                    <a:p>
                      <a:pPr algn="ctr"/>
                      <a:r>
                        <a:rPr lang="en-US" sz="4400" b="1">
                          <a:sym typeface="Wingdings 2" panose="05020102010507070707" pitchFamily="18" charset="2"/>
                        </a:rPr>
                        <a:t></a:t>
                      </a:r>
                      <a:endParaRPr lang="en-US" sz="4400" b="1"/>
                    </a:p>
                  </a:txBody>
                  <a:tcPr anchor="ctr"/>
                </a:tc>
                <a:extLst>
                  <a:ext uri="{0D108BD9-81ED-4DB2-BD59-A6C34878D82A}">
                    <a16:rowId xmlns:a16="http://schemas.microsoft.com/office/drawing/2014/main" val="1919456479"/>
                  </a:ext>
                </a:extLst>
              </a:tr>
              <a:tr h="900000">
                <a:tc>
                  <a:txBody>
                    <a:bodyPr/>
                    <a:lstStyle/>
                    <a:p>
                      <a:pPr algn="ctr"/>
                      <a:r>
                        <a:rPr lang="en-US" sz="4400" b="1">
                          <a:solidFill>
                            <a:srgbClr val="FF0000"/>
                          </a:solidFill>
                          <a:sym typeface="Wingdings" panose="05000000000000000000" pitchFamily="2" charset="2"/>
                        </a:rPr>
                        <a:t></a:t>
                      </a:r>
                      <a:endParaRPr lang="en-US" sz="4400" b="1">
                        <a:solidFill>
                          <a:srgbClr val="FF0000"/>
                        </a:solidFill>
                      </a:endParaRPr>
                    </a:p>
                  </a:txBody>
                  <a:tcPr anchor="ctr"/>
                </a:tc>
                <a:tc>
                  <a:txBody>
                    <a:bodyPr/>
                    <a:lstStyle/>
                    <a:p>
                      <a:pPr algn="ctr"/>
                      <a:r>
                        <a:rPr lang="en-US" sz="4400" b="1">
                          <a:solidFill>
                            <a:srgbClr val="FF0000"/>
                          </a:solidFill>
                          <a:sym typeface="Wingdings" panose="05000000000000000000" pitchFamily="2" charset="2"/>
                        </a:rPr>
                        <a:t></a:t>
                      </a:r>
                      <a:endParaRPr lang="en-US" sz="4400" b="1">
                        <a:solidFill>
                          <a:srgbClr val="FF0000"/>
                        </a:solidFill>
                      </a:endParaRPr>
                    </a:p>
                  </a:txBody>
                  <a:tcPr anchor="ctr"/>
                </a:tc>
                <a:tc>
                  <a:txBody>
                    <a:bodyPr/>
                    <a:lstStyle/>
                    <a:p>
                      <a:pPr algn="ctr"/>
                      <a:r>
                        <a:rPr lang="en-US" sz="4400" b="1">
                          <a:solidFill>
                            <a:srgbClr val="FF0000"/>
                          </a:solidFill>
                          <a:sym typeface="Wingdings 2" panose="05020102010507070707" pitchFamily="18" charset="2"/>
                        </a:rPr>
                        <a:t></a:t>
                      </a:r>
                      <a:endParaRPr lang="en-US" sz="4400" b="1">
                        <a:solidFill>
                          <a:srgbClr val="FF0000"/>
                        </a:solidFill>
                      </a:endParaRPr>
                    </a:p>
                  </a:txBody>
                  <a:tcPr anchor="ctr"/>
                </a:tc>
                <a:tc>
                  <a:txBody>
                    <a:bodyPr/>
                    <a:lstStyle/>
                    <a:p>
                      <a:pPr algn="ctr"/>
                      <a:r>
                        <a:rPr lang="en-US" sz="4400" b="1">
                          <a:solidFill>
                            <a:srgbClr val="FF0000"/>
                          </a:solidFill>
                          <a:sym typeface="Wingdings 2" panose="05020102010507070707" pitchFamily="18" charset="2"/>
                        </a:rPr>
                        <a:t></a:t>
                      </a:r>
                      <a:endParaRPr lang="en-US" sz="4400" b="1">
                        <a:solidFill>
                          <a:srgbClr val="FF0000"/>
                        </a:solidFill>
                      </a:endParaRPr>
                    </a:p>
                  </a:txBody>
                  <a:tcPr anchor="ctr"/>
                </a:tc>
                <a:extLst>
                  <a:ext uri="{0D108BD9-81ED-4DB2-BD59-A6C34878D82A}">
                    <a16:rowId xmlns:a16="http://schemas.microsoft.com/office/drawing/2014/main" val="2028795971"/>
                  </a:ext>
                </a:extLst>
              </a:tr>
              <a:tr h="900000">
                <a:tc>
                  <a:txBody>
                    <a:bodyPr/>
                    <a:lstStyle/>
                    <a:p>
                      <a:pPr algn="ctr"/>
                      <a:r>
                        <a:rPr lang="en-US" sz="4400" b="1">
                          <a:solidFill>
                            <a:srgbClr val="00B050"/>
                          </a:solidFill>
                          <a:sym typeface="Wingdings" panose="05000000000000000000" pitchFamily="2" charset="2"/>
                        </a:rPr>
                        <a:t></a:t>
                      </a:r>
                      <a:endParaRPr lang="en-US" sz="4400" b="1">
                        <a:solidFill>
                          <a:srgbClr val="00B050"/>
                        </a:solidFill>
                      </a:endParaRPr>
                    </a:p>
                  </a:txBody>
                  <a:tcPr anchor="ctr"/>
                </a:tc>
                <a:tc>
                  <a:txBody>
                    <a:bodyPr/>
                    <a:lstStyle/>
                    <a:p>
                      <a:pPr algn="ctr"/>
                      <a:r>
                        <a:rPr lang="en-US" sz="4400" b="1">
                          <a:solidFill>
                            <a:srgbClr val="00B050"/>
                          </a:solidFill>
                          <a:sym typeface="Wingdings" panose="05000000000000000000" pitchFamily="2" charset="2"/>
                        </a:rPr>
                        <a:t></a:t>
                      </a:r>
                      <a:endParaRPr lang="en-US" sz="4400" b="1">
                        <a:solidFill>
                          <a:srgbClr val="00B050"/>
                        </a:solidFill>
                      </a:endParaRPr>
                    </a:p>
                  </a:txBody>
                  <a:tcPr anchor="ctr"/>
                </a:tc>
                <a:tc>
                  <a:txBody>
                    <a:bodyPr/>
                    <a:lstStyle/>
                    <a:p>
                      <a:pPr algn="ctr"/>
                      <a:r>
                        <a:rPr lang="en-US" sz="4400" b="1">
                          <a:solidFill>
                            <a:srgbClr val="00B050"/>
                          </a:solidFill>
                          <a:sym typeface="Wingdings 2" panose="05020102010507070707" pitchFamily="18" charset="2"/>
                        </a:rPr>
                        <a:t></a:t>
                      </a:r>
                      <a:endParaRPr lang="en-US" sz="4400" b="1">
                        <a:solidFill>
                          <a:srgbClr val="00B050"/>
                        </a:solidFill>
                      </a:endParaRPr>
                    </a:p>
                  </a:txBody>
                  <a:tcPr anchor="ctr"/>
                </a:tc>
                <a:tc>
                  <a:txBody>
                    <a:bodyPr/>
                    <a:lstStyle/>
                    <a:p>
                      <a:pPr algn="ctr"/>
                      <a:r>
                        <a:rPr lang="en-US" sz="4400" b="1">
                          <a:solidFill>
                            <a:srgbClr val="00B050"/>
                          </a:solidFill>
                          <a:sym typeface="Wingdings 2" panose="05020102010507070707" pitchFamily="18" charset="2"/>
                        </a:rPr>
                        <a:t></a:t>
                      </a:r>
                      <a:endParaRPr lang="en-US" sz="4400" b="1">
                        <a:solidFill>
                          <a:srgbClr val="00B050"/>
                        </a:solidFill>
                      </a:endParaRPr>
                    </a:p>
                  </a:txBody>
                  <a:tcPr anchor="ctr"/>
                </a:tc>
                <a:extLst>
                  <a:ext uri="{0D108BD9-81ED-4DB2-BD59-A6C34878D82A}">
                    <a16:rowId xmlns:a16="http://schemas.microsoft.com/office/drawing/2014/main" val="1609235695"/>
                  </a:ext>
                </a:extLst>
              </a:tr>
              <a:tr h="900000">
                <a:tc>
                  <a:txBody>
                    <a:bodyPr/>
                    <a:lstStyle/>
                    <a:p>
                      <a:pPr algn="ctr"/>
                      <a:r>
                        <a:rPr lang="en-US" sz="4400" b="1">
                          <a:solidFill>
                            <a:srgbClr val="0070C0"/>
                          </a:solidFill>
                          <a:sym typeface="Wingdings" panose="05000000000000000000" pitchFamily="2" charset="2"/>
                        </a:rPr>
                        <a:t></a:t>
                      </a:r>
                      <a:endParaRPr lang="en-US" sz="4400" b="1">
                        <a:solidFill>
                          <a:srgbClr val="0070C0"/>
                        </a:solidFill>
                      </a:endParaRPr>
                    </a:p>
                  </a:txBody>
                  <a:tcPr anchor="ctr"/>
                </a:tc>
                <a:tc>
                  <a:txBody>
                    <a:bodyPr/>
                    <a:lstStyle/>
                    <a:p>
                      <a:pPr algn="ctr"/>
                      <a:r>
                        <a:rPr lang="en-US" sz="4400" b="1">
                          <a:solidFill>
                            <a:srgbClr val="0070C0"/>
                          </a:solidFill>
                          <a:sym typeface="Wingdings" panose="05000000000000000000" pitchFamily="2" charset="2"/>
                        </a:rPr>
                        <a:t></a:t>
                      </a:r>
                      <a:endParaRPr lang="en-US" sz="4400" b="1">
                        <a:solidFill>
                          <a:srgbClr val="0070C0"/>
                        </a:solidFill>
                      </a:endParaRPr>
                    </a:p>
                  </a:txBody>
                  <a:tcPr anchor="ctr"/>
                </a:tc>
                <a:tc>
                  <a:txBody>
                    <a:bodyPr/>
                    <a:lstStyle/>
                    <a:p>
                      <a:pPr algn="ctr"/>
                      <a:r>
                        <a:rPr lang="en-US" sz="4400" b="1">
                          <a:solidFill>
                            <a:srgbClr val="0070C0"/>
                          </a:solidFill>
                          <a:sym typeface="Wingdings 2" panose="05020102010507070707" pitchFamily="18" charset="2"/>
                        </a:rPr>
                        <a:t></a:t>
                      </a:r>
                      <a:endParaRPr lang="en-US" sz="4400" b="1">
                        <a:solidFill>
                          <a:srgbClr val="0070C0"/>
                        </a:solidFill>
                      </a:endParaRPr>
                    </a:p>
                  </a:txBody>
                  <a:tcPr anchor="ctr"/>
                </a:tc>
                <a:tc>
                  <a:txBody>
                    <a:bodyPr/>
                    <a:lstStyle/>
                    <a:p>
                      <a:pPr algn="ctr"/>
                      <a:r>
                        <a:rPr lang="en-US" sz="4400" b="1">
                          <a:solidFill>
                            <a:srgbClr val="0070C0"/>
                          </a:solidFill>
                          <a:sym typeface="Wingdings 2" panose="05020102010507070707" pitchFamily="18" charset="2"/>
                        </a:rPr>
                        <a:t></a:t>
                      </a:r>
                      <a:endParaRPr lang="en-US" sz="4400" b="1">
                        <a:solidFill>
                          <a:srgbClr val="0070C0"/>
                        </a:solidFill>
                      </a:endParaRPr>
                    </a:p>
                  </a:txBody>
                  <a:tcPr anchor="ctr"/>
                </a:tc>
                <a:extLst>
                  <a:ext uri="{0D108BD9-81ED-4DB2-BD59-A6C34878D82A}">
                    <a16:rowId xmlns:a16="http://schemas.microsoft.com/office/drawing/2014/main" val="2176226818"/>
                  </a:ext>
                </a:extLst>
              </a:tr>
            </a:tbl>
          </a:graphicData>
        </a:graphic>
      </p:graphicFrame>
      <p:pic>
        <p:nvPicPr>
          <p:cNvPr id="10" name="Picture 9">
            <a:extLst>
              <a:ext uri="{FF2B5EF4-FFF2-40B4-BE49-F238E27FC236}">
                <a16:creationId xmlns:a16="http://schemas.microsoft.com/office/drawing/2014/main" id="{7257443F-4328-44A7-A1CA-1FF8D1DA7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057" y="929670"/>
            <a:ext cx="1579941" cy="5404287"/>
          </a:xfrm>
          <a:prstGeom prst="rect">
            <a:avLst/>
          </a:prstGeom>
        </p:spPr>
      </p:pic>
    </p:spTree>
    <p:extLst>
      <p:ext uri="{BB962C8B-B14F-4D97-AF65-F5344CB8AC3E}">
        <p14:creationId xmlns:p14="http://schemas.microsoft.com/office/powerpoint/2010/main" val="1338405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Voorwaarden: Het bevestigen of niet van iets</a:t>
            </a:r>
            <a:br>
              <a:rPr lang="en-GB"/>
            </a:b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17</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Stel je hebt kaartjes</a:t>
            </a:r>
          </a:p>
          <a:p>
            <a:pPr lvl="1"/>
            <a:r>
              <a:rPr lang="en-GB"/>
              <a:t>Op de ene kant van het kaartje staat een letter.</a:t>
            </a:r>
          </a:p>
          <a:p>
            <a:pPr lvl="1"/>
            <a:r>
              <a:rPr lang="en-GB"/>
              <a:t>Op de andere kant van het kaartje staat een getal.</a:t>
            </a:r>
          </a:p>
          <a:p>
            <a:pPr lvl="1"/>
            <a:r>
              <a:rPr lang="en-GB"/>
              <a:t>Er liggen 4 kaartjes voor je.</a:t>
            </a:r>
          </a:p>
          <a:p>
            <a:pPr lvl="1"/>
            <a:endParaRPr lang="en-GB"/>
          </a:p>
          <a:p>
            <a:r>
              <a:rPr lang="en-GB"/>
              <a:t>Een voorbeeld</a:t>
            </a:r>
          </a:p>
          <a:p>
            <a:endParaRPr lang="en-GB"/>
          </a:p>
        </p:txBody>
      </p:sp>
      <p:sp>
        <p:nvSpPr>
          <p:cNvPr id="6" name="Rectangle 4">
            <a:extLst>
              <a:ext uri="{FF2B5EF4-FFF2-40B4-BE49-F238E27FC236}">
                <a16:creationId xmlns:a16="http://schemas.microsoft.com/office/drawing/2014/main" id="{1D9B5049-22D4-4037-95D0-9E18D98A0357}"/>
              </a:ext>
            </a:extLst>
          </p:cNvPr>
          <p:cNvSpPr>
            <a:spLocks noChangeArrowheads="1"/>
          </p:cNvSpPr>
          <p:nvPr/>
        </p:nvSpPr>
        <p:spPr bwMode="auto">
          <a:xfrm>
            <a:off x="1264816" y="4585887"/>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F</a:t>
            </a:r>
            <a:endParaRPr lang="nl-NL" altLang="fr-FR" sz="9600"/>
          </a:p>
        </p:txBody>
      </p:sp>
      <p:sp>
        <p:nvSpPr>
          <p:cNvPr id="8" name="Rectangle 5">
            <a:extLst>
              <a:ext uri="{FF2B5EF4-FFF2-40B4-BE49-F238E27FC236}">
                <a16:creationId xmlns:a16="http://schemas.microsoft.com/office/drawing/2014/main" id="{8ADD72AE-2251-403D-81EE-28DEDCC6C597}"/>
              </a:ext>
            </a:extLst>
          </p:cNvPr>
          <p:cNvSpPr>
            <a:spLocks noChangeArrowheads="1"/>
          </p:cNvSpPr>
          <p:nvPr/>
        </p:nvSpPr>
        <p:spPr bwMode="auto">
          <a:xfrm>
            <a:off x="3423816"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5</a:t>
            </a:r>
            <a:endParaRPr lang="nl-NL" altLang="fr-FR" sz="9600"/>
          </a:p>
        </p:txBody>
      </p:sp>
      <p:sp>
        <p:nvSpPr>
          <p:cNvPr id="10" name="Rectangle 6">
            <a:extLst>
              <a:ext uri="{FF2B5EF4-FFF2-40B4-BE49-F238E27FC236}">
                <a16:creationId xmlns:a16="http://schemas.microsoft.com/office/drawing/2014/main" id="{8CAC1917-5EF4-45B2-B33E-8887A519EBDA}"/>
              </a:ext>
            </a:extLst>
          </p:cNvPr>
          <p:cNvSpPr>
            <a:spLocks noChangeArrowheads="1"/>
          </p:cNvSpPr>
          <p:nvPr/>
        </p:nvSpPr>
        <p:spPr bwMode="auto">
          <a:xfrm>
            <a:off x="5584404"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2</a:t>
            </a:r>
            <a:endParaRPr lang="nl-NL" altLang="fr-FR" sz="9600"/>
          </a:p>
        </p:txBody>
      </p:sp>
      <p:sp>
        <p:nvSpPr>
          <p:cNvPr id="12" name="Rectangle 7">
            <a:extLst>
              <a:ext uri="{FF2B5EF4-FFF2-40B4-BE49-F238E27FC236}">
                <a16:creationId xmlns:a16="http://schemas.microsoft.com/office/drawing/2014/main" id="{0AAA865B-F948-4E10-BB69-8ADED5C62841}"/>
              </a:ext>
            </a:extLst>
          </p:cNvPr>
          <p:cNvSpPr>
            <a:spLocks noChangeArrowheads="1"/>
          </p:cNvSpPr>
          <p:nvPr/>
        </p:nvSpPr>
        <p:spPr bwMode="auto">
          <a:xfrm>
            <a:off x="7743404"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D</a:t>
            </a:r>
            <a:endParaRPr lang="nl-NL" altLang="fr-FR" sz="9600"/>
          </a:p>
        </p:txBody>
      </p:sp>
    </p:spTree>
    <p:extLst>
      <p:ext uri="{BB962C8B-B14F-4D97-AF65-F5344CB8AC3E}">
        <p14:creationId xmlns:p14="http://schemas.microsoft.com/office/powerpoint/2010/main" val="208142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P spid="6" grpId="0" animBg="1"/>
      <p:bldP spid="8" grpId="0" animBg="1"/>
      <p:bldP spid="10"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Voorwaarden: Het bevestigen of niet van iets</a:t>
            </a:r>
            <a:br>
              <a:rPr lang="en-GB"/>
            </a:b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18</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Test deze regel</a:t>
            </a:r>
          </a:p>
          <a:p>
            <a:pPr lvl="1"/>
            <a:r>
              <a:rPr lang="en-GB"/>
              <a:t>Als een kaartje een klinker heeft op één kant, dan heeft het een even getal aan de andere kant.</a:t>
            </a:r>
          </a:p>
          <a:p>
            <a:pPr lvl="1"/>
            <a:endParaRPr lang="en-GB"/>
          </a:p>
          <a:p>
            <a:r>
              <a:rPr lang="en-GB"/>
              <a:t>Welke kaartjes moeten omgedraaid worden om deze regel te testen?</a:t>
            </a:r>
          </a:p>
          <a:p>
            <a:endParaRPr lang="en-GB"/>
          </a:p>
        </p:txBody>
      </p:sp>
      <p:sp>
        <p:nvSpPr>
          <p:cNvPr id="6" name="Rectangle 4">
            <a:extLst>
              <a:ext uri="{FF2B5EF4-FFF2-40B4-BE49-F238E27FC236}">
                <a16:creationId xmlns:a16="http://schemas.microsoft.com/office/drawing/2014/main" id="{1D9B5049-22D4-4037-95D0-9E18D98A0357}"/>
              </a:ext>
            </a:extLst>
          </p:cNvPr>
          <p:cNvSpPr>
            <a:spLocks noChangeArrowheads="1"/>
          </p:cNvSpPr>
          <p:nvPr/>
        </p:nvSpPr>
        <p:spPr bwMode="auto">
          <a:xfrm>
            <a:off x="1264816" y="4585887"/>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E</a:t>
            </a:r>
            <a:endParaRPr lang="nl-NL" altLang="fr-FR" sz="9600"/>
          </a:p>
        </p:txBody>
      </p:sp>
      <p:sp>
        <p:nvSpPr>
          <p:cNvPr id="8" name="Rectangle 5">
            <a:extLst>
              <a:ext uri="{FF2B5EF4-FFF2-40B4-BE49-F238E27FC236}">
                <a16:creationId xmlns:a16="http://schemas.microsoft.com/office/drawing/2014/main" id="{8ADD72AE-2251-403D-81EE-28DEDCC6C597}"/>
              </a:ext>
            </a:extLst>
          </p:cNvPr>
          <p:cNvSpPr>
            <a:spLocks noChangeArrowheads="1"/>
          </p:cNvSpPr>
          <p:nvPr/>
        </p:nvSpPr>
        <p:spPr bwMode="auto">
          <a:xfrm>
            <a:off x="3423816"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US" altLang="fr-FR" sz="9600"/>
              <a:t>D</a:t>
            </a:r>
            <a:endParaRPr lang="nl-NL" altLang="fr-FR" sz="9600"/>
          </a:p>
        </p:txBody>
      </p:sp>
      <p:sp>
        <p:nvSpPr>
          <p:cNvPr id="10" name="Rectangle 6">
            <a:extLst>
              <a:ext uri="{FF2B5EF4-FFF2-40B4-BE49-F238E27FC236}">
                <a16:creationId xmlns:a16="http://schemas.microsoft.com/office/drawing/2014/main" id="{8CAC1917-5EF4-45B2-B33E-8887A519EBDA}"/>
              </a:ext>
            </a:extLst>
          </p:cNvPr>
          <p:cNvSpPr>
            <a:spLocks noChangeArrowheads="1"/>
          </p:cNvSpPr>
          <p:nvPr/>
        </p:nvSpPr>
        <p:spPr bwMode="auto">
          <a:xfrm>
            <a:off x="5584404"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2</a:t>
            </a:r>
            <a:endParaRPr lang="nl-NL" altLang="fr-FR" sz="9600"/>
          </a:p>
        </p:txBody>
      </p:sp>
      <p:sp>
        <p:nvSpPr>
          <p:cNvPr id="12" name="Rectangle 7">
            <a:extLst>
              <a:ext uri="{FF2B5EF4-FFF2-40B4-BE49-F238E27FC236}">
                <a16:creationId xmlns:a16="http://schemas.microsoft.com/office/drawing/2014/main" id="{0AAA865B-F948-4E10-BB69-8ADED5C62841}"/>
              </a:ext>
            </a:extLst>
          </p:cNvPr>
          <p:cNvSpPr>
            <a:spLocks noChangeArrowheads="1"/>
          </p:cNvSpPr>
          <p:nvPr/>
        </p:nvSpPr>
        <p:spPr bwMode="auto">
          <a:xfrm>
            <a:off x="7743404"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5</a:t>
            </a:r>
            <a:endParaRPr lang="nl-NL" altLang="fr-FR" sz="9600"/>
          </a:p>
        </p:txBody>
      </p:sp>
    </p:spTree>
    <p:extLst>
      <p:ext uri="{BB962C8B-B14F-4D97-AF65-F5344CB8AC3E}">
        <p14:creationId xmlns:p14="http://schemas.microsoft.com/office/powerpoint/2010/main" val="2395351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P spid="6" grpId="0" animBg="1"/>
      <p:bldP spid="8"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Voorwaarden: Het bevestigen of niet van iets</a:t>
            </a:r>
            <a:br>
              <a:rPr lang="en-GB"/>
            </a:b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19</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Test deze regel</a:t>
            </a:r>
          </a:p>
          <a:p>
            <a:pPr lvl="1"/>
            <a:r>
              <a:rPr lang="en-GB"/>
              <a:t>Als een kaartje een klinker heeft op één kant, dan heeft het een even getal aan de andere kant.</a:t>
            </a:r>
          </a:p>
          <a:p>
            <a:pPr lvl="1"/>
            <a:endParaRPr lang="en-GB"/>
          </a:p>
          <a:p>
            <a:r>
              <a:rPr lang="en-GB"/>
              <a:t>Welke kaartjes moeten omgedraaid worden om deze regel te testen?</a:t>
            </a:r>
          </a:p>
          <a:p>
            <a:endParaRPr lang="en-GB"/>
          </a:p>
        </p:txBody>
      </p:sp>
      <p:sp>
        <p:nvSpPr>
          <p:cNvPr id="6" name="Rectangle 4">
            <a:extLst>
              <a:ext uri="{FF2B5EF4-FFF2-40B4-BE49-F238E27FC236}">
                <a16:creationId xmlns:a16="http://schemas.microsoft.com/office/drawing/2014/main" id="{1D9B5049-22D4-4037-95D0-9E18D98A0357}"/>
              </a:ext>
            </a:extLst>
          </p:cNvPr>
          <p:cNvSpPr>
            <a:spLocks noChangeArrowheads="1"/>
          </p:cNvSpPr>
          <p:nvPr/>
        </p:nvSpPr>
        <p:spPr bwMode="auto">
          <a:xfrm>
            <a:off x="1264816" y="4585887"/>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21</a:t>
            </a:r>
            <a:endParaRPr lang="nl-NL" altLang="fr-FR" sz="9600"/>
          </a:p>
        </p:txBody>
      </p:sp>
      <p:sp>
        <p:nvSpPr>
          <p:cNvPr id="8" name="Rectangle 5">
            <a:extLst>
              <a:ext uri="{FF2B5EF4-FFF2-40B4-BE49-F238E27FC236}">
                <a16:creationId xmlns:a16="http://schemas.microsoft.com/office/drawing/2014/main" id="{8ADD72AE-2251-403D-81EE-28DEDCC6C597}"/>
              </a:ext>
            </a:extLst>
          </p:cNvPr>
          <p:cNvSpPr>
            <a:spLocks noChangeArrowheads="1"/>
          </p:cNvSpPr>
          <p:nvPr/>
        </p:nvSpPr>
        <p:spPr bwMode="auto">
          <a:xfrm>
            <a:off x="3423816"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2800"/>
              <a:t>Y</a:t>
            </a:r>
            <a:endParaRPr lang="nl-NL" altLang="fr-FR" sz="2800"/>
          </a:p>
        </p:txBody>
      </p:sp>
      <p:sp>
        <p:nvSpPr>
          <p:cNvPr id="10" name="Rectangle 6">
            <a:extLst>
              <a:ext uri="{FF2B5EF4-FFF2-40B4-BE49-F238E27FC236}">
                <a16:creationId xmlns:a16="http://schemas.microsoft.com/office/drawing/2014/main" id="{8CAC1917-5EF4-45B2-B33E-8887A519EBDA}"/>
              </a:ext>
            </a:extLst>
          </p:cNvPr>
          <p:cNvSpPr>
            <a:spLocks noChangeArrowheads="1"/>
          </p:cNvSpPr>
          <p:nvPr/>
        </p:nvSpPr>
        <p:spPr bwMode="auto">
          <a:xfrm>
            <a:off x="5584404"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0</a:t>
            </a:r>
            <a:endParaRPr lang="nl-NL" altLang="fr-FR" sz="9600"/>
          </a:p>
        </p:txBody>
      </p:sp>
      <p:sp>
        <p:nvSpPr>
          <p:cNvPr id="12" name="Rectangle 7">
            <a:extLst>
              <a:ext uri="{FF2B5EF4-FFF2-40B4-BE49-F238E27FC236}">
                <a16:creationId xmlns:a16="http://schemas.microsoft.com/office/drawing/2014/main" id="{0AAA865B-F948-4E10-BB69-8ADED5C62841}"/>
              </a:ext>
            </a:extLst>
          </p:cNvPr>
          <p:cNvSpPr>
            <a:spLocks noChangeArrowheads="1"/>
          </p:cNvSpPr>
          <p:nvPr/>
        </p:nvSpPr>
        <p:spPr bwMode="auto">
          <a:xfrm>
            <a:off x="7743404" y="4587475"/>
            <a:ext cx="1297384" cy="2014418"/>
          </a:xfrm>
          <a:prstGeom prst="rect">
            <a:avLst/>
          </a:prstGeom>
          <a:solidFill>
            <a:schemeClr val="bg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GB" altLang="fr-FR" sz="9600"/>
              <a:t>D</a:t>
            </a:r>
            <a:endParaRPr lang="nl-NL" altLang="fr-FR" sz="9600"/>
          </a:p>
        </p:txBody>
      </p:sp>
    </p:spTree>
    <p:extLst>
      <p:ext uri="{BB962C8B-B14F-4D97-AF65-F5344CB8AC3E}">
        <p14:creationId xmlns:p14="http://schemas.microsoft.com/office/powerpoint/2010/main" val="106220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P spid="6" grpId="0" animBg="1"/>
      <p:bldP spid="8" grpId="0" animBg="1"/>
      <p:bldP spid="10"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Test niveaus</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20</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endParaRPr lang="en-US"/>
          </a:p>
        </p:txBody>
      </p:sp>
      <p:graphicFrame>
        <p:nvGraphicFramePr>
          <p:cNvPr id="5" name="Diagram 4">
            <a:extLst>
              <a:ext uri="{FF2B5EF4-FFF2-40B4-BE49-F238E27FC236}">
                <a16:creationId xmlns:a16="http://schemas.microsoft.com/office/drawing/2014/main" id="{94202F51-0ECC-444B-B4AB-DC0466C5DEE1}"/>
              </a:ext>
            </a:extLst>
          </p:cNvPr>
          <p:cNvGraphicFramePr/>
          <p:nvPr>
            <p:extLst>
              <p:ext uri="{D42A27DB-BD31-4B8C-83A1-F6EECF244321}">
                <p14:modId xmlns:p14="http://schemas.microsoft.com/office/powerpoint/2010/main" val="4136618188"/>
              </p:ext>
            </p:extLst>
          </p:nvPr>
        </p:nvGraphicFramePr>
        <p:xfrm>
          <a:off x="615504" y="1469044"/>
          <a:ext cx="7992888" cy="51492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9117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Test niveaus: Component Test / Unit test</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21</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r>
              <a:rPr lang="en-GB"/>
              <a:t>Check waar het staat in het V-model</a:t>
            </a:r>
          </a:p>
          <a:p>
            <a:endParaRPr lang="en-GB"/>
          </a:p>
          <a:p>
            <a:r>
              <a:rPr lang="en-GB"/>
              <a:t>Wat is het?</a:t>
            </a:r>
          </a:p>
          <a:p>
            <a:pPr lvl="1"/>
            <a:r>
              <a:rPr lang="en-GB"/>
              <a:t>Een niveau in het test verhaal, waar individuele componenten of units worden getest, alsof ze het eindproduct waren.</a:t>
            </a:r>
          </a:p>
          <a:p>
            <a:pPr lvl="1"/>
            <a:r>
              <a:rPr lang="en-GB"/>
              <a:t>We proberen dit component zo klein mogelijk te houden.</a:t>
            </a:r>
          </a:p>
          <a:p>
            <a:pPr lvl="1"/>
            <a:r>
              <a:rPr lang="en-GB"/>
              <a:t>Het doel is na te gaan of de unit / de component / het onderdeel correct werkt, zoals het ontworpen is.</a:t>
            </a:r>
            <a:endParaRPr lang="en-US"/>
          </a:p>
        </p:txBody>
      </p:sp>
    </p:spTree>
    <p:extLst>
      <p:ext uri="{BB962C8B-B14F-4D97-AF65-F5344CB8AC3E}">
        <p14:creationId xmlns:p14="http://schemas.microsoft.com/office/powerpoint/2010/main" val="2498485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Game: Ontdek het patroon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22</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opdracht is het patroon te vinden wanneer iets correct of fout is</a:t>
            </a:r>
          </a:p>
          <a:p>
            <a:pPr lvl="1"/>
            <a:r>
              <a:rPr lang="en-GB"/>
              <a:t>Er is een component of een unit die een “Ja” / “Nee” antwoord terug geeft.</a:t>
            </a:r>
          </a:p>
          <a:p>
            <a:pPr lvl="1"/>
            <a:r>
              <a:rPr lang="en-GB"/>
              <a:t>De input zijn 3 getallen</a:t>
            </a:r>
          </a:p>
          <a:p>
            <a:pPr lvl="2"/>
            <a:r>
              <a:rPr lang="en-GB"/>
              <a:t>Ofwel krijg je een “Ja”, de drie getallen voldoen aan de regeltjes binnen in het component / unit</a:t>
            </a:r>
          </a:p>
          <a:p>
            <a:pPr lvl="2"/>
            <a:r>
              <a:rPr lang="en-GB"/>
              <a:t>Ofwel krijg je een “Nee”, de drie getallen voldoen niet aan de regeltjes binnen in het component / unit</a:t>
            </a:r>
          </a:p>
          <a:p>
            <a:pPr lvl="1"/>
            <a:r>
              <a:rPr lang="en-GB"/>
              <a:t>Iedere input wordt bijgehouden.</a:t>
            </a:r>
          </a:p>
          <a:p>
            <a:pPr lvl="1"/>
            <a:r>
              <a:rPr lang="en-GB"/>
              <a:t>Je krijgt 1 mogelijkheid om te zeggen wat het patroon is.</a:t>
            </a:r>
          </a:p>
          <a:p>
            <a:pPr lvl="2"/>
            <a:r>
              <a:rPr lang="en-GB"/>
              <a:t>Doe dit dus enkel en alleen wanneer je zeker bent dat het juist is.</a:t>
            </a:r>
          </a:p>
          <a:p>
            <a:pPr marL="457200" lvl="1" indent="0">
              <a:buNone/>
            </a:pPr>
            <a:endParaRPr lang="en-GB"/>
          </a:p>
        </p:txBody>
      </p:sp>
    </p:spTree>
    <p:extLst>
      <p:ext uri="{BB962C8B-B14F-4D97-AF65-F5344CB8AC3E}">
        <p14:creationId xmlns:p14="http://schemas.microsoft.com/office/powerpoint/2010/main" val="348190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Game: Ontdek het patroon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23</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opdracht is het patroon te vinden wanneer iets correct of fout is</a:t>
            </a:r>
          </a:p>
          <a:p>
            <a:endParaRPr lang="en-GB"/>
          </a:p>
          <a:p>
            <a:r>
              <a:rPr lang="en-GB"/>
              <a:t>Input 1, 2, 4 is correct.</a:t>
            </a:r>
          </a:p>
          <a:p>
            <a:endParaRPr lang="en-GB"/>
          </a:p>
          <a:p>
            <a:endParaRPr lang="en-GB"/>
          </a:p>
          <a:p>
            <a:endParaRPr lang="en-GB"/>
          </a:p>
          <a:p>
            <a:r>
              <a:rPr lang="nl-NL" altLang="fr-FR">
                <a:hlinkClick r:id="rId3"/>
              </a:rPr>
              <a:t>https://explorable.com/confirmation-bias</a:t>
            </a:r>
            <a:endParaRPr lang="nl-NL" altLang="fr-FR"/>
          </a:p>
          <a:p>
            <a:pPr marL="0" indent="0">
              <a:buNone/>
            </a:pPr>
            <a:endParaRPr lang="en-GB"/>
          </a:p>
        </p:txBody>
      </p:sp>
    </p:spTree>
    <p:extLst>
      <p:ext uri="{BB962C8B-B14F-4D97-AF65-F5344CB8AC3E}">
        <p14:creationId xmlns:p14="http://schemas.microsoft.com/office/powerpoint/2010/main" val="1760885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test, die wordt gemaakt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Geef de test een duidelijke naam</a:t>
            </a:r>
          </a:p>
          <a:p>
            <a:r>
              <a:rPr lang="en-GB"/>
              <a:t>Zorg dat je de test terug kunt vinden, tussen duizenden andere testen</a:t>
            </a:r>
          </a:p>
        </p:txBody>
      </p:sp>
    </p:spTree>
    <p:extLst>
      <p:ext uri="{BB962C8B-B14F-4D97-AF65-F5344CB8AC3E}">
        <p14:creationId xmlns:p14="http://schemas.microsoft.com/office/powerpoint/2010/main" val="48374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test, die wordt uitgevoerd</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25</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voert een actie uit</a:t>
            </a:r>
          </a:p>
          <a:p>
            <a:pPr lvl="1"/>
            <a:r>
              <a:rPr lang="en-GB"/>
              <a:t>Doe dit, doe dat, doe iets</a:t>
            </a:r>
          </a:p>
          <a:p>
            <a:pPr lvl="1"/>
            <a:endParaRPr lang="en-GB"/>
          </a:p>
          <a:p>
            <a:r>
              <a:rPr lang="en-GB"/>
              <a:t>Je controleert of het gedrag juist is</a:t>
            </a:r>
          </a:p>
          <a:p>
            <a:pPr lvl="1"/>
            <a:r>
              <a:rPr lang="en-GB"/>
              <a:t>Hoe reageerde de software, het systeem, het proces</a:t>
            </a:r>
          </a:p>
          <a:p>
            <a:pPr lvl="1"/>
            <a:endParaRPr lang="en-GB"/>
          </a:p>
          <a:p>
            <a:r>
              <a:rPr lang="en-GB"/>
              <a:t>Er is een voorwaarde aan de actie en/of het resultaat</a:t>
            </a:r>
          </a:p>
          <a:p>
            <a:pPr lvl="1"/>
            <a:r>
              <a:rPr lang="en-GB"/>
              <a:t>Wanneer wordt de actie uitgevoerd?</a:t>
            </a:r>
          </a:p>
          <a:p>
            <a:pPr lvl="1"/>
            <a:endParaRPr lang="en-GB"/>
          </a:p>
          <a:p>
            <a:r>
              <a:rPr lang="en-GB"/>
              <a:t>Er is een voorwaarde aan de test</a:t>
            </a:r>
          </a:p>
          <a:p>
            <a:pPr lvl="1"/>
            <a:r>
              <a:rPr lang="en-GB"/>
              <a:t>Wanneer wordt de test uitgevoerd?</a:t>
            </a:r>
          </a:p>
          <a:p>
            <a:pPr lvl="1"/>
            <a:endParaRPr lang="en-GB"/>
          </a:p>
          <a:p>
            <a:r>
              <a:rPr lang="en-GB"/>
              <a:t>Je registreert het resultaat</a:t>
            </a:r>
          </a:p>
          <a:p>
            <a:pPr marL="457200" lvl="1" indent="0">
              <a:buNone/>
            </a:pPr>
            <a:endParaRPr lang="en-GB"/>
          </a:p>
        </p:txBody>
      </p:sp>
    </p:spTree>
    <p:extLst>
      <p:ext uri="{BB962C8B-B14F-4D97-AF65-F5344CB8AC3E}">
        <p14:creationId xmlns:p14="http://schemas.microsoft.com/office/powerpoint/2010/main" val="208889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57EA3-E048-4EB0-A167-C5705BD29BEC}"/>
              </a:ext>
            </a:extLst>
          </p:cNvPr>
          <p:cNvSpPr>
            <a:spLocks noGrp="1"/>
          </p:cNvSpPr>
          <p:nvPr>
            <p:ph type="title"/>
          </p:nvPr>
        </p:nvSpPr>
        <p:spPr/>
        <p:txBody>
          <a:bodyPr/>
          <a:lstStyle/>
          <a:p>
            <a:r>
              <a:rPr lang="en-GB"/>
              <a:t>Testen uitschrijven of niet</a:t>
            </a:r>
            <a:endParaRPr lang="en-US"/>
          </a:p>
        </p:txBody>
      </p:sp>
      <p:sp>
        <p:nvSpPr>
          <p:cNvPr id="3" name="Slide Number Placeholder 2">
            <a:extLst>
              <a:ext uri="{FF2B5EF4-FFF2-40B4-BE49-F238E27FC236}">
                <a16:creationId xmlns:a16="http://schemas.microsoft.com/office/drawing/2014/main" id="{A00E7D13-924E-4ADB-8C44-7CBD93D61E12}"/>
              </a:ext>
            </a:extLst>
          </p:cNvPr>
          <p:cNvSpPr>
            <a:spLocks noGrp="1"/>
          </p:cNvSpPr>
          <p:nvPr>
            <p:ph type="sldNum" sz="quarter" idx="7"/>
          </p:nvPr>
        </p:nvSpPr>
        <p:spPr/>
        <p:txBody>
          <a:bodyPr/>
          <a:lstStyle/>
          <a:p>
            <a:fld id="{B6F15528-21DE-4FAA-801E-634DDDAF4B2B}" type="slidenum">
              <a:rPr lang="en-US" smtClean="0"/>
              <a:pPr/>
              <a:t>26</a:t>
            </a:fld>
            <a:endParaRPr lang="en-US"/>
          </a:p>
        </p:txBody>
      </p:sp>
      <p:sp>
        <p:nvSpPr>
          <p:cNvPr id="4" name="Text Placeholder 3">
            <a:extLst>
              <a:ext uri="{FF2B5EF4-FFF2-40B4-BE49-F238E27FC236}">
                <a16:creationId xmlns:a16="http://schemas.microsoft.com/office/drawing/2014/main" id="{A2E947EE-6E2A-45A1-B654-A9F736D76DF2}"/>
              </a:ext>
            </a:extLst>
          </p:cNvPr>
          <p:cNvSpPr>
            <a:spLocks noGrp="1"/>
          </p:cNvSpPr>
          <p:nvPr>
            <p:ph type="body" sz="quarter" idx="10"/>
          </p:nvPr>
        </p:nvSpPr>
        <p:spPr/>
        <p:txBody>
          <a:bodyPr/>
          <a:lstStyle/>
          <a:p>
            <a:r>
              <a:rPr lang="en-GB"/>
              <a:t>De vragen die je hier moet stellen is:</a:t>
            </a:r>
          </a:p>
          <a:p>
            <a:pPr lvl="1"/>
            <a:r>
              <a:rPr lang="en-GB"/>
              <a:t>Tussen welke opties kun je kiezen?</a:t>
            </a:r>
          </a:p>
          <a:p>
            <a:pPr lvl="1"/>
            <a:r>
              <a:rPr lang="en-GB"/>
              <a:t>Wat is er optimaal voor ons project?</a:t>
            </a:r>
          </a:p>
          <a:p>
            <a:endParaRPr lang="en-GB"/>
          </a:p>
          <a:p>
            <a:r>
              <a:rPr lang="en-GB"/>
              <a:t>Verkennend Testen &lt;- -&gt; Script Testen</a:t>
            </a:r>
          </a:p>
          <a:p>
            <a:pPr lvl="1"/>
            <a:r>
              <a:rPr lang="en-GB"/>
              <a:t>Exploratory testen (Click here, click there, click everywhere)</a:t>
            </a:r>
          </a:p>
          <a:p>
            <a:pPr lvl="2"/>
            <a:r>
              <a:rPr lang="en-GB"/>
              <a:t>Geen planning op voorhand</a:t>
            </a:r>
          </a:p>
          <a:p>
            <a:pPr lvl="2"/>
            <a:r>
              <a:rPr lang="en-GB"/>
              <a:t>Geen verslag van de testen nadien.</a:t>
            </a:r>
          </a:p>
          <a:p>
            <a:pPr lvl="2"/>
            <a:r>
              <a:rPr lang="en-GB"/>
              <a:t>Gaat snel</a:t>
            </a:r>
          </a:p>
          <a:p>
            <a:pPr lvl="1"/>
            <a:r>
              <a:rPr lang="en-GB"/>
              <a:t>Scripted testing</a:t>
            </a:r>
          </a:p>
          <a:p>
            <a:pPr lvl="2"/>
            <a:r>
              <a:rPr lang="en-GB"/>
              <a:t>Wel planning op voorhand</a:t>
            </a:r>
          </a:p>
          <a:p>
            <a:pPr lvl="2"/>
            <a:r>
              <a:rPr lang="en-GB"/>
              <a:t>Wel verslag van de testen nadien.</a:t>
            </a:r>
          </a:p>
          <a:p>
            <a:pPr lvl="2"/>
            <a:r>
              <a:rPr lang="en-GB"/>
              <a:t>Is tijdrovend</a:t>
            </a:r>
          </a:p>
          <a:p>
            <a:pPr lvl="2"/>
            <a:endParaRPr lang="en-US"/>
          </a:p>
        </p:txBody>
      </p:sp>
    </p:spTree>
    <p:extLst>
      <p:ext uri="{BB962C8B-B14F-4D97-AF65-F5344CB8AC3E}">
        <p14:creationId xmlns:p14="http://schemas.microsoft.com/office/powerpoint/2010/main" val="265968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9731B-CE4A-4363-81BD-1B4E353F9FF7}"/>
              </a:ext>
            </a:extLst>
          </p:cNvPr>
          <p:cNvSpPr>
            <a:spLocks noGrp="1"/>
          </p:cNvSpPr>
          <p:nvPr>
            <p:ph type="title"/>
          </p:nvPr>
        </p:nvSpPr>
        <p:spPr/>
        <p:txBody>
          <a:bodyPr/>
          <a:lstStyle/>
          <a:p>
            <a:r>
              <a:rPr lang="en-GB"/>
              <a:t>Uitgeschreven testen</a:t>
            </a:r>
            <a:endParaRPr lang="en-US"/>
          </a:p>
        </p:txBody>
      </p:sp>
      <p:sp>
        <p:nvSpPr>
          <p:cNvPr id="3" name="Slide Number Placeholder 2">
            <a:extLst>
              <a:ext uri="{FF2B5EF4-FFF2-40B4-BE49-F238E27FC236}">
                <a16:creationId xmlns:a16="http://schemas.microsoft.com/office/drawing/2014/main" id="{D55EDCD7-020E-4C3C-B28E-D809A420522D}"/>
              </a:ext>
            </a:extLst>
          </p:cNvPr>
          <p:cNvSpPr>
            <a:spLocks noGrp="1"/>
          </p:cNvSpPr>
          <p:nvPr>
            <p:ph type="sldNum" sz="quarter" idx="7"/>
          </p:nvPr>
        </p:nvSpPr>
        <p:spPr/>
        <p:txBody>
          <a:bodyPr/>
          <a:lstStyle/>
          <a:p>
            <a:fld id="{B6F15528-21DE-4FAA-801E-634DDDAF4B2B}" type="slidenum">
              <a:rPr lang="en-US" smtClean="0"/>
              <a:pPr/>
              <a:t>27</a:t>
            </a:fld>
            <a:endParaRPr lang="en-US"/>
          </a:p>
        </p:txBody>
      </p:sp>
      <p:sp>
        <p:nvSpPr>
          <p:cNvPr id="4" name="Text Placeholder 3">
            <a:extLst>
              <a:ext uri="{FF2B5EF4-FFF2-40B4-BE49-F238E27FC236}">
                <a16:creationId xmlns:a16="http://schemas.microsoft.com/office/drawing/2014/main" id="{B040600A-6E56-4062-BF25-41F8122F92AE}"/>
              </a:ext>
            </a:extLst>
          </p:cNvPr>
          <p:cNvSpPr>
            <a:spLocks noGrp="1"/>
          </p:cNvSpPr>
          <p:nvPr>
            <p:ph type="body" sz="quarter" idx="10"/>
          </p:nvPr>
        </p:nvSpPr>
        <p:spPr/>
        <p:txBody>
          <a:bodyPr/>
          <a:lstStyle/>
          <a:p>
            <a:r>
              <a:rPr lang="en-GB"/>
              <a:t>Bestaan uit twee verschillende delen</a:t>
            </a:r>
          </a:p>
          <a:p>
            <a:pPr lvl="1"/>
            <a:r>
              <a:rPr lang="en-GB"/>
              <a:t>De voorbereiding ervan</a:t>
            </a:r>
          </a:p>
          <a:p>
            <a:pPr lvl="1"/>
            <a:r>
              <a:rPr lang="en-GB"/>
              <a:t>Het uitvoeren ervan</a:t>
            </a:r>
          </a:p>
          <a:p>
            <a:pPr lvl="1"/>
            <a:endParaRPr lang="en-GB"/>
          </a:p>
          <a:p>
            <a:endParaRPr lang="en-US"/>
          </a:p>
        </p:txBody>
      </p:sp>
      <p:graphicFrame>
        <p:nvGraphicFramePr>
          <p:cNvPr id="5" name="Diagram 4">
            <a:extLst>
              <a:ext uri="{FF2B5EF4-FFF2-40B4-BE49-F238E27FC236}">
                <a16:creationId xmlns:a16="http://schemas.microsoft.com/office/drawing/2014/main" id="{7103ACE1-FFA5-4E78-8601-A2661024DE00}"/>
              </a:ext>
            </a:extLst>
          </p:cNvPr>
          <p:cNvGraphicFramePr/>
          <p:nvPr>
            <p:extLst>
              <p:ext uri="{D42A27DB-BD31-4B8C-83A1-F6EECF244321}">
                <p14:modId xmlns:p14="http://schemas.microsoft.com/office/powerpoint/2010/main" val="2793560632"/>
              </p:ext>
            </p:extLst>
          </p:nvPr>
        </p:nvGraphicFramePr>
        <p:xfrm>
          <a:off x="1693333" y="2102732"/>
          <a:ext cx="6773333" cy="45155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5849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Graphic spid="5" grpId="0">
        <p:bldAsOne/>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F44F-1BBD-449F-9C01-888777E54C95}"/>
              </a:ext>
            </a:extLst>
          </p:cNvPr>
          <p:cNvSpPr>
            <a:spLocks noGrp="1"/>
          </p:cNvSpPr>
          <p:nvPr>
            <p:ph type="title"/>
          </p:nvPr>
        </p:nvSpPr>
        <p:spPr/>
        <p:txBody>
          <a:bodyPr/>
          <a:lstStyle/>
          <a:p>
            <a:r>
              <a:rPr lang="en-GB"/>
              <a:t>Test ontwerp</a:t>
            </a:r>
            <a:endParaRPr lang="en-US"/>
          </a:p>
        </p:txBody>
      </p:sp>
      <p:sp>
        <p:nvSpPr>
          <p:cNvPr id="5" name="Text Placeholder 4">
            <a:extLst>
              <a:ext uri="{FF2B5EF4-FFF2-40B4-BE49-F238E27FC236}">
                <a16:creationId xmlns:a16="http://schemas.microsoft.com/office/drawing/2014/main" id="{A79E078B-7235-4F7F-ACFD-C6D108C2BAB4}"/>
              </a:ext>
            </a:extLst>
          </p:cNvPr>
          <p:cNvSpPr>
            <a:spLocks noGrp="1"/>
          </p:cNvSpPr>
          <p:nvPr>
            <p:ph type="body" sz="quarter" idx="10"/>
          </p:nvPr>
        </p:nvSpPr>
        <p:spPr/>
        <p:txBody>
          <a:bodyPr/>
          <a:lstStyle/>
          <a:p>
            <a:r>
              <a:rPr lang="en-GB"/>
              <a:t>Dit vergt een speciale ‘skill’ en ‘techniek’</a:t>
            </a:r>
          </a:p>
          <a:p>
            <a:pPr lvl="1"/>
            <a:r>
              <a:rPr lang="en-GB"/>
              <a:t>Selecteren wat er moet getest worden uit een hele grote hoop mogelijkheden.</a:t>
            </a:r>
          </a:p>
          <a:p>
            <a:pPr lvl="1"/>
            <a:r>
              <a:rPr lang="en-GB"/>
              <a:t>Uitdenken hoe je dit gaat neerschrijven in een optimale manier.</a:t>
            </a:r>
          </a:p>
          <a:p>
            <a:pPr lvl="1"/>
            <a:r>
              <a:rPr lang="en-GB"/>
              <a:t>Je moet geduldig zijn.</a:t>
            </a:r>
          </a:p>
          <a:p>
            <a:pPr lvl="1"/>
            <a:r>
              <a:rPr lang="en-GB"/>
              <a:t>Je moet kunnen oordelen wat nuttig is en wat niet.</a:t>
            </a:r>
          </a:p>
          <a:p>
            <a:pPr lvl="1"/>
            <a:r>
              <a:rPr lang="en-GB"/>
              <a:t>Je moet je kunnen inleven in de persoon die de test gaat moeten uitvoeren.</a:t>
            </a:r>
          </a:p>
          <a:p>
            <a:pPr lvl="1"/>
            <a:r>
              <a:rPr lang="en-GB"/>
              <a:t>Een duidelijk en volledig “verwacht resultaat” is moeilijk.</a:t>
            </a:r>
          </a:p>
          <a:p>
            <a:pPr lvl="1"/>
            <a:endParaRPr lang="en-US"/>
          </a:p>
        </p:txBody>
      </p:sp>
    </p:spTree>
    <p:extLst>
      <p:ext uri="{BB962C8B-B14F-4D97-AF65-F5344CB8AC3E}">
        <p14:creationId xmlns:p14="http://schemas.microsoft.com/office/powerpoint/2010/main" val="206993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8127-3126-44C2-9FAB-7FBDAD9352A3}"/>
              </a:ext>
            </a:extLst>
          </p:cNvPr>
          <p:cNvSpPr>
            <a:spLocks noGrp="1"/>
          </p:cNvSpPr>
          <p:nvPr>
            <p:ph type="title"/>
          </p:nvPr>
        </p:nvSpPr>
        <p:spPr/>
        <p:txBody>
          <a:bodyPr/>
          <a:lstStyle/>
          <a:p>
            <a:r>
              <a:rPr lang="en-GB"/>
              <a:t>Verwacht resultaat</a:t>
            </a:r>
            <a:endParaRPr lang="en-US"/>
          </a:p>
        </p:txBody>
      </p:sp>
      <p:sp>
        <p:nvSpPr>
          <p:cNvPr id="3" name="Slide Number Placeholder 2">
            <a:extLst>
              <a:ext uri="{FF2B5EF4-FFF2-40B4-BE49-F238E27FC236}">
                <a16:creationId xmlns:a16="http://schemas.microsoft.com/office/drawing/2014/main" id="{21248F29-5FAF-4B9C-AE6B-E21B1F1CBD14}"/>
              </a:ext>
            </a:extLst>
          </p:cNvPr>
          <p:cNvSpPr>
            <a:spLocks noGrp="1"/>
          </p:cNvSpPr>
          <p:nvPr>
            <p:ph type="sldNum" sz="quarter" idx="7"/>
          </p:nvPr>
        </p:nvSpPr>
        <p:spPr/>
        <p:txBody>
          <a:bodyPr/>
          <a:lstStyle/>
          <a:p>
            <a:fld id="{B6F15528-21DE-4FAA-801E-634DDDAF4B2B}" type="slidenum">
              <a:rPr lang="en-US" smtClean="0"/>
              <a:pPr/>
              <a:t>29</a:t>
            </a:fld>
            <a:endParaRPr lang="en-US"/>
          </a:p>
        </p:txBody>
      </p:sp>
      <p:sp>
        <p:nvSpPr>
          <p:cNvPr id="4" name="Text Placeholder 3">
            <a:extLst>
              <a:ext uri="{FF2B5EF4-FFF2-40B4-BE49-F238E27FC236}">
                <a16:creationId xmlns:a16="http://schemas.microsoft.com/office/drawing/2014/main" id="{AD3E3E75-176E-41D6-BBF1-F53B45F05874}"/>
              </a:ext>
            </a:extLst>
          </p:cNvPr>
          <p:cNvSpPr>
            <a:spLocks noGrp="1"/>
          </p:cNvSpPr>
          <p:nvPr>
            <p:ph type="body" sz="quarter" idx="10"/>
          </p:nvPr>
        </p:nvSpPr>
        <p:spPr/>
        <p:txBody>
          <a:bodyPr/>
          <a:lstStyle/>
          <a:p>
            <a:r>
              <a:rPr lang="en-GB"/>
              <a:t>Een simpel probleem</a:t>
            </a:r>
          </a:p>
          <a:p>
            <a:pPr lvl="1"/>
            <a:r>
              <a:rPr lang="en-GB"/>
              <a:t>Je test een rekenmachine</a:t>
            </a:r>
          </a:p>
          <a:p>
            <a:pPr lvl="1"/>
            <a:r>
              <a:rPr lang="en-GB"/>
              <a:t>En je tikt “2+2=“</a:t>
            </a:r>
          </a:p>
          <a:p>
            <a:pPr lvl="1"/>
            <a:endParaRPr lang="en-GB"/>
          </a:p>
          <a:p>
            <a:r>
              <a:rPr lang="en-GB"/>
              <a:t>Wat is het verwachte resultaat?</a:t>
            </a:r>
            <a:endParaRPr lang="en-US"/>
          </a:p>
        </p:txBody>
      </p:sp>
    </p:spTree>
    <p:extLst>
      <p:ext uri="{BB962C8B-B14F-4D97-AF65-F5344CB8AC3E}">
        <p14:creationId xmlns:p14="http://schemas.microsoft.com/office/powerpoint/2010/main" val="190788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F44F-1BBD-449F-9C01-888777E54C95}"/>
              </a:ext>
            </a:extLst>
          </p:cNvPr>
          <p:cNvSpPr>
            <a:spLocks noGrp="1"/>
          </p:cNvSpPr>
          <p:nvPr>
            <p:ph type="title"/>
          </p:nvPr>
        </p:nvSpPr>
        <p:spPr/>
        <p:txBody>
          <a:bodyPr/>
          <a:lstStyle/>
          <a:p>
            <a:r>
              <a:rPr lang="en-GB"/>
              <a:t>Test uitvoeren</a:t>
            </a:r>
            <a:endParaRPr lang="en-US"/>
          </a:p>
        </p:txBody>
      </p:sp>
      <p:sp>
        <p:nvSpPr>
          <p:cNvPr id="5" name="Text Placeholder 4">
            <a:extLst>
              <a:ext uri="{FF2B5EF4-FFF2-40B4-BE49-F238E27FC236}">
                <a16:creationId xmlns:a16="http://schemas.microsoft.com/office/drawing/2014/main" id="{A79E078B-7235-4F7F-ACFD-C6D108C2BAB4}"/>
              </a:ext>
            </a:extLst>
          </p:cNvPr>
          <p:cNvSpPr>
            <a:spLocks noGrp="1"/>
          </p:cNvSpPr>
          <p:nvPr>
            <p:ph type="body" sz="quarter" idx="10"/>
          </p:nvPr>
        </p:nvSpPr>
        <p:spPr/>
        <p:txBody>
          <a:bodyPr/>
          <a:lstStyle/>
          <a:p>
            <a:r>
              <a:rPr lang="en-GB"/>
              <a:t>Dit vergt een speciale ‘skill’ en ‘techniek’</a:t>
            </a:r>
          </a:p>
          <a:p>
            <a:pPr lvl="1"/>
            <a:r>
              <a:rPr lang="en-GB"/>
              <a:t>Is moeilijker dan verkennend testen, tenzij je verwacht dat de test uitvoering het script exact gaat volgen.</a:t>
            </a:r>
          </a:p>
          <a:p>
            <a:pPr lvl="1"/>
            <a:r>
              <a:rPr lang="en-GB"/>
              <a:t>Je verwacht ook dat de ontwerper en de uitvoerder dezelfde kennis en skill hebben.</a:t>
            </a:r>
          </a:p>
          <a:p>
            <a:pPr lvl="1"/>
            <a:r>
              <a:rPr lang="en-GB"/>
              <a:t>Om het goed de doen, moet de uitvoerder weten wat de bedoeling van de ontwerper was.</a:t>
            </a:r>
          </a:p>
          <a:p>
            <a:pPr lvl="1"/>
            <a:r>
              <a:rPr lang="en-GB"/>
              <a:t>De uitvoerder moet het tactisch inzicht en de oorspronkelijke bedoeling van het test scenario respecteren.</a:t>
            </a:r>
          </a:p>
          <a:p>
            <a:pPr lvl="1"/>
            <a:endParaRPr lang="en-US"/>
          </a:p>
        </p:txBody>
      </p:sp>
    </p:spTree>
    <p:extLst>
      <p:ext uri="{BB962C8B-B14F-4D97-AF65-F5344CB8AC3E}">
        <p14:creationId xmlns:p14="http://schemas.microsoft.com/office/powerpoint/2010/main" val="1711083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F44F-1BBD-449F-9C01-888777E54C95}"/>
              </a:ext>
            </a:extLst>
          </p:cNvPr>
          <p:cNvSpPr>
            <a:spLocks noGrp="1"/>
          </p:cNvSpPr>
          <p:nvPr>
            <p:ph type="title"/>
          </p:nvPr>
        </p:nvSpPr>
        <p:spPr/>
        <p:txBody>
          <a:bodyPr/>
          <a:lstStyle/>
          <a:p>
            <a:r>
              <a:rPr lang="en-GB"/>
              <a:t>Test ontwerpen en uitvoeren</a:t>
            </a:r>
            <a:endParaRPr lang="en-US"/>
          </a:p>
        </p:txBody>
      </p:sp>
      <p:sp>
        <p:nvSpPr>
          <p:cNvPr id="5" name="Text Placeholder 4">
            <a:extLst>
              <a:ext uri="{FF2B5EF4-FFF2-40B4-BE49-F238E27FC236}">
                <a16:creationId xmlns:a16="http://schemas.microsoft.com/office/drawing/2014/main" id="{A79E078B-7235-4F7F-ACFD-C6D108C2BAB4}"/>
              </a:ext>
            </a:extLst>
          </p:cNvPr>
          <p:cNvSpPr>
            <a:spLocks noGrp="1"/>
          </p:cNvSpPr>
          <p:nvPr>
            <p:ph type="body" sz="quarter" idx="10"/>
          </p:nvPr>
        </p:nvSpPr>
        <p:spPr/>
        <p:txBody>
          <a:bodyPr/>
          <a:lstStyle/>
          <a:p>
            <a:r>
              <a:rPr lang="en-GB"/>
              <a:t>Het lijkt onlogisch dat …</a:t>
            </a:r>
          </a:p>
          <a:p>
            <a:pPr lvl="1"/>
            <a:r>
              <a:rPr lang="en-GB"/>
              <a:t>Ontwerp en uitvoeren is stukken harder / moeilijker dan verkennend testen.</a:t>
            </a:r>
          </a:p>
          <a:p>
            <a:pPr lvl="1"/>
            <a:r>
              <a:rPr lang="en-GB"/>
              <a:t>Je één activiteit in twee stukken splitst en dat daarna samen laat werken.</a:t>
            </a:r>
          </a:p>
          <a:p>
            <a:pPr lvl="1"/>
            <a:endParaRPr lang="en-US"/>
          </a:p>
        </p:txBody>
      </p:sp>
    </p:spTree>
    <p:extLst>
      <p:ext uri="{BB962C8B-B14F-4D97-AF65-F5344CB8AC3E}">
        <p14:creationId xmlns:p14="http://schemas.microsoft.com/office/powerpoint/2010/main" val="113115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F44F-1BBD-449F-9C01-888777E54C95}"/>
              </a:ext>
            </a:extLst>
          </p:cNvPr>
          <p:cNvSpPr>
            <a:spLocks noGrp="1"/>
          </p:cNvSpPr>
          <p:nvPr>
            <p:ph type="title"/>
          </p:nvPr>
        </p:nvSpPr>
        <p:spPr/>
        <p:txBody>
          <a:bodyPr/>
          <a:lstStyle/>
          <a:p>
            <a:r>
              <a:rPr lang="en-GB"/>
              <a:t>Best practices?</a:t>
            </a:r>
            <a:endParaRPr lang="en-US"/>
          </a:p>
        </p:txBody>
      </p:sp>
      <p:sp>
        <p:nvSpPr>
          <p:cNvPr id="5" name="Text Placeholder 4">
            <a:extLst>
              <a:ext uri="{FF2B5EF4-FFF2-40B4-BE49-F238E27FC236}">
                <a16:creationId xmlns:a16="http://schemas.microsoft.com/office/drawing/2014/main" id="{A79E078B-7235-4F7F-ACFD-C6D108C2BAB4}"/>
              </a:ext>
            </a:extLst>
          </p:cNvPr>
          <p:cNvSpPr>
            <a:spLocks noGrp="1"/>
          </p:cNvSpPr>
          <p:nvPr>
            <p:ph type="body" sz="quarter" idx="10"/>
          </p:nvPr>
        </p:nvSpPr>
        <p:spPr/>
        <p:txBody>
          <a:bodyPr/>
          <a:lstStyle/>
          <a:p>
            <a:r>
              <a:rPr lang="en-GB"/>
              <a:t>Het is logisch dat …</a:t>
            </a:r>
          </a:p>
          <a:p>
            <a:pPr lvl="1"/>
            <a:r>
              <a:rPr lang="en-GB"/>
              <a:t>Mensen mij die vraag stellen</a:t>
            </a:r>
          </a:p>
          <a:p>
            <a:pPr lvl="1"/>
            <a:r>
              <a:rPr lang="en-GB"/>
              <a:t>De probleem zit niet in welke stijl van testen het beste is, maar welke stijl ons de informatie geeft die we nodig hebben, op dat moment.</a:t>
            </a:r>
          </a:p>
          <a:p>
            <a:pPr lvl="1"/>
            <a:r>
              <a:rPr lang="en-GB"/>
              <a:t>Projecten hebben meestal andere types informatie nodig in de verschillende fases.</a:t>
            </a:r>
          </a:p>
          <a:p>
            <a:pPr lvl="1"/>
            <a:endParaRPr lang="en-US"/>
          </a:p>
          <a:p>
            <a:r>
              <a:rPr lang="en-US"/>
              <a:t>Doel van testen is …</a:t>
            </a:r>
          </a:p>
          <a:p>
            <a:pPr lvl="1"/>
            <a:r>
              <a:rPr lang="en-US" altLang="ja-JP"/>
              <a:t>Exact weten wat de risico’s zijn.</a:t>
            </a:r>
          </a:p>
          <a:p>
            <a:pPr lvl="1"/>
            <a:r>
              <a:rPr lang="en-US" altLang="ja-JP"/>
              <a:t>En dus de hoeveelheid “Wat je niet weet” verminderen.</a:t>
            </a:r>
          </a:p>
          <a:p>
            <a:pPr lvl="1"/>
            <a:endParaRPr lang="en-US"/>
          </a:p>
        </p:txBody>
      </p:sp>
    </p:spTree>
    <p:extLst>
      <p:ext uri="{BB962C8B-B14F-4D97-AF65-F5344CB8AC3E}">
        <p14:creationId xmlns:p14="http://schemas.microsoft.com/office/powerpoint/2010/main" val="3562801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F44F-1BBD-449F-9C01-888777E54C95}"/>
              </a:ext>
            </a:extLst>
          </p:cNvPr>
          <p:cNvSpPr>
            <a:spLocks noGrp="1"/>
          </p:cNvSpPr>
          <p:nvPr>
            <p:ph type="title"/>
          </p:nvPr>
        </p:nvSpPr>
        <p:spPr/>
        <p:txBody>
          <a:bodyPr/>
          <a:lstStyle/>
          <a:p>
            <a:r>
              <a:rPr lang="en-GB"/>
              <a:t>Heuristisch (richtlijnen en strategie)</a:t>
            </a:r>
            <a:endParaRPr lang="en-US"/>
          </a:p>
        </p:txBody>
      </p:sp>
      <p:sp>
        <p:nvSpPr>
          <p:cNvPr id="5" name="Text Placeholder 4">
            <a:extLst>
              <a:ext uri="{FF2B5EF4-FFF2-40B4-BE49-F238E27FC236}">
                <a16:creationId xmlns:a16="http://schemas.microsoft.com/office/drawing/2014/main" id="{A79E078B-7235-4F7F-ACFD-C6D108C2BAB4}"/>
              </a:ext>
            </a:extLst>
          </p:cNvPr>
          <p:cNvSpPr>
            <a:spLocks noGrp="1"/>
          </p:cNvSpPr>
          <p:nvPr>
            <p:ph type="body" sz="quarter" idx="10"/>
          </p:nvPr>
        </p:nvSpPr>
        <p:spPr/>
        <p:txBody>
          <a:bodyPr/>
          <a:lstStyle/>
          <a:p>
            <a:r>
              <a:rPr lang="en-GB"/>
              <a:t>Als het snel moet gaan</a:t>
            </a:r>
          </a:p>
          <a:p>
            <a:pPr lvl="1"/>
            <a:r>
              <a:rPr lang="en-GB"/>
              <a:t>Verkennend testen.</a:t>
            </a:r>
          </a:p>
          <a:p>
            <a:r>
              <a:rPr lang="en-GB"/>
              <a:t>Als er nog veel onduidelijk is</a:t>
            </a:r>
          </a:p>
          <a:p>
            <a:pPr lvl="1"/>
            <a:r>
              <a:rPr lang="en-GB"/>
              <a:t>Verkennend testen.</a:t>
            </a:r>
          </a:p>
          <a:p>
            <a:r>
              <a:rPr lang="en-GB"/>
              <a:t>Als je track en trace nodig hebt</a:t>
            </a:r>
          </a:p>
          <a:p>
            <a:pPr lvl="1"/>
            <a:r>
              <a:rPr lang="en-GB"/>
              <a:t>Testen uitschrijven en verkennend testen</a:t>
            </a:r>
          </a:p>
          <a:p>
            <a:r>
              <a:rPr lang="en-GB"/>
              <a:t>Als je later de testen wilt automatiseren</a:t>
            </a:r>
          </a:p>
          <a:p>
            <a:pPr lvl="1"/>
            <a:r>
              <a:rPr lang="en-GB"/>
              <a:t>Testen uitschrijven</a:t>
            </a:r>
          </a:p>
          <a:p>
            <a:r>
              <a:rPr lang="en-GB"/>
              <a:t>Als je fun wilt hebben</a:t>
            </a:r>
          </a:p>
          <a:p>
            <a:pPr lvl="1"/>
            <a:r>
              <a:rPr lang="en-GB"/>
              <a:t>Combineer en probeer</a:t>
            </a:r>
          </a:p>
        </p:txBody>
      </p:sp>
    </p:spTree>
    <p:extLst>
      <p:ext uri="{BB962C8B-B14F-4D97-AF65-F5344CB8AC3E}">
        <p14:creationId xmlns:p14="http://schemas.microsoft.com/office/powerpoint/2010/main" val="210525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F44F-1BBD-449F-9C01-888777E54C95}"/>
              </a:ext>
            </a:extLst>
          </p:cNvPr>
          <p:cNvSpPr>
            <a:spLocks noGrp="1"/>
          </p:cNvSpPr>
          <p:nvPr>
            <p:ph type="title"/>
          </p:nvPr>
        </p:nvSpPr>
        <p:spPr/>
        <p:txBody>
          <a:bodyPr/>
          <a:lstStyle/>
          <a:p>
            <a:r>
              <a:rPr lang="en-GB"/>
              <a:t>Heuristisch (richtlijnen en strategie)</a:t>
            </a:r>
            <a:endParaRPr lang="en-US"/>
          </a:p>
        </p:txBody>
      </p:sp>
      <p:sp>
        <p:nvSpPr>
          <p:cNvPr id="5" name="Text Placeholder 4">
            <a:extLst>
              <a:ext uri="{FF2B5EF4-FFF2-40B4-BE49-F238E27FC236}">
                <a16:creationId xmlns:a16="http://schemas.microsoft.com/office/drawing/2014/main" id="{A79E078B-7235-4F7F-ACFD-C6D108C2BAB4}"/>
              </a:ext>
            </a:extLst>
          </p:cNvPr>
          <p:cNvSpPr>
            <a:spLocks noGrp="1"/>
          </p:cNvSpPr>
          <p:nvPr>
            <p:ph type="body" sz="quarter" idx="10"/>
          </p:nvPr>
        </p:nvSpPr>
        <p:spPr/>
        <p:txBody>
          <a:bodyPr/>
          <a:lstStyle/>
          <a:p>
            <a:pPr>
              <a:lnSpc>
                <a:spcPct val="90000"/>
              </a:lnSpc>
            </a:pPr>
            <a:r>
              <a:rPr lang="nl-NL" altLang="fr-FR"/>
              <a:t>Een heuristiek is een feilbare methode om een ​​probleem op te lossen of een beslissing te nemen.</a:t>
            </a:r>
          </a:p>
          <a:p>
            <a:pPr lvl="1">
              <a:lnSpc>
                <a:spcPct val="90000"/>
              </a:lnSpc>
            </a:pPr>
            <a:r>
              <a:rPr lang="nl-NL" altLang="fr-FR"/>
              <a:t>Als bijvoeglijk naamwoord suggereert 'heuristiek' tegelijkertijd 'feilbaar' en 'bevorderlijk voor leren’.</a:t>
            </a:r>
          </a:p>
          <a:p>
            <a:pPr lvl="1">
              <a:lnSpc>
                <a:spcPct val="90000"/>
              </a:lnSpc>
            </a:pPr>
            <a:r>
              <a:rPr lang="nl-NL" altLang="fr-FR"/>
              <a:t>Heuristische redeneringen worden niet als definitief en strikt beschouwd, maar alleen als voorlopig en plausibel, met als doel de oplossing voor het huidige probleem te ontdekken.</a:t>
            </a:r>
          </a:p>
        </p:txBody>
      </p:sp>
    </p:spTree>
    <p:extLst>
      <p:ext uri="{BB962C8B-B14F-4D97-AF65-F5344CB8AC3E}">
        <p14:creationId xmlns:p14="http://schemas.microsoft.com/office/powerpoint/2010/main" val="8253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F44F-1BBD-449F-9C01-888777E54C95}"/>
              </a:ext>
            </a:extLst>
          </p:cNvPr>
          <p:cNvSpPr>
            <a:spLocks noGrp="1"/>
          </p:cNvSpPr>
          <p:nvPr>
            <p:ph type="title"/>
          </p:nvPr>
        </p:nvSpPr>
        <p:spPr/>
        <p:txBody>
          <a:bodyPr/>
          <a:lstStyle/>
          <a:p>
            <a:r>
              <a:rPr lang="en-GB"/>
              <a:t>Heuristisch (richtlijnen en strategie)</a:t>
            </a:r>
            <a:endParaRPr lang="en-US"/>
          </a:p>
        </p:txBody>
      </p:sp>
      <p:sp>
        <p:nvSpPr>
          <p:cNvPr id="5" name="Text Placeholder 4">
            <a:extLst>
              <a:ext uri="{FF2B5EF4-FFF2-40B4-BE49-F238E27FC236}">
                <a16:creationId xmlns:a16="http://schemas.microsoft.com/office/drawing/2014/main" id="{A79E078B-7235-4F7F-ACFD-C6D108C2BAB4}"/>
              </a:ext>
            </a:extLst>
          </p:cNvPr>
          <p:cNvSpPr>
            <a:spLocks noGrp="1"/>
          </p:cNvSpPr>
          <p:nvPr>
            <p:ph type="body" sz="quarter" idx="10"/>
          </p:nvPr>
        </p:nvSpPr>
        <p:spPr/>
        <p:txBody>
          <a:bodyPr/>
          <a:lstStyle/>
          <a:p>
            <a:pPr>
              <a:lnSpc>
                <a:spcPct val="90000"/>
              </a:lnSpc>
            </a:pPr>
            <a:r>
              <a:rPr lang="nl-NL" altLang="fr-FR"/>
              <a:t>Heuristieken kunnen de vorm aannemen van richtwoorden, aforismen, modellen of procedures</a:t>
            </a:r>
          </a:p>
          <a:p>
            <a:pPr lvl="1">
              <a:lnSpc>
                <a:spcPct val="90000"/>
              </a:lnSpc>
            </a:pPr>
            <a:r>
              <a:rPr lang="nl-NL" altLang="fr-FR"/>
              <a:t>Een heuristisch model is een weergave van een idee, object of systeem door een ander - vermoedelijk eenvoudiger - idee, object of systeem, zodat het begrijpen van iets over het eenvoudigere systeem u kan helpen het meer complexe te begrijpen.</a:t>
            </a:r>
          </a:p>
          <a:p>
            <a:pPr lvl="1">
              <a:lnSpc>
                <a:spcPct val="90000"/>
              </a:lnSpc>
            </a:pPr>
            <a:r>
              <a:rPr lang="nl-NL" altLang="fr-FR"/>
              <a:t>Een heuristische procedure is een plan van aanpak dat kan helpen bij het oplossen van een categorie problemen.</a:t>
            </a:r>
          </a:p>
          <a:p>
            <a:pPr lvl="1">
              <a:lnSpc>
                <a:spcPct val="90000"/>
              </a:lnSpc>
            </a:pPr>
            <a:r>
              <a:rPr lang="nl-NL" altLang="fr-FR"/>
              <a:t>Heuristieken worden niet gevolgd; ze worden toegepast als middel om problemen op te lossen in onzekere omstandigheden met onzekere, onvolmaakte of onvolledige informatie.</a:t>
            </a:r>
          </a:p>
          <a:p>
            <a:pPr>
              <a:lnSpc>
                <a:spcPct val="90000"/>
              </a:lnSpc>
            </a:pPr>
            <a:r>
              <a:rPr lang="nl-NL" altLang="fr-FR"/>
              <a:t>Ze kunnen volledige en rigoureuze analyse vervangen wanneer dat soort analyse erg duur of onmogelijk zou zijn.</a:t>
            </a:r>
          </a:p>
        </p:txBody>
      </p:sp>
    </p:spTree>
    <p:extLst>
      <p:ext uri="{BB962C8B-B14F-4D97-AF65-F5344CB8AC3E}">
        <p14:creationId xmlns:p14="http://schemas.microsoft.com/office/powerpoint/2010/main" val="227133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Test niveaus</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36</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endParaRPr lang="en-US"/>
          </a:p>
        </p:txBody>
      </p:sp>
      <p:graphicFrame>
        <p:nvGraphicFramePr>
          <p:cNvPr id="5" name="Diagram 4">
            <a:extLst>
              <a:ext uri="{FF2B5EF4-FFF2-40B4-BE49-F238E27FC236}">
                <a16:creationId xmlns:a16="http://schemas.microsoft.com/office/drawing/2014/main" id="{94202F51-0ECC-444B-B4AB-DC0466C5DEE1}"/>
              </a:ext>
            </a:extLst>
          </p:cNvPr>
          <p:cNvGraphicFramePr/>
          <p:nvPr/>
        </p:nvGraphicFramePr>
        <p:xfrm>
          <a:off x="615504" y="1469044"/>
          <a:ext cx="7992888" cy="51492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95013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Test niveaus: Integratie test</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37</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r>
              <a:rPr lang="en-GB"/>
              <a:t>Check waar het staat in het V-model</a:t>
            </a:r>
          </a:p>
          <a:p>
            <a:endParaRPr lang="en-GB"/>
          </a:p>
          <a:p>
            <a:r>
              <a:rPr lang="en-GB"/>
              <a:t>Wat is het?</a:t>
            </a:r>
          </a:p>
          <a:p>
            <a:pPr lvl="1"/>
            <a:r>
              <a:rPr lang="en-GB"/>
              <a:t>Een niveau in het test verhaal, waar individuele componenten of units worden gecombineerd, alsof ze het eindproduct waren.</a:t>
            </a:r>
          </a:p>
          <a:p>
            <a:pPr lvl="1"/>
            <a:r>
              <a:rPr lang="en-GB"/>
              <a:t>We proberen componenten te testen als een groep. Hoe werken ze samen?</a:t>
            </a:r>
          </a:p>
          <a:p>
            <a:pPr lvl="1"/>
            <a:r>
              <a:rPr lang="en-GB"/>
              <a:t>Het doel is na te gaan de units / de componenten / de onderdelen correct samenwerken, zoals het ontworpen is.</a:t>
            </a:r>
            <a:endParaRPr lang="en-US"/>
          </a:p>
        </p:txBody>
      </p:sp>
    </p:spTree>
    <p:extLst>
      <p:ext uri="{BB962C8B-B14F-4D97-AF65-F5344CB8AC3E}">
        <p14:creationId xmlns:p14="http://schemas.microsoft.com/office/powerpoint/2010/main" val="392238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De requirements in de verschillende methodes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38</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nl-BE"/>
              <a:t>De mier van Langton</a:t>
            </a:r>
          </a:p>
          <a:p>
            <a:r>
              <a:rPr lang="nl-BE"/>
              <a:t>Software Development Life Cycle</a:t>
            </a:r>
          </a:p>
          <a:p>
            <a:pPr lvl="1"/>
            <a:r>
              <a:rPr lang="nl-BE"/>
              <a:t>SDLC</a:t>
            </a:r>
          </a:p>
          <a:p>
            <a:pPr lvl="1"/>
            <a:r>
              <a:rPr lang="nl-BE"/>
              <a:t>Stappen in het maken van de software</a:t>
            </a:r>
          </a:p>
          <a:p>
            <a:pPr lvl="1"/>
            <a:endParaRPr lang="nl-BE"/>
          </a:p>
          <a:p>
            <a:r>
              <a:rPr lang="nl-BE"/>
              <a:t>Een aantal methodologieën</a:t>
            </a:r>
          </a:p>
          <a:p>
            <a:pPr lvl="1"/>
            <a:endParaRPr lang="nl-BE"/>
          </a:p>
          <a:p>
            <a:pPr marL="457200" indent="-457200">
              <a:buFont typeface="+mj-lt"/>
              <a:buAutoNum type="arabicPeriod"/>
            </a:pPr>
            <a:r>
              <a:rPr lang="nl-BE"/>
              <a:t>Waterval model</a:t>
            </a:r>
          </a:p>
          <a:p>
            <a:pPr marL="457200" indent="-457200">
              <a:buFont typeface="+mj-lt"/>
              <a:buAutoNum type="arabicPeriod"/>
            </a:pPr>
            <a:r>
              <a:rPr lang="nl-BE"/>
              <a:t>V-model</a:t>
            </a:r>
          </a:p>
          <a:p>
            <a:pPr marL="457200" indent="-457200">
              <a:buFont typeface="+mj-lt"/>
              <a:buAutoNum type="arabicPeriod"/>
            </a:pPr>
            <a:r>
              <a:rPr lang="nl-BE"/>
              <a:t>Spiraal model</a:t>
            </a:r>
          </a:p>
          <a:p>
            <a:pPr marL="457200" lvl="1" indent="0">
              <a:buNone/>
            </a:pPr>
            <a:r>
              <a:rPr lang="nl-BE"/>
              <a:t>Incrementeel</a:t>
            </a:r>
          </a:p>
          <a:p>
            <a:pPr marL="457200" indent="-457200">
              <a:buFont typeface="+mj-lt"/>
              <a:buAutoNum type="arabicPeriod"/>
            </a:pPr>
            <a:r>
              <a:rPr lang="nl-BE">
                <a:highlight>
                  <a:srgbClr val="FFFF00"/>
                </a:highlight>
              </a:rPr>
              <a:t>Iteratief model</a:t>
            </a:r>
          </a:p>
          <a:p>
            <a:pPr marL="457200" lvl="1" indent="0">
              <a:buNone/>
            </a:pPr>
            <a:r>
              <a:rPr lang="nl-BE">
                <a:highlight>
                  <a:srgbClr val="FFFF00"/>
                </a:highlight>
              </a:rPr>
              <a:t>Iteratief</a:t>
            </a:r>
          </a:p>
          <a:p>
            <a:pPr marL="457200" indent="-457200">
              <a:buFont typeface="+mj-lt"/>
              <a:buAutoNum type="arabicPeriod"/>
            </a:pPr>
            <a:r>
              <a:rPr lang="nl-BE"/>
              <a:t>Agile / Scrum</a:t>
            </a:r>
          </a:p>
          <a:p>
            <a:pPr marL="457200" lvl="1" indent="0">
              <a:buNone/>
            </a:pPr>
            <a:r>
              <a:rPr lang="nl-BE"/>
              <a:t>Incrementeel iteratief</a:t>
            </a:r>
          </a:p>
          <a:p>
            <a:pPr marL="457200" indent="-457200">
              <a:buFont typeface="+mj-lt"/>
              <a:buAutoNum type="arabicPeriod"/>
            </a:pPr>
            <a:r>
              <a:rPr lang="nl-BE"/>
              <a:t>DevOps</a:t>
            </a:r>
          </a:p>
          <a:p>
            <a:pPr marL="457200" lvl="1" indent="0">
              <a:buNone/>
            </a:pPr>
            <a:r>
              <a:rPr lang="nl-BE"/>
              <a:t>Het realiseren van incrementeel iteratief</a:t>
            </a:r>
          </a:p>
          <a:p>
            <a:pPr marL="457200" lvl="1" indent="0">
              <a:buNone/>
            </a:pPr>
            <a:endParaRPr lang="nl-BE"/>
          </a:p>
          <a:p>
            <a:endParaRPr lang="nl-BE"/>
          </a:p>
          <a:p>
            <a:pPr lvl="1"/>
            <a:endParaRPr lang="nl-BE"/>
          </a:p>
          <a:p>
            <a:endParaRPr lang="nl-BE"/>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mogelijke situatie</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pic>
        <p:nvPicPr>
          <p:cNvPr id="7" name="Picture 6">
            <a:extLst>
              <a:ext uri="{FF2B5EF4-FFF2-40B4-BE49-F238E27FC236}">
                <a16:creationId xmlns:a16="http://schemas.microsoft.com/office/drawing/2014/main" id="{7E99B80E-07A9-4997-8396-54DFCAB11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0914" y="2801766"/>
            <a:ext cx="2486372" cy="2448267"/>
          </a:xfrm>
          <a:prstGeom prst="rect">
            <a:avLst/>
          </a:prstGeom>
        </p:spPr>
      </p:pic>
    </p:spTree>
    <p:extLst>
      <p:ext uri="{BB962C8B-B14F-4D97-AF65-F5344CB8AC3E}">
        <p14:creationId xmlns:p14="http://schemas.microsoft.com/office/powerpoint/2010/main" val="3272575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test, iets uitgebreider</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39</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gaat een actie uitvoeren (een stap)</a:t>
            </a:r>
          </a:p>
          <a:p>
            <a:pPr lvl="1"/>
            <a:r>
              <a:rPr lang="en-GB"/>
              <a:t>Doe dit, doe dat, doe iets</a:t>
            </a:r>
          </a:p>
          <a:p>
            <a:pPr lvl="1"/>
            <a:endParaRPr lang="en-GB"/>
          </a:p>
          <a:p>
            <a:r>
              <a:rPr lang="en-GB"/>
              <a:t>Je controleert of het gedrag juist is</a:t>
            </a:r>
          </a:p>
          <a:p>
            <a:pPr lvl="1"/>
            <a:r>
              <a:rPr lang="en-GB"/>
              <a:t>Hoe reageerde de software, het systeem, het proces?</a:t>
            </a:r>
          </a:p>
          <a:p>
            <a:pPr lvl="1"/>
            <a:endParaRPr lang="en-GB"/>
          </a:p>
          <a:p>
            <a:r>
              <a:rPr lang="en-GB"/>
              <a:t>Er is een voorwaarde aan de actie en/of het resultaat</a:t>
            </a:r>
          </a:p>
          <a:p>
            <a:pPr lvl="1"/>
            <a:r>
              <a:rPr lang="en-GB"/>
              <a:t>Wanneer wordt de actie uitgevoerd?</a:t>
            </a:r>
          </a:p>
          <a:p>
            <a:pPr lvl="1"/>
            <a:r>
              <a:rPr lang="en-GB"/>
              <a:t>Wanneer is het resultaat juist of fout?</a:t>
            </a:r>
          </a:p>
          <a:p>
            <a:endParaRPr lang="en-GB"/>
          </a:p>
          <a:p>
            <a:r>
              <a:rPr lang="en-GB"/>
              <a:t>Er is een voorwaarde aan de test</a:t>
            </a:r>
          </a:p>
          <a:p>
            <a:pPr lvl="1"/>
            <a:r>
              <a:rPr lang="en-GB"/>
              <a:t>Wanneer wordt de test uitgevoerd?</a:t>
            </a:r>
          </a:p>
          <a:p>
            <a:pPr marL="457200" lvl="1" indent="0">
              <a:buNone/>
            </a:pPr>
            <a:endParaRPr lang="en-GB"/>
          </a:p>
        </p:txBody>
      </p:sp>
    </p:spTree>
    <p:extLst>
      <p:ext uri="{BB962C8B-B14F-4D97-AF65-F5344CB8AC3E}">
        <p14:creationId xmlns:p14="http://schemas.microsoft.com/office/powerpoint/2010/main" val="371335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test, kan een andere test oproepen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40</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gaat een actie uitvoeren (een stap)</a:t>
            </a:r>
          </a:p>
          <a:p>
            <a:pPr lvl="1"/>
            <a:r>
              <a:rPr lang="en-GB"/>
              <a:t>Doe dit, doe dat, doe iets</a:t>
            </a:r>
          </a:p>
          <a:p>
            <a:pPr lvl="2"/>
            <a:r>
              <a:rPr lang="en-GB"/>
              <a:t>Deze stap kan een actie zijn</a:t>
            </a:r>
          </a:p>
          <a:p>
            <a:pPr lvl="2"/>
            <a:r>
              <a:rPr lang="en-GB"/>
              <a:t>Deze stap kan een andere test zijn</a:t>
            </a:r>
          </a:p>
          <a:p>
            <a:pPr lvl="1"/>
            <a:endParaRPr lang="en-GB"/>
          </a:p>
          <a:p>
            <a:r>
              <a:rPr lang="en-GB"/>
              <a:t>Deze stap is een andere test</a:t>
            </a:r>
          </a:p>
          <a:p>
            <a:pPr lvl="1"/>
            <a:r>
              <a:rPr lang="en-GB"/>
              <a:t>Die uit meerdere andere stappen kan bestaan.</a:t>
            </a:r>
          </a:p>
          <a:p>
            <a:pPr lvl="1"/>
            <a:r>
              <a:rPr lang="en-GB"/>
              <a:t>Of uit andere testen</a:t>
            </a:r>
          </a:p>
          <a:p>
            <a:pPr lvl="1"/>
            <a:r>
              <a:rPr lang="en-GB"/>
              <a:t>Of een combinatie van de twee.</a:t>
            </a:r>
          </a:p>
        </p:txBody>
      </p:sp>
    </p:spTree>
    <p:extLst>
      <p:ext uri="{BB962C8B-B14F-4D97-AF65-F5344CB8AC3E}">
        <p14:creationId xmlns:p14="http://schemas.microsoft.com/office/powerpoint/2010/main" val="63229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Test niveaus</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41</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endParaRPr lang="en-US"/>
          </a:p>
        </p:txBody>
      </p:sp>
      <p:graphicFrame>
        <p:nvGraphicFramePr>
          <p:cNvPr id="5" name="Diagram 4">
            <a:extLst>
              <a:ext uri="{FF2B5EF4-FFF2-40B4-BE49-F238E27FC236}">
                <a16:creationId xmlns:a16="http://schemas.microsoft.com/office/drawing/2014/main" id="{94202F51-0ECC-444B-B4AB-DC0466C5DEE1}"/>
              </a:ext>
            </a:extLst>
          </p:cNvPr>
          <p:cNvGraphicFramePr/>
          <p:nvPr/>
        </p:nvGraphicFramePr>
        <p:xfrm>
          <a:off x="615504" y="1469044"/>
          <a:ext cx="7992888" cy="51492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71507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Test niveaus: Systeem test</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42</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r>
              <a:rPr lang="en-GB"/>
              <a:t>Check waar het staat in het V-model</a:t>
            </a:r>
          </a:p>
          <a:p>
            <a:endParaRPr lang="en-GB"/>
          </a:p>
          <a:p>
            <a:r>
              <a:rPr lang="en-GB"/>
              <a:t>Wat is het?</a:t>
            </a:r>
          </a:p>
          <a:p>
            <a:pPr lvl="1"/>
            <a:r>
              <a:rPr lang="en-GB"/>
              <a:t>Een niveau in het test verhaal, waar het geheel wordt getest, alsof een het eindproduct was.</a:t>
            </a:r>
          </a:p>
          <a:p>
            <a:pPr lvl="1"/>
            <a:r>
              <a:rPr lang="en-GB"/>
              <a:t>Werkt het programma?</a:t>
            </a:r>
          </a:p>
          <a:p>
            <a:pPr lvl="1"/>
            <a:r>
              <a:rPr lang="en-GB"/>
              <a:t>Voldoet het programma aan de opgesomde requirements (vereisten van de software)?</a:t>
            </a:r>
            <a:endParaRPr lang="en-US"/>
          </a:p>
        </p:txBody>
      </p:sp>
    </p:spTree>
    <p:extLst>
      <p:ext uri="{BB962C8B-B14F-4D97-AF65-F5344CB8AC3E}">
        <p14:creationId xmlns:p14="http://schemas.microsoft.com/office/powerpoint/2010/main" val="35569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De requirements in de verschillende methodes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43</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nl-BE"/>
              <a:t>De mier van Langton</a:t>
            </a:r>
          </a:p>
          <a:p>
            <a:r>
              <a:rPr lang="nl-BE"/>
              <a:t>Software Development Life Cycle</a:t>
            </a:r>
          </a:p>
          <a:p>
            <a:pPr lvl="1"/>
            <a:r>
              <a:rPr lang="nl-BE"/>
              <a:t>SDLC</a:t>
            </a:r>
          </a:p>
          <a:p>
            <a:pPr lvl="1"/>
            <a:r>
              <a:rPr lang="nl-BE"/>
              <a:t>Stappen in het maken van de software</a:t>
            </a:r>
          </a:p>
          <a:p>
            <a:pPr lvl="1"/>
            <a:endParaRPr lang="nl-BE"/>
          </a:p>
          <a:p>
            <a:r>
              <a:rPr lang="nl-BE"/>
              <a:t>Een aantal methodologieën</a:t>
            </a:r>
          </a:p>
          <a:p>
            <a:pPr lvl="1"/>
            <a:endParaRPr lang="nl-BE"/>
          </a:p>
          <a:p>
            <a:pPr marL="457200" indent="-457200">
              <a:buFont typeface="+mj-lt"/>
              <a:buAutoNum type="arabicPeriod"/>
            </a:pPr>
            <a:r>
              <a:rPr lang="nl-BE"/>
              <a:t>Waterval model</a:t>
            </a:r>
          </a:p>
          <a:p>
            <a:pPr marL="457200" indent="-457200">
              <a:buFont typeface="+mj-lt"/>
              <a:buAutoNum type="arabicPeriod"/>
            </a:pPr>
            <a:r>
              <a:rPr lang="nl-BE"/>
              <a:t>V-model</a:t>
            </a:r>
          </a:p>
          <a:p>
            <a:pPr marL="457200" indent="-457200">
              <a:buFont typeface="+mj-lt"/>
              <a:buAutoNum type="arabicPeriod"/>
            </a:pPr>
            <a:r>
              <a:rPr lang="nl-BE"/>
              <a:t>Spiraal model</a:t>
            </a:r>
          </a:p>
          <a:p>
            <a:pPr marL="457200" lvl="1" indent="0">
              <a:buNone/>
            </a:pPr>
            <a:r>
              <a:rPr lang="nl-BE"/>
              <a:t>Incrementeel</a:t>
            </a:r>
          </a:p>
          <a:p>
            <a:pPr marL="457200" indent="-457200">
              <a:buFont typeface="+mj-lt"/>
              <a:buAutoNum type="arabicPeriod"/>
            </a:pPr>
            <a:r>
              <a:rPr lang="nl-BE"/>
              <a:t>Iteratief model</a:t>
            </a:r>
          </a:p>
          <a:p>
            <a:pPr marL="457200" lvl="1" indent="0">
              <a:buNone/>
            </a:pPr>
            <a:r>
              <a:rPr lang="nl-BE"/>
              <a:t>Iteratief</a:t>
            </a:r>
          </a:p>
          <a:p>
            <a:pPr marL="457200" indent="-457200">
              <a:buFont typeface="+mj-lt"/>
              <a:buAutoNum type="arabicPeriod"/>
            </a:pPr>
            <a:r>
              <a:rPr lang="nl-BE">
                <a:highlight>
                  <a:srgbClr val="FFFF00"/>
                </a:highlight>
              </a:rPr>
              <a:t>Agile / Scrum</a:t>
            </a:r>
          </a:p>
          <a:p>
            <a:pPr marL="457200" lvl="1" indent="0">
              <a:buNone/>
            </a:pPr>
            <a:r>
              <a:rPr lang="nl-BE">
                <a:highlight>
                  <a:srgbClr val="FFFF00"/>
                </a:highlight>
              </a:rPr>
              <a:t>Incrementeel iteratief</a:t>
            </a:r>
          </a:p>
          <a:p>
            <a:pPr marL="457200" indent="-457200">
              <a:buFont typeface="+mj-lt"/>
              <a:buAutoNum type="arabicPeriod"/>
            </a:pPr>
            <a:r>
              <a:rPr lang="nl-BE"/>
              <a:t>DevOps</a:t>
            </a:r>
          </a:p>
          <a:p>
            <a:pPr marL="457200" lvl="1" indent="0">
              <a:buNone/>
            </a:pPr>
            <a:r>
              <a:rPr lang="nl-BE"/>
              <a:t>Het realiseren van incrementeel iteratief</a:t>
            </a:r>
          </a:p>
          <a:p>
            <a:pPr marL="457200" lvl="1" indent="0">
              <a:buNone/>
            </a:pPr>
            <a:endParaRPr lang="nl-BE"/>
          </a:p>
          <a:p>
            <a:endParaRPr lang="nl-BE"/>
          </a:p>
          <a:p>
            <a:pPr lvl="1"/>
            <a:endParaRPr lang="nl-BE"/>
          </a:p>
          <a:p>
            <a:endParaRPr lang="nl-BE"/>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mogelijke situatie</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pic>
        <p:nvPicPr>
          <p:cNvPr id="7" name="Picture 6">
            <a:extLst>
              <a:ext uri="{FF2B5EF4-FFF2-40B4-BE49-F238E27FC236}">
                <a16:creationId xmlns:a16="http://schemas.microsoft.com/office/drawing/2014/main" id="{7E99B80E-07A9-4997-8396-54DFCAB115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0914" y="2801766"/>
            <a:ext cx="2486372" cy="2448267"/>
          </a:xfrm>
          <a:prstGeom prst="rect">
            <a:avLst/>
          </a:prstGeom>
        </p:spPr>
      </p:pic>
    </p:spTree>
    <p:extLst>
      <p:ext uri="{BB962C8B-B14F-4D97-AF65-F5344CB8AC3E}">
        <p14:creationId xmlns:p14="http://schemas.microsoft.com/office/powerpoint/2010/main" val="3534254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4A5D-34E8-448E-AB4B-B6C31B4270F6}"/>
              </a:ext>
            </a:extLst>
          </p:cNvPr>
          <p:cNvSpPr>
            <a:spLocks noGrp="1"/>
          </p:cNvSpPr>
          <p:nvPr>
            <p:ph type="title"/>
          </p:nvPr>
        </p:nvSpPr>
        <p:spPr/>
        <p:txBody>
          <a:bodyPr/>
          <a:lstStyle/>
          <a:p>
            <a:r>
              <a:rPr lang="en-GB"/>
              <a:t>De code is een misdaad onderzoek</a:t>
            </a:r>
            <a:endParaRPr lang="en-US"/>
          </a:p>
        </p:txBody>
      </p:sp>
      <p:sp>
        <p:nvSpPr>
          <p:cNvPr id="3" name="Slide Number Placeholder 2">
            <a:extLst>
              <a:ext uri="{FF2B5EF4-FFF2-40B4-BE49-F238E27FC236}">
                <a16:creationId xmlns:a16="http://schemas.microsoft.com/office/drawing/2014/main" id="{6BDFF2D0-C4A8-45F9-9237-70124F1DF79B}"/>
              </a:ext>
            </a:extLst>
          </p:cNvPr>
          <p:cNvSpPr>
            <a:spLocks noGrp="1"/>
          </p:cNvSpPr>
          <p:nvPr>
            <p:ph type="sldNum" sz="quarter" idx="7"/>
          </p:nvPr>
        </p:nvSpPr>
        <p:spPr/>
        <p:txBody>
          <a:bodyPr/>
          <a:lstStyle/>
          <a:p>
            <a:fld id="{B6F15528-21DE-4FAA-801E-634DDDAF4B2B}" type="slidenum">
              <a:rPr lang="en-US" smtClean="0"/>
              <a:pPr/>
              <a:t>44</a:t>
            </a:fld>
            <a:endParaRPr lang="en-US"/>
          </a:p>
        </p:txBody>
      </p:sp>
      <p:sp>
        <p:nvSpPr>
          <p:cNvPr id="4" name="Text Placeholder 3">
            <a:extLst>
              <a:ext uri="{FF2B5EF4-FFF2-40B4-BE49-F238E27FC236}">
                <a16:creationId xmlns:a16="http://schemas.microsoft.com/office/drawing/2014/main" id="{8FF5B7F5-03B6-4ED7-9A77-038E3CDAE34D}"/>
              </a:ext>
            </a:extLst>
          </p:cNvPr>
          <p:cNvSpPr>
            <a:spLocks noGrp="1"/>
          </p:cNvSpPr>
          <p:nvPr>
            <p:ph type="body" sz="quarter" idx="10"/>
          </p:nvPr>
        </p:nvSpPr>
        <p:spPr/>
        <p:txBody>
          <a:bodyPr/>
          <a:lstStyle/>
          <a:p>
            <a:r>
              <a:rPr lang="en-GB"/>
              <a:t>Vergelijk de code met een stad</a:t>
            </a:r>
          </a:p>
          <a:p>
            <a:pPr marL="0" indent="0">
              <a:buNone/>
            </a:pPr>
            <a:endParaRPr lang="en-US"/>
          </a:p>
        </p:txBody>
      </p:sp>
      <p:pic>
        <p:nvPicPr>
          <p:cNvPr id="8" name="Picture 7">
            <a:extLst>
              <a:ext uri="{FF2B5EF4-FFF2-40B4-BE49-F238E27FC236}">
                <a16:creationId xmlns:a16="http://schemas.microsoft.com/office/drawing/2014/main" id="{EFD8D9E6-8ADD-4D1A-9683-FEA872674C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5584" y="2138129"/>
            <a:ext cx="7056784" cy="4536504"/>
          </a:xfrm>
          <a:prstGeom prst="rect">
            <a:avLst/>
          </a:prstGeom>
        </p:spPr>
      </p:pic>
    </p:spTree>
    <p:extLst>
      <p:ext uri="{BB962C8B-B14F-4D97-AF65-F5344CB8AC3E}">
        <p14:creationId xmlns:p14="http://schemas.microsoft.com/office/powerpoint/2010/main" val="26121788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Test niveaus</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45</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endParaRPr lang="en-US"/>
          </a:p>
        </p:txBody>
      </p:sp>
      <p:graphicFrame>
        <p:nvGraphicFramePr>
          <p:cNvPr id="5" name="Diagram 4">
            <a:extLst>
              <a:ext uri="{FF2B5EF4-FFF2-40B4-BE49-F238E27FC236}">
                <a16:creationId xmlns:a16="http://schemas.microsoft.com/office/drawing/2014/main" id="{94202F51-0ECC-444B-B4AB-DC0466C5DEE1}"/>
              </a:ext>
            </a:extLst>
          </p:cNvPr>
          <p:cNvGraphicFramePr/>
          <p:nvPr/>
        </p:nvGraphicFramePr>
        <p:xfrm>
          <a:off x="615504" y="1469044"/>
          <a:ext cx="7992888" cy="51492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76649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Test niveaus: Acceptatie test</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46</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r>
              <a:rPr lang="en-GB"/>
              <a:t>Check waar het staat in het V-model</a:t>
            </a:r>
          </a:p>
          <a:p>
            <a:endParaRPr lang="en-GB"/>
          </a:p>
          <a:p>
            <a:r>
              <a:rPr lang="en-GB"/>
              <a:t>Wat is het?</a:t>
            </a:r>
          </a:p>
          <a:p>
            <a:pPr lvl="1"/>
            <a:r>
              <a:rPr lang="en-GB"/>
              <a:t>Een niveau in het test verhaal, waar het business proces wordt getest.</a:t>
            </a:r>
          </a:p>
          <a:p>
            <a:pPr lvl="1"/>
            <a:r>
              <a:rPr lang="en-GB"/>
              <a:t>Is het programma bruikbaar?</a:t>
            </a:r>
          </a:p>
          <a:p>
            <a:pPr lvl="1"/>
            <a:r>
              <a:rPr lang="en-GB"/>
              <a:t>Helpt de gemaakte software om het business proces uit te voeren?</a:t>
            </a:r>
          </a:p>
          <a:p>
            <a:pPr lvl="1"/>
            <a:endParaRPr lang="en-GB"/>
          </a:p>
          <a:p>
            <a:r>
              <a:rPr lang="en-GB"/>
              <a:t>Business Proces?</a:t>
            </a:r>
          </a:p>
          <a:p>
            <a:pPr lvl="1"/>
            <a:r>
              <a:rPr lang="en-GB"/>
              <a:t>Documentatie in BPMN</a:t>
            </a:r>
            <a:endParaRPr lang="en-US"/>
          </a:p>
        </p:txBody>
      </p:sp>
    </p:spTree>
    <p:extLst>
      <p:ext uri="{BB962C8B-B14F-4D97-AF65-F5344CB8AC3E}">
        <p14:creationId xmlns:p14="http://schemas.microsoft.com/office/powerpoint/2010/main" val="341722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De requirements in de verschillende methodes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47</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nl-BE"/>
              <a:t>De mier van Langton</a:t>
            </a:r>
          </a:p>
          <a:p>
            <a:r>
              <a:rPr lang="nl-BE"/>
              <a:t>Software Development Life Cycle</a:t>
            </a:r>
          </a:p>
          <a:p>
            <a:pPr lvl="1"/>
            <a:r>
              <a:rPr lang="nl-BE"/>
              <a:t>SDLC</a:t>
            </a:r>
          </a:p>
          <a:p>
            <a:pPr lvl="1"/>
            <a:r>
              <a:rPr lang="nl-BE"/>
              <a:t>Stappen in het maken van de software</a:t>
            </a:r>
          </a:p>
          <a:p>
            <a:pPr lvl="1"/>
            <a:endParaRPr lang="nl-BE"/>
          </a:p>
          <a:p>
            <a:r>
              <a:rPr lang="nl-BE"/>
              <a:t>Een aantal methodologieën</a:t>
            </a:r>
          </a:p>
          <a:p>
            <a:pPr lvl="1"/>
            <a:endParaRPr lang="nl-BE"/>
          </a:p>
          <a:p>
            <a:pPr marL="457200" indent="-457200">
              <a:buFont typeface="+mj-lt"/>
              <a:buAutoNum type="arabicPeriod"/>
            </a:pPr>
            <a:r>
              <a:rPr lang="nl-BE"/>
              <a:t>Waterval model</a:t>
            </a:r>
          </a:p>
          <a:p>
            <a:pPr marL="457200" indent="-457200">
              <a:buFont typeface="+mj-lt"/>
              <a:buAutoNum type="arabicPeriod"/>
            </a:pPr>
            <a:r>
              <a:rPr lang="nl-BE"/>
              <a:t>V-model</a:t>
            </a:r>
          </a:p>
          <a:p>
            <a:pPr marL="457200" indent="-457200">
              <a:buFont typeface="+mj-lt"/>
              <a:buAutoNum type="arabicPeriod"/>
            </a:pPr>
            <a:r>
              <a:rPr lang="nl-BE"/>
              <a:t>Spiraal model</a:t>
            </a:r>
          </a:p>
          <a:p>
            <a:pPr marL="457200" lvl="1" indent="0">
              <a:buNone/>
            </a:pPr>
            <a:r>
              <a:rPr lang="nl-BE"/>
              <a:t>Incrementeel</a:t>
            </a:r>
          </a:p>
          <a:p>
            <a:pPr marL="457200" indent="-457200">
              <a:buFont typeface="+mj-lt"/>
              <a:buAutoNum type="arabicPeriod"/>
            </a:pPr>
            <a:r>
              <a:rPr lang="nl-BE"/>
              <a:t>Iteratief model</a:t>
            </a:r>
          </a:p>
          <a:p>
            <a:pPr marL="457200" lvl="1" indent="0">
              <a:buNone/>
            </a:pPr>
            <a:r>
              <a:rPr lang="nl-BE"/>
              <a:t>Iteratief</a:t>
            </a:r>
          </a:p>
          <a:p>
            <a:pPr marL="457200" indent="-457200">
              <a:buFont typeface="+mj-lt"/>
              <a:buAutoNum type="arabicPeriod"/>
            </a:pPr>
            <a:r>
              <a:rPr lang="nl-BE"/>
              <a:t>Agile / Scrum</a:t>
            </a:r>
          </a:p>
          <a:p>
            <a:pPr marL="457200" lvl="1" indent="0">
              <a:buNone/>
            </a:pPr>
            <a:r>
              <a:rPr lang="nl-BE"/>
              <a:t>Incrementeel iteratief</a:t>
            </a:r>
          </a:p>
          <a:p>
            <a:pPr marL="457200" indent="-457200">
              <a:buFont typeface="+mj-lt"/>
              <a:buAutoNum type="arabicPeriod"/>
            </a:pPr>
            <a:r>
              <a:rPr lang="nl-BE">
                <a:highlight>
                  <a:srgbClr val="FFFF00"/>
                </a:highlight>
              </a:rPr>
              <a:t>DevOps</a:t>
            </a:r>
          </a:p>
          <a:p>
            <a:pPr marL="457200" lvl="1" indent="0">
              <a:buNone/>
            </a:pPr>
            <a:r>
              <a:rPr lang="nl-BE">
                <a:highlight>
                  <a:srgbClr val="FFFF00"/>
                </a:highlight>
              </a:rPr>
              <a:t>Het realiseren van incrementeel iteratief</a:t>
            </a:r>
          </a:p>
          <a:p>
            <a:pPr marL="457200" lvl="1" indent="0">
              <a:buNone/>
            </a:pPr>
            <a:endParaRPr lang="nl-BE"/>
          </a:p>
          <a:p>
            <a:endParaRPr lang="nl-BE"/>
          </a:p>
          <a:p>
            <a:pPr lvl="1"/>
            <a:endParaRPr lang="nl-BE"/>
          </a:p>
          <a:p>
            <a:endParaRPr lang="nl-BE"/>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mogelijke situatie</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pic>
        <p:nvPicPr>
          <p:cNvPr id="7" name="Picture 6">
            <a:extLst>
              <a:ext uri="{FF2B5EF4-FFF2-40B4-BE49-F238E27FC236}">
                <a16:creationId xmlns:a16="http://schemas.microsoft.com/office/drawing/2014/main" id="{7E99B80E-07A9-4997-8396-54DFCAB115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0914" y="2801766"/>
            <a:ext cx="2486372" cy="2448267"/>
          </a:xfrm>
          <a:prstGeom prst="rect">
            <a:avLst/>
          </a:prstGeom>
        </p:spPr>
      </p:pic>
    </p:spTree>
    <p:extLst>
      <p:ext uri="{BB962C8B-B14F-4D97-AF65-F5344CB8AC3E}">
        <p14:creationId xmlns:p14="http://schemas.microsoft.com/office/powerpoint/2010/main" val="35617422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test, kan parameters hebben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48</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Je gaat een actie uitvoeren (een stap)</a:t>
            </a:r>
          </a:p>
          <a:p>
            <a:pPr lvl="1"/>
            <a:r>
              <a:rPr lang="en-GB"/>
              <a:t>Doe dit, doe dat, doe iets</a:t>
            </a:r>
          </a:p>
          <a:p>
            <a:pPr lvl="1"/>
            <a:r>
              <a:rPr lang="en-GB"/>
              <a:t>Binnen in de stap, kan er een parameter gedefinieerd zijn.</a:t>
            </a:r>
          </a:p>
          <a:p>
            <a:pPr lvl="2"/>
            <a:r>
              <a:rPr lang="en-GB"/>
              <a:t>Voorwaarde</a:t>
            </a:r>
          </a:p>
          <a:p>
            <a:pPr lvl="2"/>
            <a:r>
              <a:rPr lang="en-GB"/>
              <a:t>Actie</a:t>
            </a:r>
          </a:p>
          <a:p>
            <a:pPr lvl="2"/>
            <a:r>
              <a:rPr lang="en-GB"/>
              <a:t>Resultaat</a:t>
            </a:r>
          </a:p>
          <a:p>
            <a:pPr lvl="1"/>
            <a:endParaRPr lang="en-GB"/>
          </a:p>
          <a:p>
            <a:r>
              <a:rPr lang="en-GB"/>
              <a:t>Wanneer een parameter geen waarde heeft, dan moet deze waarde gevraagd worden, net voor het uitvoeren van de test.</a:t>
            </a:r>
          </a:p>
        </p:txBody>
      </p:sp>
    </p:spTree>
    <p:extLst>
      <p:ext uri="{BB962C8B-B14F-4D97-AF65-F5344CB8AC3E}">
        <p14:creationId xmlns:p14="http://schemas.microsoft.com/office/powerpoint/2010/main" val="373270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En om het af te werken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49</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Een test kan een andere test oproepen, die parameters heeft</a:t>
            </a:r>
          </a:p>
          <a:p>
            <a:pPr lvl="1"/>
            <a:r>
              <a:rPr lang="en-GB"/>
              <a:t>Doe dit, doe dat, doe iets</a:t>
            </a:r>
          </a:p>
          <a:p>
            <a:pPr lvl="1"/>
            <a:r>
              <a:rPr lang="en-GB"/>
              <a:t>Binnen in de stap, kan er een parameter gedefinieerd zijn.</a:t>
            </a:r>
          </a:p>
          <a:p>
            <a:pPr lvl="2"/>
            <a:r>
              <a:rPr lang="en-GB"/>
              <a:t>Voorwaarde</a:t>
            </a:r>
          </a:p>
          <a:p>
            <a:pPr lvl="2"/>
            <a:r>
              <a:rPr lang="en-GB"/>
              <a:t>Actie</a:t>
            </a:r>
          </a:p>
          <a:p>
            <a:pPr lvl="2"/>
            <a:r>
              <a:rPr lang="en-GB"/>
              <a:t>Resultaat</a:t>
            </a:r>
          </a:p>
          <a:p>
            <a:pPr lvl="1"/>
            <a:r>
              <a:rPr lang="en-GB"/>
              <a:t>Deze parameters zijn al dan niet ingevuld met een waarde.</a:t>
            </a:r>
          </a:p>
          <a:p>
            <a:pPr lvl="1"/>
            <a:endParaRPr lang="en-GB"/>
          </a:p>
          <a:p>
            <a:r>
              <a:rPr lang="en-GB"/>
              <a:t>Wanneer een parameter geen waarde heeft, dan moet deze waarde gevraagd worden, net voor het uitvoeren van de test.</a:t>
            </a:r>
          </a:p>
        </p:txBody>
      </p:sp>
    </p:spTree>
    <p:extLst>
      <p:ext uri="{BB962C8B-B14F-4D97-AF65-F5344CB8AC3E}">
        <p14:creationId xmlns:p14="http://schemas.microsoft.com/office/powerpoint/2010/main" val="246429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EE511-9419-4393-8893-BA4C9435BAD4}"/>
              </a:ext>
            </a:extLst>
          </p:cNvPr>
          <p:cNvSpPr>
            <a:spLocks noGrp="1"/>
          </p:cNvSpPr>
          <p:nvPr>
            <p:ph type="title"/>
          </p:nvPr>
        </p:nvSpPr>
        <p:spPr/>
        <p:txBody>
          <a:bodyPr/>
          <a:lstStyle/>
          <a:p>
            <a:r>
              <a:rPr lang="en-GB"/>
              <a:t>Dit in actie</a:t>
            </a:r>
            <a:endParaRPr lang="en-US"/>
          </a:p>
        </p:txBody>
      </p:sp>
      <p:sp>
        <p:nvSpPr>
          <p:cNvPr id="3" name="Slide Number Placeholder 2">
            <a:extLst>
              <a:ext uri="{FF2B5EF4-FFF2-40B4-BE49-F238E27FC236}">
                <a16:creationId xmlns:a16="http://schemas.microsoft.com/office/drawing/2014/main" id="{E873CF8D-8D75-4780-A195-D1C128845A48}"/>
              </a:ext>
            </a:extLst>
          </p:cNvPr>
          <p:cNvSpPr>
            <a:spLocks noGrp="1"/>
          </p:cNvSpPr>
          <p:nvPr>
            <p:ph type="sldNum" sz="quarter" idx="7"/>
          </p:nvPr>
        </p:nvSpPr>
        <p:spPr/>
        <p:txBody>
          <a:bodyPr/>
          <a:lstStyle/>
          <a:p>
            <a:fld id="{B6F15528-21DE-4FAA-801E-634DDDAF4B2B}" type="slidenum">
              <a:rPr lang="en-US" smtClean="0"/>
              <a:pPr/>
              <a:t>50</a:t>
            </a:fld>
            <a:endParaRPr lang="en-US"/>
          </a:p>
        </p:txBody>
      </p:sp>
      <p:sp>
        <p:nvSpPr>
          <p:cNvPr id="4" name="Text Placeholder 3">
            <a:extLst>
              <a:ext uri="{FF2B5EF4-FFF2-40B4-BE49-F238E27FC236}">
                <a16:creationId xmlns:a16="http://schemas.microsoft.com/office/drawing/2014/main" id="{88A8A930-822F-41AE-8A5B-5D19DA1DD2C2}"/>
              </a:ext>
            </a:extLst>
          </p:cNvPr>
          <p:cNvSpPr>
            <a:spLocks noGrp="1"/>
          </p:cNvSpPr>
          <p:nvPr>
            <p:ph type="body" sz="quarter" idx="10"/>
          </p:nvPr>
        </p:nvSpPr>
        <p:spPr/>
        <p:txBody>
          <a:bodyPr/>
          <a:lstStyle/>
          <a:p>
            <a:r>
              <a:rPr lang="en-GB"/>
              <a:t>Ik kan hier gelijk welke testtool voor gebruiken</a:t>
            </a:r>
          </a:p>
          <a:p>
            <a:endParaRPr lang="en-GB"/>
          </a:p>
          <a:p>
            <a:r>
              <a:rPr lang="en-GB"/>
              <a:t>Maar niet alle testtools kunnen alle scenarios aan.</a:t>
            </a:r>
          </a:p>
          <a:p>
            <a:endParaRPr lang="en-GB"/>
          </a:p>
          <a:p>
            <a:r>
              <a:rPr lang="en-GB"/>
              <a:t>We starten met een Proof of Concept</a:t>
            </a:r>
          </a:p>
          <a:p>
            <a:pPr lvl="1"/>
            <a:r>
              <a:rPr lang="en-GB"/>
              <a:t>Iets dat het systeem aan jullie duidelijk kan maken.</a:t>
            </a:r>
          </a:p>
          <a:p>
            <a:pPr lvl="1"/>
            <a:endParaRPr lang="en-GB"/>
          </a:p>
          <a:p>
            <a:r>
              <a:rPr lang="en-GB"/>
              <a:t>Een stomme Excel, dat als voorbeeld dient.</a:t>
            </a:r>
          </a:p>
        </p:txBody>
      </p:sp>
    </p:spTree>
    <p:extLst>
      <p:ext uri="{BB962C8B-B14F-4D97-AF65-F5344CB8AC3E}">
        <p14:creationId xmlns:p14="http://schemas.microsoft.com/office/powerpoint/2010/main" val="28385156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B9C5-E010-49B3-9AF6-724D6EF1583E}"/>
              </a:ext>
            </a:extLst>
          </p:cNvPr>
          <p:cNvSpPr>
            <a:spLocks noGrp="1"/>
          </p:cNvSpPr>
          <p:nvPr>
            <p:ph type="title"/>
          </p:nvPr>
        </p:nvSpPr>
        <p:spPr/>
        <p:txBody>
          <a:bodyPr/>
          <a:lstStyle/>
          <a:p>
            <a:r>
              <a:rPr lang="en-GB"/>
              <a:t>Schrijven van test scenario’s</a:t>
            </a:r>
            <a:endParaRPr lang="en-US"/>
          </a:p>
        </p:txBody>
      </p:sp>
      <p:sp>
        <p:nvSpPr>
          <p:cNvPr id="3" name="Slide Number Placeholder 2">
            <a:extLst>
              <a:ext uri="{FF2B5EF4-FFF2-40B4-BE49-F238E27FC236}">
                <a16:creationId xmlns:a16="http://schemas.microsoft.com/office/drawing/2014/main" id="{14F2733E-3851-4DAA-B6B5-3291396AF65E}"/>
              </a:ext>
            </a:extLst>
          </p:cNvPr>
          <p:cNvSpPr>
            <a:spLocks noGrp="1"/>
          </p:cNvSpPr>
          <p:nvPr>
            <p:ph type="sldNum" sz="quarter" idx="7"/>
          </p:nvPr>
        </p:nvSpPr>
        <p:spPr/>
        <p:txBody>
          <a:bodyPr/>
          <a:lstStyle/>
          <a:p>
            <a:fld id="{B6F15528-21DE-4FAA-801E-634DDDAF4B2B}" type="slidenum">
              <a:rPr lang="en-US" smtClean="0"/>
              <a:pPr/>
              <a:t>51</a:t>
            </a:fld>
            <a:endParaRPr lang="en-US"/>
          </a:p>
        </p:txBody>
      </p:sp>
      <p:sp>
        <p:nvSpPr>
          <p:cNvPr id="4" name="Text Placeholder 3">
            <a:extLst>
              <a:ext uri="{FF2B5EF4-FFF2-40B4-BE49-F238E27FC236}">
                <a16:creationId xmlns:a16="http://schemas.microsoft.com/office/drawing/2014/main" id="{E11BB2A8-749C-4261-BBE3-E9BF7ECC50BD}"/>
              </a:ext>
            </a:extLst>
          </p:cNvPr>
          <p:cNvSpPr>
            <a:spLocks noGrp="1"/>
          </p:cNvSpPr>
          <p:nvPr>
            <p:ph type="body" sz="quarter" idx="10"/>
          </p:nvPr>
        </p:nvSpPr>
        <p:spPr/>
        <p:txBody>
          <a:bodyPr/>
          <a:lstStyle/>
          <a:p>
            <a:r>
              <a:rPr lang="en-GB"/>
              <a:t>Er zijn 3 regels</a:t>
            </a:r>
          </a:p>
          <a:p>
            <a:endParaRPr lang="en-GB"/>
          </a:p>
          <a:p>
            <a:r>
              <a:rPr lang="en-GB"/>
              <a:t>Regel 1: Alle gegevens 1 keer</a:t>
            </a:r>
          </a:p>
          <a:p>
            <a:endParaRPr lang="en-GB"/>
          </a:p>
          <a:p>
            <a:r>
              <a:rPr lang="en-GB"/>
              <a:t>Regel 2: Leer regel nummer 1</a:t>
            </a:r>
          </a:p>
          <a:p>
            <a:endParaRPr lang="en-GB"/>
          </a:p>
          <a:p>
            <a:r>
              <a:rPr lang="en-GB"/>
              <a:t>Regel 3: Als je regel 1 goed kent, en kunt toepassen, mag je ervan afwijken.</a:t>
            </a:r>
          </a:p>
        </p:txBody>
      </p:sp>
    </p:spTree>
    <p:extLst>
      <p:ext uri="{BB962C8B-B14F-4D97-AF65-F5344CB8AC3E}">
        <p14:creationId xmlns:p14="http://schemas.microsoft.com/office/powerpoint/2010/main" val="198412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Het maken van testscenario’s in BPMN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52</a:t>
            </a:fld>
            <a:endParaRPr lang="en-US"/>
          </a:p>
        </p:txBody>
      </p:sp>
      <p:sp>
        <p:nvSpPr>
          <p:cNvPr id="8" name="Text Placeholder 7">
            <a:extLst>
              <a:ext uri="{FF2B5EF4-FFF2-40B4-BE49-F238E27FC236}">
                <a16:creationId xmlns:a16="http://schemas.microsoft.com/office/drawing/2014/main" id="{6ED8B773-11C1-4A54-A32E-3A8E35FB550D}"/>
              </a:ext>
            </a:extLst>
          </p:cNvPr>
          <p:cNvSpPr>
            <a:spLocks noGrp="1"/>
          </p:cNvSpPr>
          <p:nvPr>
            <p:ph type="body" sz="quarter" idx="10"/>
          </p:nvPr>
        </p:nvSpPr>
        <p:spPr/>
        <p:txBody>
          <a:bodyPr/>
          <a:lstStyle/>
          <a:p>
            <a:endParaRPr lang="en-US"/>
          </a:p>
        </p:txBody>
      </p:sp>
      <p:pic>
        <p:nvPicPr>
          <p:cNvPr id="12" name="Picture 11">
            <a:extLst>
              <a:ext uri="{FF2B5EF4-FFF2-40B4-BE49-F238E27FC236}">
                <a16:creationId xmlns:a16="http://schemas.microsoft.com/office/drawing/2014/main" id="{46EE15FA-818A-43EE-9E7C-B77C1959F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37" y="2291144"/>
            <a:ext cx="9276864" cy="3175039"/>
          </a:xfrm>
          <a:prstGeom prst="rect">
            <a:avLst/>
          </a:prstGeom>
        </p:spPr>
      </p:pic>
    </p:spTree>
    <p:extLst>
      <p:ext uri="{BB962C8B-B14F-4D97-AF65-F5344CB8AC3E}">
        <p14:creationId xmlns:p14="http://schemas.microsoft.com/office/powerpoint/2010/main" val="6368484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De opdracht (voor 40% van de punten)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53</a:t>
            </a:fld>
            <a:endParaRPr lang="en-US"/>
          </a:p>
        </p:txBody>
      </p:sp>
      <p:sp>
        <p:nvSpPr>
          <p:cNvPr id="8" name="Text Placeholder 7">
            <a:extLst>
              <a:ext uri="{FF2B5EF4-FFF2-40B4-BE49-F238E27FC236}">
                <a16:creationId xmlns:a16="http://schemas.microsoft.com/office/drawing/2014/main" id="{6ED8B773-11C1-4A54-A32E-3A8E35FB550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54098901"/>
      </p:ext>
    </p:extLst>
  </p:cSld>
  <p:clrMapOvr>
    <a:masterClrMapping/>
  </p:clrMapOvr>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13963EC-CB83-4A74-AD17-7E027499DCFE}">
  <ds:schemaRefs>
    <ds:schemaRef ds:uri="http://schemas.microsoft.com/sharepoint/v3/contenttype/forms"/>
  </ds:schemaRefs>
</ds:datastoreItem>
</file>

<file path=customXml/itemProps3.xml><?xml version="1.0" encoding="utf-8"?>
<ds:datastoreItem xmlns:ds="http://schemas.openxmlformats.org/officeDocument/2006/customXml" ds:itemID="{3F776112-665F-4321-8DF2-154B8CFE473B}">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1320</TotalTime>
  <Words>3584</Words>
  <Application>Microsoft Office PowerPoint</Application>
  <PresentationFormat>Custom</PresentationFormat>
  <Paragraphs>689</Paragraphs>
  <Slides>53</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Gill Sans</vt:lpstr>
      <vt:lpstr>Wingdings</vt:lpstr>
      <vt:lpstr>Wingdings 2</vt:lpstr>
      <vt:lpstr>SyntraWestBase</vt:lpstr>
      <vt:lpstr>PowerPoint Presentation</vt:lpstr>
      <vt:lpstr>PowerPoint Presentation</vt:lpstr>
      <vt:lpstr>PowerPoint Presentation</vt:lpstr>
      <vt:lpstr>De wielerwedstrijd</vt:lpstr>
      <vt:lpstr>De wielerwedstrijd</vt:lpstr>
      <vt:lpstr>Terminologie en hun betekenis</vt:lpstr>
      <vt:lpstr>Terminologie en hun betekenis</vt:lpstr>
      <vt:lpstr>De requirements in de verschillende methodes</vt:lpstr>
      <vt:lpstr>Wat is een computer programma?</vt:lpstr>
      <vt:lpstr>Wat is een computer test?</vt:lpstr>
      <vt:lpstr>Een test in zijn eenvoudigste vorm</vt:lpstr>
      <vt:lpstr>Windows verkenner wordt 2 maal gestart</vt:lpstr>
      <vt:lpstr>Een test, iets uitgebreider</vt:lpstr>
      <vt:lpstr>De “en”, de “of”, de “niet”</vt:lpstr>
      <vt:lpstr>De “En”</vt:lpstr>
      <vt:lpstr>De “Of”</vt:lpstr>
      <vt:lpstr>Voorwaarden: Het bevestigen of niet van iets </vt:lpstr>
      <vt:lpstr>Voorwaarden: Het bevestigen of niet van iets </vt:lpstr>
      <vt:lpstr>Voorwaarden: Het bevestigen of niet van iets </vt:lpstr>
      <vt:lpstr>Test niveaus</vt:lpstr>
      <vt:lpstr>Test niveaus: Component Test / Unit test</vt:lpstr>
      <vt:lpstr>Game: Ontdek het patroon</vt:lpstr>
      <vt:lpstr>Game: Ontdek het patroon</vt:lpstr>
      <vt:lpstr>Een test, die wordt gemaakt</vt:lpstr>
      <vt:lpstr>Een test, die wordt uitgevoerd</vt:lpstr>
      <vt:lpstr>Testen uitschrijven of niet</vt:lpstr>
      <vt:lpstr>Uitgeschreven testen</vt:lpstr>
      <vt:lpstr>Test ontwerp</vt:lpstr>
      <vt:lpstr>Verwacht resultaat</vt:lpstr>
      <vt:lpstr>Test uitvoeren</vt:lpstr>
      <vt:lpstr>Test ontwerpen en uitvoeren</vt:lpstr>
      <vt:lpstr>Best practices?</vt:lpstr>
      <vt:lpstr>Heuristisch (richtlijnen en strategie)</vt:lpstr>
      <vt:lpstr>Heuristisch (richtlijnen en strategie)</vt:lpstr>
      <vt:lpstr>Heuristisch (richtlijnen en strategie)</vt:lpstr>
      <vt:lpstr>Test niveaus</vt:lpstr>
      <vt:lpstr>Test niveaus: Integratie test</vt:lpstr>
      <vt:lpstr>De requirements in de verschillende methodes</vt:lpstr>
      <vt:lpstr>Een test, iets uitgebreider</vt:lpstr>
      <vt:lpstr>Een test, kan een andere test oproepen</vt:lpstr>
      <vt:lpstr>Test niveaus</vt:lpstr>
      <vt:lpstr>Test niveaus: Systeem test</vt:lpstr>
      <vt:lpstr>De requirements in de verschillende methodes</vt:lpstr>
      <vt:lpstr>De code is een misdaad onderzoek</vt:lpstr>
      <vt:lpstr>Test niveaus</vt:lpstr>
      <vt:lpstr>Test niveaus: Acceptatie test</vt:lpstr>
      <vt:lpstr>De requirements in de verschillende methodes</vt:lpstr>
      <vt:lpstr>Een test, kan parameters hebben</vt:lpstr>
      <vt:lpstr>En om het af te werken</vt:lpstr>
      <vt:lpstr>Dit in actie</vt:lpstr>
      <vt:lpstr>Schrijven van test scenario’s</vt:lpstr>
      <vt:lpstr>Het maken van testscenario’s in BPMN</vt:lpstr>
      <vt:lpstr>De opdracht (voor 40% van de punten)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241</cp:revision>
  <dcterms:created xsi:type="dcterms:W3CDTF">2020-09-23T07:49:56Z</dcterms:created>
  <dcterms:modified xsi:type="dcterms:W3CDTF">2021-10-19T06:03:14Z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